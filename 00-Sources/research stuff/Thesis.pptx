
<file path=[Content_Types].xml><?xml version="1.0" encoding="utf-8"?>
<Types xmlns="http://schemas.openxmlformats.org/package/2006/content-types">
  <Default Extension="fntdata" ContentType="application/x-fontdata"/>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81" r:id="rId1"/>
  </p:sldMasterIdLst>
  <p:notesMasterIdLst>
    <p:notesMasterId r:id="rId33"/>
  </p:notesMasterIdLst>
  <p:sldIdLst>
    <p:sldId id="256" r:id="rId2"/>
    <p:sldId id="316" r:id="rId3"/>
    <p:sldId id="337" r:id="rId4"/>
    <p:sldId id="335" r:id="rId5"/>
    <p:sldId id="339" r:id="rId6"/>
    <p:sldId id="340" r:id="rId7"/>
    <p:sldId id="341" r:id="rId8"/>
    <p:sldId id="338" r:id="rId9"/>
    <p:sldId id="315" r:id="rId10"/>
    <p:sldId id="342" r:id="rId11"/>
    <p:sldId id="343" r:id="rId12"/>
    <p:sldId id="345" r:id="rId13"/>
    <p:sldId id="346" r:id="rId14"/>
    <p:sldId id="364" r:id="rId15"/>
    <p:sldId id="348" r:id="rId16"/>
    <p:sldId id="367" r:id="rId17"/>
    <p:sldId id="366" r:id="rId18"/>
    <p:sldId id="365" r:id="rId19"/>
    <p:sldId id="349" r:id="rId20"/>
    <p:sldId id="352" r:id="rId21"/>
    <p:sldId id="350" r:id="rId22"/>
    <p:sldId id="351" r:id="rId23"/>
    <p:sldId id="354" r:id="rId24"/>
    <p:sldId id="355" r:id="rId25"/>
    <p:sldId id="356" r:id="rId26"/>
    <p:sldId id="357" r:id="rId27"/>
    <p:sldId id="359" r:id="rId28"/>
    <p:sldId id="358" r:id="rId29"/>
    <p:sldId id="360" r:id="rId30"/>
    <p:sldId id="362" r:id="rId31"/>
    <p:sldId id="361" r:id="rId32"/>
  </p:sldIdLst>
  <p:sldSz cx="9144000" cy="5143500" type="screen16x9"/>
  <p:notesSz cx="6858000" cy="9144000"/>
  <p:embeddedFontLst>
    <p:embeddedFont>
      <p:font typeface="ADLaM Display" panose="02010000000000000000" pitchFamily="2" charset="0"/>
      <p:regular r:id="rId34"/>
    </p:embeddedFont>
    <p:embeddedFont>
      <p:font typeface="Fredoka One" panose="02000000000000000000" pitchFamily="2" charset="0"/>
      <p:regular r:id="rId35"/>
    </p:embeddedFont>
    <p:embeddedFont>
      <p:font typeface="Nunito" pitchFamily="2" charset="0"/>
      <p:regular r:id="rId36"/>
      <p:bold r:id="rId37"/>
      <p:italic r:id="rId38"/>
      <p:boldItalic r:id="rId39"/>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00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4F16381B-CAE1-4DD2-A0E3-5566AB9795F7}">
  <a:tblStyle styleId="{4F16381B-CAE1-4DD2-A0E3-5566AB9795F7}" styleName="Table_0">
    <a:wholeTbl>
      <a:tcTxStyle>
        <a:font>
          <a:latin typeface="Arial"/>
          <a:ea typeface="Arial"/>
          <a:cs typeface="Arial"/>
        </a:font>
        <a:srgbClr val="000000"/>
      </a:tcTxStyle>
      <a:tcStyle>
        <a:tcBdr>
          <a:left>
            <a:ln w="9525" cap="flat" cmpd="sng">
              <a:solidFill>
                <a:srgbClr val="9E9E9E"/>
              </a:solidFill>
              <a:prstDash val="solid"/>
              <a:round/>
              <a:headEnd type="none" w="sm" len="sm"/>
              <a:tailEnd type="none" w="sm" len="sm"/>
            </a:ln>
          </a:left>
          <a:right>
            <a:ln w="9525" cap="flat" cmpd="sng">
              <a:solidFill>
                <a:srgbClr val="9E9E9E"/>
              </a:solidFill>
              <a:prstDash val="solid"/>
              <a:round/>
              <a:headEnd type="none" w="sm" len="sm"/>
              <a:tailEnd type="none" w="sm" len="sm"/>
            </a:ln>
          </a:right>
          <a:top>
            <a:ln w="9525" cap="flat" cmpd="sng">
              <a:solidFill>
                <a:srgbClr val="9E9E9E"/>
              </a:solidFill>
              <a:prstDash val="solid"/>
              <a:round/>
              <a:headEnd type="none" w="sm" len="sm"/>
              <a:tailEnd type="none" w="sm" len="sm"/>
            </a:ln>
          </a:top>
          <a:bottom>
            <a:ln w="9525" cap="flat" cmpd="sng">
              <a:solidFill>
                <a:srgbClr val="9E9E9E"/>
              </a:solidFill>
              <a:prstDash val="solid"/>
              <a:round/>
              <a:headEnd type="none" w="sm" len="sm"/>
              <a:tailEnd type="none" w="sm" len="sm"/>
            </a:ln>
          </a:bottom>
          <a:insideH>
            <a:ln w="9525" cap="flat" cmpd="sng">
              <a:solidFill>
                <a:srgbClr val="9E9E9E"/>
              </a:solidFill>
              <a:prstDash val="solid"/>
              <a:round/>
              <a:headEnd type="none" w="sm" len="sm"/>
              <a:tailEnd type="none" w="sm" len="sm"/>
            </a:ln>
          </a:insideH>
          <a:insideV>
            <a:ln w="9525" cap="flat" cmpd="sng">
              <a:solidFill>
                <a:srgbClr val="9E9E9E"/>
              </a:solidFill>
              <a:prstDash val="solid"/>
              <a:round/>
              <a:headEnd type="none" w="sm" len="sm"/>
              <a:tailEnd type="none" w="sm" len="sm"/>
            </a:ln>
          </a:insideV>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 styleId="{262A5335-04EC-48CF-A1D5-A5AEB9D103F5}" styleName="Table_1">
    <a:wholeTbl>
      <a:tcTxStyle>
        <a:font>
          <a:latin typeface="Arial"/>
          <a:ea typeface="Arial"/>
          <a:cs typeface="Arial"/>
        </a:font>
        <a:srgbClr val="000000"/>
      </a:tcTxStyle>
      <a:tcStyle>
        <a:tcBdr>
          <a:left>
            <a:ln w="9525" cap="flat" cmpd="sng">
              <a:solidFill>
                <a:srgbClr val="000000"/>
              </a:solidFill>
              <a:prstDash val="solid"/>
              <a:round/>
              <a:headEnd type="none" w="sm" len="sm"/>
              <a:tailEnd type="none" w="sm" len="sm"/>
            </a:ln>
          </a:left>
          <a:right>
            <a:ln w="9525" cap="flat" cmpd="sng">
              <a:solidFill>
                <a:srgbClr val="000000"/>
              </a:solidFill>
              <a:prstDash val="solid"/>
              <a:round/>
              <a:headEnd type="none" w="sm" len="sm"/>
              <a:tailEnd type="none" w="sm" len="sm"/>
            </a:ln>
          </a:right>
          <a:top>
            <a:ln w="9525" cap="flat" cmpd="sng">
              <a:solidFill>
                <a:srgbClr val="000000"/>
              </a:solidFill>
              <a:prstDash val="solid"/>
              <a:round/>
              <a:headEnd type="none" w="sm" len="sm"/>
              <a:tailEnd type="none" w="sm" len="sm"/>
            </a:ln>
          </a:top>
          <a:bottom>
            <a:ln w="9525" cap="flat" cmpd="sng">
              <a:solidFill>
                <a:srgbClr val="000000"/>
              </a:solidFill>
              <a:prstDash val="solid"/>
              <a:round/>
              <a:headEnd type="none" w="sm" len="sm"/>
              <a:tailEnd type="none" w="sm" len="sm"/>
            </a:ln>
          </a:bottom>
          <a:insideH>
            <a:ln w="9525" cap="flat" cmpd="sng">
              <a:solidFill>
                <a:srgbClr val="000000"/>
              </a:solidFill>
              <a:prstDash val="solid"/>
              <a:round/>
              <a:headEnd type="none" w="sm" len="sm"/>
              <a:tailEnd type="none" w="sm" len="sm"/>
            </a:ln>
          </a:insideH>
          <a:insideV>
            <a:ln w="9525" cap="flat" cmpd="sng">
              <a:solidFill>
                <a:srgbClr val="000000"/>
              </a:solidFill>
              <a:prstDash val="solid"/>
              <a:round/>
              <a:headEnd type="none" w="sm" len="sm"/>
              <a:tailEnd type="none" w="sm" len="sm"/>
            </a:ln>
          </a:insideV>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 styleId="{69C7853C-536D-4A76-A0AE-DD22124D55A5}" styleName="Themed Style 1 - Accent 3">
    <a:tblBg>
      <a:fillRef idx="2">
        <a:schemeClr val="accent3"/>
      </a:fillRef>
      <a:effectRef idx="1">
        <a:schemeClr val="accent3"/>
      </a:effectRef>
    </a:tblBg>
    <a:wholeTbl>
      <a:tcTxStyle>
        <a:fontRef idx="minor">
          <a:scrgbClr r="0" g="0" b="0"/>
        </a:fontRef>
        <a:schemeClr val="dk1"/>
      </a:tcTxStyle>
      <a:tcStyle>
        <a:tcBdr>
          <a:left>
            <a:lnRef idx="1">
              <a:schemeClr val="accent3"/>
            </a:lnRef>
          </a:left>
          <a:right>
            <a:lnRef idx="1">
              <a:schemeClr val="accent3"/>
            </a:lnRef>
          </a:right>
          <a:top>
            <a:lnRef idx="1">
              <a:schemeClr val="accent3"/>
            </a:lnRef>
          </a:top>
          <a:bottom>
            <a:lnRef idx="1">
              <a:schemeClr val="accent3"/>
            </a:lnRef>
          </a:bottom>
          <a:insideH>
            <a:lnRef idx="1">
              <a:schemeClr val="accent3"/>
            </a:lnRef>
          </a:insideH>
          <a:insideV>
            <a:lnRef idx="1">
              <a:schemeClr val="accent3"/>
            </a:lnRef>
          </a:insideV>
        </a:tcBdr>
        <a:fill>
          <a:noFill/>
        </a:fill>
      </a:tcStyle>
    </a:wholeTbl>
    <a:band1H>
      <a:tcStyle>
        <a:tcBdr/>
        <a:fill>
          <a:solidFill>
            <a:schemeClr val="accent3">
              <a:alpha val="40000"/>
            </a:schemeClr>
          </a:solidFill>
        </a:fill>
      </a:tcStyle>
    </a:band1H>
    <a:band2H>
      <a:tcStyle>
        <a:tcBdr/>
      </a:tcStyle>
    </a:band2H>
    <a:band1V>
      <a:tcStyle>
        <a:tcBdr>
          <a:top>
            <a:lnRef idx="1">
              <a:schemeClr val="accent3"/>
            </a:lnRef>
          </a:top>
          <a:bottom>
            <a:lnRef idx="1">
              <a:schemeClr val="accent3"/>
            </a:lnRef>
          </a:bottom>
        </a:tcBdr>
        <a:fill>
          <a:solidFill>
            <a:schemeClr val="accent3">
              <a:alpha val="40000"/>
            </a:schemeClr>
          </a:solidFill>
        </a:fill>
      </a:tcStyle>
    </a:band1V>
    <a:band2V>
      <a:tcStyle>
        <a:tcBdr/>
      </a:tcStyle>
    </a:band2V>
    <a:lastCol>
      <a:tcTxStyle b="on"/>
      <a:tcStyle>
        <a:tcBdr>
          <a:left>
            <a:lnRef idx="2">
              <a:schemeClr val="accent3"/>
            </a:lnRef>
          </a:left>
          <a:right>
            <a:lnRef idx="1">
              <a:schemeClr val="accent3"/>
            </a:lnRef>
          </a:right>
          <a:top>
            <a:lnRef idx="1">
              <a:schemeClr val="accent3"/>
            </a:lnRef>
          </a:top>
          <a:bottom>
            <a:lnRef idx="1">
              <a:schemeClr val="accent3"/>
            </a:lnRef>
          </a:bottom>
          <a:insideH>
            <a:lnRef idx="1">
              <a:schemeClr val="accent3"/>
            </a:lnRef>
          </a:insideH>
          <a:insideV>
            <a:ln>
              <a:noFill/>
            </a:ln>
          </a:insideV>
        </a:tcBdr>
      </a:tcStyle>
    </a:lastCol>
    <a:firstCol>
      <a:tcTxStyle b="on"/>
      <a:tcStyle>
        <a:tcBdr>
          <a:left>
            <a:lnRef idx="1">
              <a:schemeClr val="accent3"/>
            </a:lnRef>
          </a:left>
          <a:right>
            <a:lnRef idx="2">
              <a:schemeClr val="accent3"/>
            </a:lnRef>
          </a:right>
          <a:top>
            <a:lnRef idx="1">
              <a:schemeClr val="accent3"/>
            </a:lnRef>
          </a:top>
          <a:bottom>
            <a:lnRef idx="1">
              <a:schemeClr val="accent3"/>
            </a:lnRef>
          </a:bottom>
          <a:insideH>
            <a:lnRef idx="1">
              <a:schemeClr val="accent3"/>
            </a:lnRef>
          </a:insideH>
          <a:insideV>
            <a:ln>
              <a:noFill/>
            </a:ln>
          </a:insideV>
        </a:tcBdr>
      </a:tcStyle>
    </a:firstCol>
    <a:lastRow>
      <a:tcTxStyle b="on"/>
      <a:tcStyle>
        <a:tcBdr>
          <a:left>
            <a:lnRef idx="1">
              <a:schemeClr val="accent3"/>
            </a:lnRef>
          </a:left>
          <a:right>
            <a:lnRef idx="1">
              <a:schemeClr val="accent3"/>
            </a:lnRef>
          </a:right>
          <a:top>
            <a:lnRef idx="2">
              <a:schemeClr val="accent3"/>
            </a:lnRef>
          </a:top>
          <a:bottom>
            <a:lnRef idx="2">
              <a:schemeClr val="accent3"/>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3"/>
            </a:lnRef>
          </a:left>
          <a:right>
            <a:lnRef idx="1">
              <a:schemeClr val="accent3"/>
            </a:lnRef>
          </a:right>
          <a:top>
            <a:lnRef idx="1">
              <a:schemeClr val="accent3"/>
            </a:lnRef>
          </a:top>
          <a:bottom>
            <a:lnRef idx="2">
              <a:schemeClr val="lt1"/>
            </a:lnRef>
          </a:bottom>
          <a:insideH>
            <a:ln>
              <a:noFill/>
            </a:ln>
          </a:insideH>
          <a:insideV>
            <a:ln>
              <a:noFill/>
            </a:ln>
          </a:insideV>
        </a:tcBdr>
        <a:fill>
          <a:solidFill>
            <a:schemeClr val="accent3"/>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1964" autoAdjust="0"/>
    <p:restoredTop sz="94660"/>
  </p:normalViewPr>
  <p:slideViewPr>
    <p:cSldViewPr snapToGrid="0">
      <p:cViewPr varScale="1">
        <p:scale>
          <a:sx n="80" d="100"/>
          <a:sy n="80" d="100"/>
        </p:scale>
        <p:origin x="1020" y="4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font" Target="fonts/font6.fntdata"/><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font" Target="fonts/font1.fntdata"/><Relationship Id="rId42"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notesMaster" Target="notesMasters/notesMaster1.xml"/><Relationship Id="rId38" Type="http://schemas.openxmlformats.org/officeDocument/2006/relationships/font" Target="fonts/font5.fntdata"/><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font" Target="fonts/font4.fntdata"/><Relationship Id="rId40"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font" Target="fonts/font3.fntdata"/><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font" Target="fonts/font2.fntdata"/><Relationship Id="rId43"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65"/>
        <p:cNvGrpSpPr/>
        <p:nvPr/>
      </p:nvGrpSpPr>
      <p:grpSpPr>
        <a:xfrm>
          <a:off x="0" y="0"/>
          <a:ext cx="0" cy="0"/>
          <a:chOff x="0" y="0"/>
          <a:chExt cx="0" cy="0"/>
        </a:xfrm>
      </p:grpSpPr>
      <p:sp>
        <p:nvSpPr>
          <p:cNvPr id="766" name="Google Shape;766;g4dfce81f19_0_4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67" name="Google Shape;767;g4dfce81f19_0_4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17">
          <a:extLst>
            <a:ext uri="{FF2B5EF4-FFF2-40B4-BE49-F238E27FC236}">
              <a16:creationId xmlns:a16="http://schemas.microsoft.com/office/drawing/2014/main" id="{3974CAE8-04C0-866E-CEF0-FD471D611EDD}"/>
            </a:ext>
          </a:extLst>
        </p:cNvPr>
        <p:cNvGrpSpPr/>
        <p:nvPr/>
      </p:nvGrpSpPr>
      <p:grpSpPr>
        <a:xfrm>
          <a:off x="0" y="0"/>
          <a:ext cx="0" cy="0"/>
          <a:chOff x="0" y="0"/>
          <a:chExt cx="0" cy="0"/>
        </a:xfrm>
      </p:grpSpPr>
      <p:sp>
        <p:nvSpPr>
          <p:cNvPr id="1218" name="Google Shape;1218;g54dda1946d_6_377:notes">
            <a:extLst>
              <a:ext uri="{FF2B5EF4-FFF2-40B4-BE49-F238E27FC236}">
                <a16:creationId xmlns:a16="http://schemas.microsoft.com/office/drawing/2014/main" id="{8FBE38FC-EEFD-3250-2E95-399E8ABC4A70}"/>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219" name="Google Shape;1219;g54dda1946d_6_377:notes">
            <a:extLst>
              <a:ext uri="{FF2B5EF4-FFF2-40B4-BE49-F238E27FC236}">
                <a16:creationId xmlns:a16="http://schemas.microsoft.com/office/drawing/2014/main" id="{22620861-BF08-5520-E187-438C9E4F1E43}"/>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071343680"/>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17">
          <a:extLst>
            <a:ext uri="{FF2B5EF4-FFF2-40B4-BE49-F238E27FC236}">
              <a16:creationId xmlns:a16="http://schemas.microsoft.com/office/drawing/2014/main" id="{CA0F1E3E-C425-3CC0-D8F0-7D92C46E78C2}"/>
            </a:ext>
          </a:extLst>
        </p:cNvPr>
        <p:cNvGrpSpPr/>
        <p:nvPr/>
      </p:nvGrpSpPr>
      <p:grpSpPr>
        <a:xfrm>
          <a:off x="0" y="0"/>
          <a:ext cx="0" cy="0"/>
          <a:chOff x="0" y="0"/>
          <a:chExt cx="0" cy="0"/>
        </a:xfrm>
      </p:grpSpPr>
      <p:sp>
        <p:nvSpPr>
          <p:cNvPr id="1218" name="Google Shape;1218;g54dda1946d_6_377:notes">
            <a:extLst>
              <a:ext uri="{FF2B5EF4-FFF2-40B4-BE49-F238E27FC236}">
                <a16:creationId xmlns:a16="http://schemas.microsoft.com/office/drawing/2014/main" id="{5489057F-3324-9E98-3403-DB2C187577A6}"/>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219" name="Google Shape;1219;g54dda1946d_6_377:notes">
            <a:extLst>
              <a:ext uri="{FF2B5EF4-FFF2-40B4-BE49-F238E27FC236}">
                <a16:creationId xmlns:a16="http://schemas.microsoft.com/office/drawing/2014/main" id="{E897A315-552E-A659-D06F-6A499BBB8C56}"/>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736260944"/>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17">
          <a:extLst>
            <a:ext uri="{FF2B5EF4-FFF2-40B4-BE49-F238E27FC236}">
              <a16:creationId xmlns:a16="http://schemas.microsoft.com/office/drawing/2014/main" id="{E7B70EE8-31D1-5E30-9D04-C8BB44868EBF}"/>
            </a:ext>
          </a:extLst>
        </p:cNvPr>
        <p:cNvGrpSpPr/>
        <p:nvPr/>
      </p:nvGrpSpPr>
      <p:grpSpPr>
        <a:xfrm>
          <a:off x="0" y="0"/>
          <a:ext cx="0" cy="0"/>
          <a:chOff x="0" y="0"/>
          <a:chExt cx="0" cy="0"/>
        </a:xfrm>
      </p:grpSpPr>
      <p:sp>
        <p:nvSpPr>
          <p:cNvPr id="1218" name="Google Shape;1218;g54dda1946d_6_377:notes">
            <a:extLst>
              <a:ext uri="{FF2B5EF4-FFF2-40B4-BE49-F238E27FC236}">
                <a16:creationId xmlns:a16="http://schemas.microsoft.com/office/drawing/2014/main" id="{66EF96B2-A9C7-80EA-5ADC-C2CD801BF9CF}"/>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219" name="Google Shape;1219;g54dda1946d_6_377:notes">
            <a:extLst>
              <a:ext uri="{FF2B5EF4-FFF2-40B4-BE49-F238E27FC236}">
                <a16:creationId xmlns:a16="http://schemas.microsoft.com/office/drawing/2014/main" id="{C18D2D1A-90ED-F8C3-1258-91E7BEB90DF5}"/>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820887107"/>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17">
          <a:extLst>
            <a:ext uri="{FF2B5EF4-FFF2-40B4-BE49-F238E27FC236}">
              <a16:creationId xmlns:a16="http://schemas.microsoft.com/office/drawing/2014/main" id="{A1F0BEC4-7AD0-DD31-6108-A936E6ABDA96}"/>
            </a:ext>
          </a:extLst>
        </p:cNvPr>
        <p:cNvGrpSpPr/>
        <p:nvPr/>
      </p:nvGrpSpPr>
      <p:grpSpPr>
        <a:xfrm>
          <a:off x="0" y="0"/>
          <a:ext cx="0" cy="0"/>
          <a:chOff x="0" y="0"/>
          <a:chExt cx="0" cy="0"/>
        </a:xfrm>
      </p:grpSpPr>
      <p:sp>
        <p:nvSpPr>
          <p:cNvPr id="1218" name="Google Shape;1218;g54dda1946d_6_377:notes">
            <a:extLst>
              <a:ext uri="{FF2B5EF4-FFF2-40B4-BE49-F238E27FC236}">
                <a16:creationId xmlns:a16="http://schemas.microsoft.com/office/drawing/2014/main" id="{D289AAC0-BDC5-2E0E-C286-1688BAD420A6}"/>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219" name="Google Shape;1219;g54dda1946d_6_377:notes">
            <a:extLst>
              <a:ext uri="{FF2B5EF4-FFF2-40B4-BE49-F238E27FC236}">
                <a16:creationId xmlns:a16="http://schemas.microsoft.com/office/drawing/2014/main" id="{2994C02B-A312-E506-E068-D890F58E16D7}"/>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38408437"/>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17">
          <a:extLst>
            <a:ext uri="{FF2B5EF4-FFF2-40B4-BE49-F238E27FC236}">
              <a16:creationId xmlns:a16="http://schemas.microsoft.com/office/drawing/2014/main" id="{B1B71BDE-A3E0-1039-8675-04AA67D58352}"/>
            </a:ext>
          </a:extLst>
        </p:cNvPr>
        <p:cNvGrpSpPr/>
        <p:nvPr/>
      </p:nvGrpSpPr>
      <p:grpSpPr>
        <a:xfrm>
          <a:off x="0" y="0"/>
          <a:ext cx="0" cy="0"/>
          <a:chOff x="0" y="0"/>
          <a:chExt cx="0" cy="0"/>
        </a:xfrm>
      </p:grpSpPr>
      <p:sp>
        <p:nvSpPr>
          <p:cNvPr id="1218" name="Google Shape;1218;g54dda1946d_6_377:notes">
            <a:extLst>
              <a:ext uri="{FF2B5EF4-FFF2-40B4-BE49-F238E27FC236}">
                <a16:creationId xmlns:a16="http://schemas.microsoft.com/office/drawing/2014/main" id="{24E5CAC3-70FD-4D2F-C5AF-93CF7C3E2A63}"/>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219" name="Google Shape;1219;g54dda1946d_6_377:notes">
            <a:extLst>
              <a:ext uri="{FF2B5EF4-FFF2-40B4-BE49-F238E27FC236}">
                <a16:creationId xmlns:a16="http://schemas.microsoft.com/office/drawing/2014/main" id="{739987ED-6362-3051-CC47-DD4F14ECAF5F}"/>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530573913"/>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17">
          <a:extLst>
            <a:ext uri="{FF2B5EF4-FFF2-40B4-BE49-F238E27FC236}">
              <a16:creationId xmlns:a16="http://schemas.microsoft.com/office/drawing/2014/main" id="{7A7CFFFC-FB91-1A39-03DC-C5F506CB0032}"/>
            </a:ext>
          </a:extLst>
        </p:cNvPr>
        <p:cNvGrpSpPr/>
        <p:nvPr/>
      </p:nvGrpSpPr>
      <p:grpSpPr>
        <a:xfrm>
          <a:off x="0" y="0"/>
          <a:ext cx="0" cy="0"/>
          <a:chOff x="0" y="0"/>
          <a:chExt cx="0" cy="0"/>
        </a:xfrm>
      </p:grpSpPr>
      <p:sp>
        <p:nvSpPr>
          <p:cNvPr id="1218" name="Google Shape;1218;g54dda1946d_6_377:notes">
            <a:extLst>
              <a:ext uri="{FF2B5EF4-FFF2-40B4-BE49-F238E27FC236}">
                <a16:creationId xmlns:a16="http://schemas.microsoft.com/office/drawing/2014/main" id="{441356E2-4A62-5706-ED59-8F12C2491FB4}"/>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219" name="Google Shape;1219;g54dda1946d_6_377:notes">
            <a:extLst>
              <a:ext uri="{FF2B5EF4-FFF2-40B4-BE49-F238E27FC236}">
                <a16:creationId xmlns:a16="http://schemas.microsoft.com/office/drawing/2014/main" id="{B7ED41EB-6715-FC20-15EA-B5BFEBD24DF6}"/>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705563943"/>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17">
          <a:extLst>
            <a:ext uri="{FF2B5EF4-FFF2-40B4-BE49-F238E27FC236}">
              <a16:creationId xmlns:a16="http://schemas.microsoft.com/office/drawing/2014/main" id="{55038327-6B2D-A9A6-2D10-F7B69B52FC10}"/>
            </a:ext>
          </a:extLst>
        </p:cNvPr>
        <p:cNvGrpSpPr/>
        <p:nvPr/>
      </p:nvGrpSpPr>
      <p:grpSpPr>
        <a:xfrm>
          <a:off x="0" y="0"/>
          <a:ext cx="0" cy="0"/>
          <a:chOff x="0" y="0"/>
          <a:chExt cx="0" cy="0"/>
        </a:xfrm>
      </p:grpSpPr>
      <p:sp>
        <p:nvSpPr>
          <p:cNvPr id="1218" name="Google Shape;1218;g54dda1946d_6_377:notes">
            <a:extLst>
              <a:ext uri="{FF2B5EF4-FFF2-40B4-BE49-F238E27FC236}">
                <a16:creationId xmlns:a16="http://schemas.microsoft.com/office/drawing/2014/main" id="{E7BE07D1-D1BE-05DB-B6E9-AD32860C0502}"/>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219" name="Google Shape;1219;g54dda1946d_6_377:notes">
            <a:extLst>
              <a:ext uri="{FF2B5EF4-FFF2-40B4-BE49-F238E27FC236}">
                <a16:creationId xmlns:a16="http://schemas.microsoft.com/office/drawing/2014/main" id="{98C81F71-B1CF-A596-A426-8663D597D2EE}"/>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705455106"/>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17">
          <a:extLst>
            <a:ext uri="{FF2B5EF4-FFF2-40B4-BE49-F238E27FC236}">
              <a16:creationId xmlns:a16="http://schemas.microsoft.com/office/drawing/2014/main" id="{6AD2E65A-E118-6D67-CD18-F3CA40826608}"/>
            </a:ext>
          </a:extLst>
        </p:cNvPr>
        <p:cNvGrpSpPr/>
        <p:nvPr/>
      </p:nvGrpSpPr>
      <p:grpSpPr>
        <a:xfrm>
          <a:off x="0" y="0"/>
          <a:ext cx="0" cy="0"/>
          <a:chOff x="0" y="0"/>
          <a:chExt cx="0" cy="0"/>
        </a:xfrm>
      </p:grpSpPr>
      <p:sp>
        <p:nvSpPr>
          <p:cNvPr id="1218" name="Google Shape;1218;g54dda1946d_6_377:notes">
            <a:extLst>
              <a:ext uri="{FF2B5EF4-FFF2-40B4-BE49-F238E27FC236}">
                <a16:creationId xmlns:a16="http://schemas.microsoft.com/office/drawing/2014/main" id="{65140793-19BD-C0AA-6FE5-DBCD40516B3F}"/>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219" name="Google Shape;1219;g54dda1946d_6_377:notes">
            <a:extLst>
              <a:ext uri="{FF2B5EF4-FFF2-40B4-BE49-F238E27FC236}">
                <a16:creationId xmlns:a16="http://schemas.microsoft.com/office/drawing/2014/main" id="{B807F28E-EC43-6D10-E187-9E95461E4B6C}"/>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504356724"/>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17">
          <a:extLst>
            <a:ext uri="{FF2B5EF4-FFF2-40B4-BE49-F238E27FC236}">
              <a16:creationId xmlns:a16="http://schemas.microsoft.com/office/drawing/2014/main" id="{714C0102-FD5B-9D89-488E-D92A3C57ACA1}"/>
            </a:ext>
          </a:extLst>
        </p:cNvPr>
        <p:cNvGrpSpPr/>
        <p:nvPr/>
      </p:nvGrpSpPr>
      <p:grpSpPr>
        <a:xfrm>
          <a:off x="0" y="0"/>
          <a:ext cx="0" cy="0"/>
          <a:chOff x="0" y="0"/>
          <a:chExt cx="0" cy="0"/>
        </a:xfrm>
      </p:grpSpPr>
      <p:sp>
        <p:nvSpPr>
          <p:cNvPr id="1218" name="Google Shape;1218;g54dda1946d_6_377:notes">
            <a:extLst>
              <a:ext uri="{FF2B5EF4-FFF2-40B4-BE49-F238E27FC236}">
                <a16:creationId xmlns:a16="http://schemas.microsoft.com/office/drawing/2014/main" id="{521FD46D-CA29-B782-9176-1DCEA870B0AE}"/>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219" name="Google Shape;1219;g54dda1946d_6_377:notes">
            <a:extLst>
              <a:ext uri="{FF2B5EF4-FFF2-40B4-BE49-F238E27FC236}">
                <a16:creationId xmlns:a16="http://schemas.microsoft.com/office/drawing/2014/main" id="{219A8F9E-FC4D-7B88-67BE-2C0D21063DE6}"/>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479493944"/>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17">
          <a:extLst>
            <a:ext uri="{FF2B5EF4-FFF2-40B4-BE49-F238E27FC236}">
              <a16:creationId xmlns:a16="http://schemas.microsoft.com/office/drawing/2014/main" id="{525B3131-BBAD-2323-E5A1-9731BA44AC63}"/>
            </a:ext>
          </a:extLst>
        </p:cNvPr>
        <p:cNvGrpSpPr/>
        <p:nvPr/>
      </p:nvGrpSpPr>
      <p:grpSpPr>
        <a:xfrm>
          <a:off x="0" y="0"/>
          <a:ext cx="0" cy="0"/>
          <a:chOff x="0" y="0"/>
          <a:chExt cx="0" cy="0"/>
        </a:xfrm>
      </p:grpSpPr>
      <p:sp>
        <p:nvSpPr>
          <p:cNvPr id="1218" name="Google Shape;1218;g54dda1946d_6_377:notes">
            <a:extLst>
              <a:ext uri="{FF2B5EF4-FFF2-40B4-BE49-F238E27FC236}">
                <a16:creationId xmlns:a16="http://schemas.microsoft.com/office/drawing/2014/main" id="{F3FFC23B-B33A-BE1B-DCFB-D95DF5141393}"/>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219" name="Google Shape;1219;g54dda1946d_6_377:notes">
            <a:extLst>
              <a:ext uri="{FF2B5EF4-FFF2-40B4-BE49-F238E27FC236}">
                <a16:creationId xmlns:a16="http://schemas.microsoft.com/office/drawing/2014/main" id="{383CF4F1-357D-77DB-2D2B-198F14FA58EA}"/>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743274045"/>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17">
          <a:extLst>
            <a:ext uri="{FF2B5EF4-FFF2-40B4-BE49-F238E27FC236}">
              <a16:creationId xmlns:a16="http://schemas.microsoft.com/office/drawing/2014/main" id="{50FB8888-D4D2-0F81-EA47-44B3CDD3B6CB}"/>
            </a:ext>
          </a:extLst>
        </p:cNvPr>
        <p:cNvGrpSpPr/>
        <p:nvPr/>
      </p:nvGrpSpPr>
      <p:grpSpPr>
        <a:xfrm>
          <a:off x="0" y="0"/>
          <a:ext cx="0" cy="0"/>
          <a:chOff x="0" y="0"/>
          <a:chExt cx="0" cy="0"/>
        </a:xfrm>
      </p:grpSpPr>
      <p:sp>
        <p:nvSpPr>
          <p:cNvPr id="1218" name="Google Shape;1218;g54dda1946d_6_377:notes">
            <a:extLst>
              <a:ext uri="{FF2B5EF4-FFF2-40B4-BE49-F238E27FC236}">
                <a16:creationId xmlns:a16="http://schemas.microsoft.com/office/drawing/2014/main" id="{661243B4-847C-3C3A-2E03-E7D032349B74}"/>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219" name="Google Shape;1219;g54dda1946d_6_377:notes">
            <a:extLst>
              <a:ext uri="{FF2B5EF4-FFF2-40B4-BE49-F238E27FC236}">
                <a16:creationId xmlns:a16="http://schemas.microsoft.com/office/drawing/2014/main" id="{A8E20B77-FC23-DDD6-7598-3247BAC11108}"/>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435855326"/>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17">
          <a:extLst>
            <a:ext uri="{FF2B5EF4-FFF2-40B4-BE49-F238E27FC236}">
              <a16:creationId xmlns:a16="http://schemas.microsoft.com/office/drawing/2014/main" id="{0C8C6B1C-BEC5-9CE7-7522-E2903CC9D23C}"/>
            </a:ext>
          </a:extLst>
        </p:cNvPr>
        <p:cNvGrpSpPr/>
        <p:nvPr/>
      </p:nvGrpSpPr>
      <p:grpSpPr>
        <a:xfrm>
          <a:off x="0" y="0"/>
          <a:ext cx="0" cy="0"/>
          <a:chOff x="0" y="0"/>
          <a:chExt cx="0" cy="0"/>
        </a:xfrm>
      </p:grpSpPr>
      <p:sp>
        <p:nvSpPr>
          <p:cNvPr id="1218" name="Google Shape;1218;g54dda1946d_6_377:notes">
            <a:extLst>
              <a:ext uri="{FF2B5EF4-FFF2-40B4-BE49-F238E27FC236}">
                <a16:creationId xmlns:a16="http://schemas.microsoft.com/office/drawing/2014/main" id="{23656ED4-F446-99B9-B04D-9A1D928776D4}"/>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219" name="Google Shape;1219;g54dda1946d_6_377:notes">
            <a:extLst>
              <a:ext uri="{FF2B5EF4-FFF2-40B4-BE49-F238E27FC236}">
                <a16:creationId xmlns:a16="http://schemas.microsoft.com/office/drawing/2014/main" id="{4F846E1E-DF29-EA82-2EBF-D28A0EABF304}"/>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68534463"/>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17">
          <a:extLst>
            <a:ext uri="{FF2B5EF4-FFF2-40B4-BE49-F238E27FC236}">
              <a16:creationId xmlns:a16="http://schemas.microsoft.com/office/drawing/2014/main" id="{8017C2EF-2116-F8B0-9EF8-31BA74967C27}"/>
            </a:ext>
          </a:extLst>
        </p:cNvPr>
        <p:cNvGrpSpPr/>
        <p:nvPr/>
      </p:nvGrpSpPr>
      <p:grpSpPr>
        <a:xfrm>
          <a:off x="0" y="0"/>
          <a:ext cx="0" cy="0"/>
          <a:chOff x="0" y="0"/>
          <a:chExt cx="0" cy="0"/>
        </a:xfrm>
      </p:grpSpPr>
      <p:sp>
        <p:nvSpPr>
          <p:cNvPr id="1218" name="Google Shape;1218;g54dda1946d_6_377:notes">
            <a:extLst>
              <a:ext uri="{FF2B5EF4-FFF2-40B4-BE49-F238E27FC236}">
                <a16:creationId xmlns:a16="http://schemas.microsoft.com/office/drawing/2014/main" id="{E5341A8C-2EFC-B33E-28F1-EDBF1E52F5C0}"/>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219" name="Google Shape;1219;g54dda1946d_6_377:notes">
            <a:extLst>
              <a:ext uri="{FF2B5EF4-FFF2-40B4-BE49-F238E27FC236}">
                <a16:creationId xmlns:a16="http://schemas.microsoft.com/office/drawing/2014/main" id="{5DA96ADA-3733-955F-F21D-7A971605E6E2}"/>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0177038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17">
          <a:extLst>
            <a:ext uri="{FF2B5EF4-FFF2-40B4-BE49-F238E27FC236}">
              <a16:creationId xmlns:a16="http://schemas.microsoft.com/office/drawing/2014/main" id="{97C8A1CF-F245-12B0-9C61-6E8DA11BE139}"/>
            </a:ext>
          </a:extLst>
        </p:cNvPr>
        <p:cNvGrpSpPr/>
        <p:nvPr/>
      </p:nvGrpSpPr>
      <p:grpSpPr>
        <a:xfrm>
          <a:off x="0" y="0"/>
          <a:ext cx="0" cy="0"/>
          <a:chOff x="0" y="0"/>
          <a:chExt cx="0" cy="0"/>
        </a:xfrm>
      </p:grpSpPr>
      <p:sp>
        <p:nvSpPr>
          <p:cNvPr id="1218" name="Google Shape;1218;g54dda1946d_6_377:notes">
            <a:extLst>
              <a:ext uri="{FF2B5EF4-FFF2-40B4-BE49-F238E27FC236}">
                <a16:creationId xmlns:a16="http://schemas.microsoft.com/office/drawing/2014/main" id="{5C54B45D-C588-E9FC-AACF-1CF6F2A0FC92}"/>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219" name="Google Shape;1219;g54dda1946d_6_377:notes">
            <a:extLst>
              <a:ext uri="{FF2B5EF4-FFF2-40B4-BE49-F238E27FC236}">
                <a16:creationId xmlns:a16="http://schemas.microsoft.com/office/drawing/2014/main" id="{A23FF331-702F-3CE5-98F3-20931985760E}"/>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038328020"/>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17">
          <a:extLst>
            <a:ext uri="{FF2B5EF4-FFF2-40B4-BE49-F238E27FC236}">
              <a16:creationId xmlns:a16="http://schemas.microsoft.com/office/drawing/2014/main" id="{4CE16BC4-73A7-49F6-4F6D-D0FF9C12CA21}"/>
            </a:ext>
          </a:extLst>
        </p:cNvPr>
        <p:cNvGrpSpPr/>
        <p:nvPr/>
      </p:nvGrpSpPr>
      <p:grpSpPr>
        <a:xfrm>
          <a:off x="0" y="0"/>
          <a:ext cx="0" cy="0"/>
          <a:chOff x="0" y="0"/>
          <a:chExt cx="0" cy="0"/>
        </a:xfrm>
      </p:grpSpPr>
      <p:sp>
        <p:nvSpPr>
          <p:cNvPr id="1218" name="Google Shape;1218;g54dda1946d_6_377:notes">
            <a:extLst>
              <a:ext uri="{FF2B5EF4-FFF2-40B4-BE49-F238E27FC236}">
                <a16:creationId xmlns:a16="http://schemas.microsoft.com/office/drawing/2014/main" id="{6DC744E9-A21A-C2AF-C0DD-E7B4F3437AA1}"/>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219" name="Google Shape;1219;g54dda1946d_6_377:notes">
            <a:extLst>
              <a:ext uri="{FF2B5EF4-FFF2-40B4-BE49-F238E27FC236}">
                <a16:creationId xmlns:a16="http://schemas.microsoft.com/office/drawing/2014/main" id="{7A0E0EB3-BC98-D49B-370C-A59AF719C564}"/>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497620623"/>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17">
          <a:extLst>
            <a:ext uri="{FF2B5EF4-FFF2-40B4-BE49-F238E27FC236}">
              <a16:creationId xmlns:a16="http://schemas.microsoft.com/office/drawing/2014/main" id="{D9D90EFB-CC15-FDB2-A0D7-57900C3A2CE7}"/>
            </a:ext>
          </a:extLst>
        </p:cNvPr>
        <p:cNvGrpSpPr/>
        <p:nvPr/>
      </p:nvGrpSpPr>
      <p:grpSpPr>
        <a:xfrm>
          <a:off x="0" y="0"/>
          <a:ext cx="0" cy="0"/>
          <a:chOff x="0" y="0"/>
          <a:chExt cx="0" cy="0"/>
        </a:xfrm>
      </p:grpSpPr>
      <p:sp>
        <p:nvSpPr>
          <p:cNvPr id="1218" name="Google Shape;1218;g54dda1946d_6_377:notes">
            <a:extLst>
              <a:ext uri="{FF2B5EF4-FFF2-40B4-BE49-F238E27FC236}">
                <a16:creationId xmlns:a16="http://schemas.microsoft.com/office/drawing/2014/main" id="{6AE13A05-13D8-88BC-B6FA-0A7F52A23736}"/>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219" name="Google Shape;1219;g54dda1946d_6_377:notes">
            <a:extLst>
              <a:ext uri="{FF2B5EF4-FFF2-40B4-BE49-F238E27FC236}">
                <a16:creationId xmlns:a16="http://schemas.microsoft.com/office/drawing/2014/main" id="{26154F12-455F-1F88-662D-EED635288562}"/>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71226168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17">
          <a:extLst>
            <a:ext uri="{FF2B5EF4-FFF2-40B4-BE49-F238E27FC236}">
              <a16:creationId xmlns:a16="http://schemas.microsoft.com/office/drawing/2014/main" id="{805ECA52-8C4D-CE65-5F66-C2BFD02333C8}"/>
            </a:ext>
          </a:extLst>
        </p:cNvPr>
        <p:cNvGrpSpPr/>
        <p:nvPr/>
      </p:nvGrpSpPr>
      <p:grpSpPr>
        <a:xfrm>
          <a:off x="0" y="0"/>
          <a:ext cx="0" cy="0"/>
          <a:chOff x="0" y="0"/>
          <a:chExt cx="0" cy="0"/>
        </a:xfrm>
      </p:grpSpPr>
      <p:sp>
        <p:nvSpPr>
          <p:cNvPr id="1218" name="Google Shape;1218;g54dda1946d_6_377:notes">
            <a:extLst>
              <a:ext uri="{FF2B5EF4-FFF2-40B4-BE49-F238E27FC236}">
                <a16:creationId xmlns:a16="http://schemas.microsoft.com/office/drawing/2014/main" id="{9B7607FE-D3DB-5E07-5967-76462A4BF0C9}"/>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219" name="Google Shape;1219;g54dda1946d_6_377:notes">
            <a:extLst>
              <a:ext uri="{FF2B5EF4-FFF2-40B4-BE49-F238E27FC236}">
                <a16:creationId xmlns:a16="http://schemas.microsoft.com/office/drawing/2014/main" id="{B46F5172-0D4B-3949-3607-421041F9518F}"/>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463989629"/>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17">
          <a:extLst>
            <a:ext uri="{FF2B5EF4-FFF2-40B4-BE49-F238E27FC236}">
              <a16:creationId xmlns:a16="http://schemas.microsoft.com/office/drawing/2014/main" id="{01E7D989-4B0D-53F9-3D7F-B8806D251966}"/>
            </a:ext>
          </a:extLst>
        </p:cNvPr>
        <p:cNvGrpSpPr/>
        <p:nvPr/>
      </p:nvGrpSpPr>
      <p:grpSpPr>
        <a:xfrm>
          <a:off x="0" y="0"/>
          <a:ext cx="0" cy="0"/>
          <a:chOff x="0" y="0"/>
          <a:chExt cx="0" cy="0"/>
        </a:xfrm>
      </p:grpSpPr>
      <p:sp>
        <p:nvSpPr>
          <p:cNvPr id="1218" name="Google Shape;1218;g54dda1946d_6_377:notes">
            <a:extLst>
              <a:ext uri="{FF2B5EF4-FFF2-40B4-BE49-F238E27FC236}">
                <a16:creationId xmlns:a16="http://schemas.microsoft.com/office/drawing/2014/main" id="{4C7C5A54-004A-CB74-ED28-2A7E9E5F60D2}"/>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219" name="Google Shape;1219;g54dda1946d_6_377:notes">
            <a:extLst>
              <a:ext uri="{FF2B5EF4-FFF2-40B4-BE49-F238E27FC236}">
                <a16:creationId xmlns:a16="http://schemas.microsoft.com/office/drawing/2014/main" id="{AC9366AB-C2A9-61CA-85DA-2F2641BEFCCC}"/>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255580810"/>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17">
          <a:extLst>
            <a:ext uri="{FF2B5EF4-FFF2-40B4-BE49-F238E27FC236}">
              <a16:creationId xmlns:a16="http://schemas.microsoft.com/office/drawing/2014/main" id="{035B60FF-56DA-12D5-434E-24344E6519F5}"/>
            </a:ext>
          </a:extLst>
        </p:cNvPr>
        <p:cNvGrpSpPr/>
        <p:nvPr/>
      </p:nvGrpSpPr>
      <p:grpSpPr>
        <a:xfrm>
          <a:off x="0" y="0"/>
          <a:ext cx="0" cy="0"/>
          <a:chOff x="0" y="0"/>
          <a:chExt cx="0" cy="0"/>
        </a:xfrm>
      </p:grpSpPr>
      <p:sp>
        <p:nvSpPr>
          <p:cNvPr id="1218" name="Google Shape;1218;g54dda1946d_6_377:notes">
            <a:extLst>
              <a:ext uri="{FF2B5EF4-FFF2-40B4-BE49-F238E27FC236}">
                <a16:creationId xmlns:a16="http://schemas.microsoft.com/office/drawing/2014/main" id="{4F1D9258-7F04-6539-AA2F-885FFAB70026}"/>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219" name="Google Shape;1219;g54dda1946d_6_377:notes">
            <a:extLst>
              <a:ext uri="{FF2B5EF4-FFF2-40B4-BE49-F238E27FC236}">
                <a16:creationId xmlns:a16="http://schemas.microsoft.com/office/drawing/2014/main" id="{B920C927-845E-A5BF-CCBD-418FCDCE6E24}"/>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756239179"/>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17">
          <a:extLst>
            <a:ext uri="{FF2B5EF4-FFF2-40B4-BE49-F238E27FC236}">
              <a16:creationId xmlns:a16="http://schemas.microsoft.com/office/drawing/2014/main" id="{57760726-DFB3-F716-C714-9E5D1387E6A7}"/>
            </a:ext>
          </a:extLst>
        </p:cNvPr>
        <p:cNvGrpSpPr/>
        <p:nvPr/>
      </p:nvGrpSpPr>
      <p:grpSpPr>
        <a:xfrm>
          <a:off x="0" y="0"/>
          <a:ext cx="0" cy="0"/>
          <a:chOff x="0" y="0"/>
          <a:chExt cx="0" cy="0"/>
        </a:xfrm>
      </p:grpSpPr>
      <p:sp>
        <p:nvSpPr>
          <p:cNvPr id="1218" name="Google Shape;1218;g54dda1946d_6_377:notes">
            <a:extLst>
              <a:ext uri="{FF2B5EF4-FFF2-40B4-BE49-F238E27FC236}">
                <a16:creationId xmlns:a16="http://schemas.microsoft.com/office/drawing/2014/main" id="{0768AA98-4B12-DD3F-8AE2-2AC6D8962D62}"/>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219" name="Google Shape;1219;g54dda1946d_6_377:notes">
            <a:extLst>
              <a:ext uri="{FF2B5EF4-FFF2-40B4-BE49-F238E27FC236}">
                <a16:creationId xmlns:a16="http://schemas.microsoft.com/office/drawing/2014/main" id="{62F3FFA2-7458-100F-A815-E541D073836B}"/>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02422620"/>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17">
          <a:extLst>
            <a:ext uri="{FF2B5EF4-FFF2-40B4-BE49-F238E27FC236}">
              <a16:creationId xmlns:a16="http://schemas.microsoft.com/office/drawing/2014/main" id="{EED51FDB-4B98-2F7E-2D68-F6E77FAC62CE}"/>
            </a:ext>
          </a:extLst>
        </p:cNvPr>
        <p:cNvGrpSpPr/>
        <p:nvPr/>
      </p:nvGrpSpPr>
      <p:grpSpPr>
        <a:xfrm>
          <a:off x="0" y="0"/>
          <a:ext cx="0" cy="0"/>
          <a:chOff x="0" y="0"/>
          <a:chExt cx="0" cy="0"/>
        </a:xfrm>
      </p:grpSpPr>
      <p:sp>
        <p:nvSpPr>
          <p:cNvPr id="1218" name="Google Shape;1218;g54dda1946d_6_377:notes">
            <a:extLst>
              <a:ext uri="{FF2B5EF4-FFF2-40B4-BE49-F238E27FC236}">
                <a16:creationId xmlns:a16="http://schemas.microsoft.com/office/drawing/2014/main" id="{85AF52E9-DB28-EE19-FF0C-F3EA5E72EFA7}"/>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219" name="Google Shape;1219;g54dda1946d_6_377:notes">
            <a:extLst>
              <a:ext uri="{FF2B5EF4-FFF2-40B4-BE49-F238E27FC236}">
                <a16:creationId xmlns:a16="http://schemas.microsoft.com/office/drawing/2014/main" id="{D7087EC2-6CF4-2136-07F9-EDE11AB045A0}"/>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210242090"/>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17">
          <a:extLst>
            <a:ext uri="{FF2B5EF4-FFF2-40B4-BE49-F238E27FC236}">
              <a16:creationId xmlns:a16="http://schemas.microsoft.com/office/drawing/2014/main" id="{55442A37-7614-1338-D158-50F97D15F62F}"/>
            </a:ext>
          </a:extLst>
        </p:cNvPr>
        <p:cNvGrpSpPr/>
        <p:nvPr/>
      </p:nvGrpSpPr>
      <p:grpSpPr>
        <a:xfrm>
          <a:off x="0" y="0"/>
          <a:ext cx="0" cy="0"/>
          <a:chOff x="0" y="0"/>
          <a:chExt cx="0" cy="0"/>
        </a:xfrm>
      </p:grpSpPr>
      <p:sp>
        <p:nvSpPr>
          <p:cNvPr id="1218" name="Google Shape;1218;g54dda1946d_6_377:notes">
            <a:extLst>
              <a:ext uri="{FF2B5EF4-FFF2-40B4-BE49-F238E27FC236}">
                <a16:creationId xmlns:a16="http://schemas.microsoft.com/office/drawing/2014/main" id="{9694AB1F-A340-328F-54C0-71C3BA9FCB39}"/>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219" name="Google Shape;1219;g54dda1946d_6_377:notes">
            <a:extLst>
              <a:ext uri="{FF2B5EF4-FFF2-40B4-BE49-F238E27FC236}">
                <a16:creationId xmlns:a16="http://schemas.microsoft.com/office/drawing/2014/main" id="{ADBCA790-EDD2-92FA-98FA-4FD40F8F24A0}"/>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73674380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17">
          <a:extLst>
            <a:ext uri="{FF2B5EF4-FFF2-40B4-BE49-F238E27FC236}">
              <a16:creationId xmlns:a16="http://schemas.microsoft.com/office/drawing/2014/main" id="{C6B823D7-F7BB-D607-CA3F-FED4C06C73B5}"/>
            </a:ext>
          </a:extLst>
        </p:cNvPr>
        <p:cNvGrpSpPr/>
        <p:nvPr/>
      </p:nvGrpSpPr>
      <p:grpSpPr>
        <a:xfrm>
          <a:off x="0" y="0"/>
          <a:ext cx="0" cy="0"/>
          <a:chOff x="0" y="0"/>
          <a:chExt cx="0" cy="0"/>
        </a:xfrm>
      </p:grpSpPr>
      <p:sp>
        <p:nvSpPr>
          <p:cNvPr id="1218" name="Google Shape;1218;g54dda1946d_6_377:notes">
            <a:extLst>
              <a:ext uri="{FF2B5EF4-FFF2-40B4-BE49-F238E27FC236}">
                <a16:creationId xmlns:a16="http://schemas.microsoft.com/office/drawing/2014/main" id="{EA684E04-C063-73DC-43BA-4B5A23DCB29C}"/>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219" name="Google Shape;1219;g54dda1946d_6_377:notes">
            <a:extLst>
              <a:ext uri="{FF2B5EF4-FFF2-40B4-BE49-F238E27FC236}">
                <a16:creationId xmlns:a16="http://schemas.microsoft.com/office/drawing/2014/main" id="{14EAEE68-559E-BB99-D0E9-E3DD4554DC46}"/>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838239344"/>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17">
          <a:extLst>
            <a:ext uri="{FF2B5EF4-FFF2-40B4-BE49-F238E27FC236}">
              <a16:creationId xmlns:a16="http://schemas.microsoft.com/office/drawing/2014/main" id="{235CEBDE-EE9B-681B-AAE8-3B9D2254F1FD}"/>
            </a:ext>
          </a:extLst>
        </p:cNvPr>
        <p:cNvGrpSpPr/>
        <p:nvPr/>
      </p:nvGrpSpPr>
      <p:grpSpPr>
        <a:xfrm>
          <a:off x="0" y="0"/>
          <a:ext cx="0" cy="0"/>
          <a:chOff x="0" y="0"/>
          <a:chExt cx="0" cy="0"/>
        </a:xfrm>
      </p:grpSpPr>
      <p:sp>
        <p:nvSpPr>
          <p:cNvPr id="1218" name="Google Shape;1218;g54dda1946d_6_377:notes">
            <a:extLst>
              <a:ext uri="{FF2B5EF4-FFF2-40B4-BE49-F238E27FC236}">
                <a16:creationId xmlns:a16="http://schemas.microsoft.com/office/drawing/2014/main" id="{59974366-F191-1D11-1D73-45C5CA686761}"/>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219" name="Google Shape;1219;g54dda1946d_6_377:notes">
            <a:extLst>
              <a:ext uri="{FF2B5EF4-FFF2-40B4-BE49-F238E27FC236}">
                <a16:creationId xmlns:a16="http://schemas.microsoft.com/office/drawing/2014/main" id="{FD7D86D4-A6D0-2A51-FE45-421E0C31CB9C}"/>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693344018"/>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17">
          <a:extLst>
            <a:ext uri="{FF2B5EF4-FFF2-40B4-BE49-F238E27FC236}">
              <a16:creationId xmlns:a16="http://schemas.microsoft.com/office/drawing/2014/main" id="{049BA2DA-6DB4-05D7-5A86-1AE2A68AD00C}"/>
            </a:ext>
          </a:extLst>
        </p:cNvPr>
        <p:cNvGrpSpPr/>
        <p:nvPr/>
      </p:nvGrpSpPr>
      <p:grpSpPr>
        <a:xfrm>
          <a:off x="0" y="0"/>
          <a:ext cx="0" cy="0"/>
          <a:chOff x="0" y="0"/>
          <a:chExt cx="0" cy="0"/>
        </a:xfrm>
      </p:grpSpPr>
      <p:sp>
        <p:nvSpPr>
          <p:cNvPr id="1218" name="Google Shape;1218;g54dda1946d_6_377:notes">
            <a:extLst>
              <a:ext uri="{FF2B5EF4-FFF2-40B4-BE49-F238E27FC236}">
                <a16:creationId xmlns:a16="http://schemas.microsoft.com/office/drawing/2014/main" id="{364600F5-02AD-C46B-9E6E-7DFB35595807}"/>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219" name="Google Shape;1219;g54dda1946d_6_377:notes">
            <a:extLst>
              <a:ext uri="{FF2B5EF4-FFF2-40B4-BE49-F238E27FC236}">
                <a16:creationId xmlns:a16="http://schemas.microsoft.com/office/drawing/2014/main" id="{01ACE47F-F4CE-A451-975E-FA8D001072AD}"/>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678375412"/>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17">
          <a:extLst>
            <a:ext uri="{FF2B5EF4-FFF2-40B4-BE49-F238E27FC236}">
              <a16:creationId xmlns:a16="http://schemas.microsoft.com/office/drawing/2014/main" id="{F7324A05-6C9D-1B89-8BA8-CE21D0A5DD93}"/>
            </a:ext>
          </a:extLst>
        </p:cNvPr>
        <p:cNvGrpSpPr/>
        <p:nvPr/>
      </p:nvGrpSpPr>
      <p:grpSpPr>
        <a:xfrm>
          <a:off x="0" y="0"/>
          <a:ext cx="0" cy="0"/>
          <a:chOff x="0" y="0"/>
          <a:chExt cx="0" cy="0"/>
        </a:xfrm>
      </p:grpSpPr>
      <p:sp>
        <p:nvSpPr>
          <p:cNvPr id="1218" name="Google Shape;1218;g54dda1946d_6_377:notes">
            <a:extLst>
              <a:ext uri="{FF2B5EF4-FFF2-40B4-BE49-F238E27FC236}">
                <a16:creationId xmlns:a16="http://schemas.microsoft.com/office/drawing/2014/main" id="{81326F6C-24C0-55F9-D3D9-C5DAFB44518F}"/>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219" name="Google Shape;1219;g54dda1946d_6_377:notes">
            <a:extLst>
              <a:ext uri="{FF2B5EF4-FFF2-40B4-BE49-F238E27FC236}">
                <a16:creationId xmlns:a16="http://schemas.microsoft.com/office/drawing/2014/main" id="{13EFA009-02FD-3034-0E1B-031676DCDDAE}"/>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003221247"/>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17">
          <a:extLst>
            <a:ext uri="{FF2B5EF4-FFF2-40B4-BE49-F238E27FC236}">
              <a16:creationId xmlns:a16="http://schemas.microsoft.com/office/drawing/2014/main" id="{97B5813A-91F8-0BD5-F3F3-9300DF837BCB}"/>
            </a:ext>
          </a:extLst>
        </p:cNvPr>
        <p:cNvGrpSpPr/>
        <p:nvPr/>
      </p:nvGrpSpPr>
      <p:grpSpPr>
        <a:xfrm>
          <a:off x="0" y="0"/>
          <a:ext cx="0" cy="0"/>
          <a:chOff x="0" y="0"/>
          <a:chExt cx="0" cy="0"/>
        </a:xfrm>
      </p:grpSpPr>
      <p:sp>
        <p:nvSpPr>
          <p:cNvPr id="1218" name="Google Shape;1218;g54dda1946d_6_377:notes">
            <a:extLst>
              <a:ext uri="{FF2B5EF4-FFF2-40B4-BE49-F238E27FC236}">
                <a16:creationId xmlns:a16="http://schemas.microsoft.com/office/drawing/2014/main" id="{D1B3B377-F1E2-801D-C9FC-93D2C03FDB84}"/>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219" name="Google Shape;1219;g54dda1946d_6_377:notes">
            <a:extLst>
              <a:ext uri="{FF2B5EF4-FFF2-40B4-BE49-F238E27FC236}">
                <a16:creationId xmlns:a16="http://schemas.microsoft.com/office/drawing/2014/main" id="{EF297390-125D-0F46-6C24-833EF8A7E21E}"/>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315922696"/>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17">
          <a:extLst>
            <a:ext uri="{FF2B5EF4-FFF2-40B4-BE49-F238E27FC236}">
              <a16:creationId xmlns:a16="http://schemas.microsoft.com/office/drawing/2014/main" id="{239E4EB9-5BFA-A57E-6495-35B7B9AC1702}"/>
            </a:ext>
          </a:extLst>
        </p:cNvPr>
        <p:cNvGrpSpPr/>
        <p:nvPr/>
      </p:nvGrpSpPr>
      <p:grpSpPr>
        <a:xfrm>
          <a:off x="0" y="0"/>
          <a:ext cx="0" cy="0"/>
          <a:chOff x="0" y="0"/>
          <a:chExt cx="0" cy="0"/>
        </a:xfrm>
      </p:grpSpPr>
      <p:sp>
        <p:nvSpPr>
          <p:cNvPr id="1218" name="Google Shape;1218;g54dda1946d_6_377:notes">
            <a:extLst>
              <a:ext uri="{FF2B5EF4-FFF2-40B4-BE49-F238E27FC236}">
                <a16:creationId xmlns:a16="http://schemas.microsoft.com/office/drawing/2014/main" id="{F7F6CBFB-4AFE-38D0-753E-97FB32CEBA11}"/>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219" name="Google Shape;1219;g54dda1946d_6_377:notes">
            <a:extLst>
              <a:ext uri="{FF2B5EF4-FFF2-40B4-BE49-F238E27FC236}">
                <a16:creationId xmlns:a16="http://schemas.microsoft.com/office/drawing/2014/main" id="{C71A69E6-F78B-A4C3-CD4F-BB20AC5A5C95}"/>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260870492"/>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17">
          <a:extLst>
            <a:ext uri="{FF2B5EF4-FFF2-40B4-BE49-F238E27FC236}">
              <a16:creationId xmlns:a16="http://schemas.microsoft.com/office/drawing/2014/main" id="{B4374CA5-F177-1075-E865-09BA54353390}"/>
            </a:ext>
          </a:extLst>
        </p:cNvPr>
        <p:cNvGrpSpPr/>
        <p:nvPr/>
      </p:nvGrpSpPr>
      <p:grpSpPr>
        <a:xfrm>
          <a:off x="0" y="0"/>
          <a:ext cx="0" cy="0"/>
          <a:chOff x="0" y="0"/>
          <a:chExt cx="0" cy="0"/>
        </a:xfrm>
      </p:grpSpPr>
      <p:sp>
        <p:nvSpPr>
          <p:cNvPr id="1218" name="Google Shape;1218;g54dda1946d_6_377:notes">
            <a:extLst>
              <a:ext uri="{FF2B5EF4-FFF2-40B4-BE49-F238E27FC236}">
                <a16:creationId xmlns:a16="http://schemas.microsoft.com/office/drawing/2014/main" id="{9A703CB0-8C4B-3859-053A-ADC88950D61D}"/>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219" name="Google Shape;1219;g54dda1946d_6_377:notes">
            <a:extLst>
              <a:ext uri="{FF2B5EF4-FFF2-40B4-BE49-F238E27FC236}">
                <a16:creationId xmlns:a16="http://schemas.microsoft.com/office/drawing/2014/main" id="{356BEEB5-DEAB-5AE8-12EE-43A73A0C6445}"/>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77224070"/>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17">
          <a:extLst>
            <a:ext uri="{FF2B5EF4-FFF2-40B4-BE49-F238E27FC236}">
              <a16:creationId xmlns:a16="http://schemas.microsoft.com/office/drawing/2014/main" id="{5163C4CD-C678-C2BD-230A-A78787ABEDDF}"/>
            </a:ext>
          </a:extLst>
        </p:cNvPr>
        <p:cNvGrpSpPr/>
        <p:nvPr/>
      </p:nvGrpSpPr>
      <p:grpSpPr>
        <a:xfrm>
          <a:off x="0" y="0"/>
          <a:ext cx="0" cy="0"/>
          <a:chOff x="0" y="0"/>
          <a:chExt cx="0" cy="0"/>
        </a:xfrm>
      </p:grpSpPr>
      <p:sp>
        <p:nvSpPr>
          <p:cNvPr id="1218" name="Google Shape;1218;g54dda1946d_6_377:notes">
            <a:extLst>
              <a:ext uri="{FF2B5EF4-FFF2-40B4-BE49-F238E27FC236}">
                <a16:creationId xmlns:a16="http://schemas.microsoft.com/office/drawing/2014/main" id="{511D4E25-7BF1-A072-3D53-DAAA002A529F}"/>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219" name="Google Shape;1219;g54dda1946d_6_377:notes">
            <a:extLst>
              <a:ext uri="{FF2B5EF4-FFF2-40B4-BE49-F238E27FC236}">
                <a16:creationId xmlns:a16="http://schemas.microsoft.com/office/drawing/2014/main" id="{9AE4CFE2-155C-421A-8CE1-7B4F94842D12}"/>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693011109"/>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8"/>
        <p:cNvGrpSpPr/>
        <p:nvPr/>
      </p:nvGrpSpPr>
      <p:grpSpPr>
        <a:xfrm>
          <a:off x="0" y="0"/>
          <a:ext cx="0" cy="0"/>
          <a:chOff x="0" y="0"/>
          <a:chExt cx="0" cy="0"/>
        </a:xfrm>
      </p:grpSpPr>
      <p:grpSp>
        <p:nvGrpSpPr>
          <p:cNvPr id="9" name="Google Shape;9;p2"/>
          <p:cNvGrpSpPr/>
          <p:nvPr/>
        </p:nvGrpSpPr>
        <p:grpSpPr>
          <a:xfrm>
            <a:off x="311036" y="279900"/>
            <a:ext cx="8496698" cy="4620823"/>
            <a:chOff x="311036" y="279900"/>
            <a:chExt cx="8496698" cy="4620823"/>
          </a:xfrm>
        </p:grpSpPr>
        <p:sp>
          <p:nvSpPr>
            <p:cNvPr id="10" name="Google Shape;10;p2"/>
            <p:cNvSpPr/>
            <p:nvPr/>
          </p:nvSpPr>
          <p:spPr>
            <a:xfrm>
              <a:off x="311814" y="4642854"/>
              <a:ext cx="8495531" cy="257869"/>
            </a:xfrm>
            <a:custGeom>
              <a:avLst/>
              <a:gdLst/>
              <a:ahLst/>
              <a:cxnLst/>
              <a:rect l="l" t="t" r="r" b="b"/>
              <a:pathLst>
                <a:path w="262046" h="7954" extrusionOk="0">
                  <a:moveTo>
                    <a:pt x="1739" y="1"/>
                  </a:moveTo>
                  <a:lnTo>
                    <a:pt x="1727" y="239"/>
                  </a:lnTo>
                  <a:lnTo>
                    <a:pt x="798" y="941"/>
                  </a:lnTo>
                  <a:lnTo>
                    <a:pt x="1" y="1453"/>
                  </a:lnTo>
                  <a:lnTo>
                    <a:pt x="1" y="2465"/>
                  </a:lnTo>
                  <a:lnTo>
                    <a:pt x="1917" y="2394"/>
                  </a:lnTo>
                  <a:lnTo>
                    <a:pt x="3870" y="2346"/>
                  </a:lnTo>
                  <a:lnTo>
                    <a:pt x="5823" y="2560"/>
                  </a:lnTo>
                  <a:lnTo>
                    <a:pt x="7728" y="2596"/>
                  </a:lnTo>
                  <a:lnTo>
                    <a:pt x="9323" y="2941"/>
                  </a:lnTo>
                  <a:lnTo>
                    <a:pt x="11097" y="3180"/>
                  </a:lnTo>
                  <a:lnTo>
                    <a:pt x="12645" y="3608"/>
                  </a:lnTo>
                  <a:lnTo>
                    <a:pt x="14181" y="4061"/>
                  </a:lnTo>
                  <a:lnTo>
                    <a:pt x="16229" y="4037"/>
                  </a:lnTo>
                  <a:lnTo>
                    <a:pt x="17919" y="4346"/>
                  </a:lnTo>
                  <a:lnTo>
                    <a:pt x="19574" y="4692"/>
                  </a:lnTo>
                  <a:lnTo>
                    <a:pt x="20884" y="5358"/>
                  </a:lnTo>
                  <a:lnTo>
                    <a:pt x="22587" y="5739"/>
                  </a:lnTo>
                  <a:lnTo>
                    <a:pt x="24456" y="5418"/>
                  </a:lnTo>
                  <a:lnTo>
                    <a:pt x="26230" y="5513"/>
                  </a:lnTo>
                  <a:lnTo>
                    <a:pt x="28004" y="5716"/>
                  </a:lnTo>
                  <a:lnTo>
                    <a:pt x="29742" y="5668"/>
                  </a:lnTo>
                  <a:lnTo>
                    <a:pt x="31564" y="5835"/>
                  </a:lnTo>
                  <a:lnTo>
                    <a:pt x="33469" y="5930"/>
                  </a:lnTo>
                  <a:lnTo>
                    <a:pt x="35041" y="6442"/>
                  </a:lnTo>
                  <a:lnTo>
                    <a:pt x="36779" y="6763"/>
                  </a:lnTo>
                  <a:lnTo>
                    <a:pt x="38565" y="7013"/>
                  </a:lnTo>
                  <a:lnTo>
                    <a:pt x="40446" y="7156"/>
                  </a:lnTo>
                  <a:lnTo>
                    <a:pt x="42351" y="7263"/>
                  </a:lnTo>
                  <a:lnTo>
                    <a:pt x="43982" y="7692"/>
                  </a:lnTo>
                  <a:lnTo>
                    <a:pt x="45744" y="7609"/>
                  </a:lnTo>
                  <a:lnTo>
                    <a:pt x="47518" y="7502"/>
                  </a:lnTo>
                  <a:lnTo>
                    <a:pt x="49292" y="7728"/>
                  </a:lnTo>
                  <a:lnTo>
                    <a:pt x="51066" y="7918"/>
                  </a:lnTo>
                  <a:lnTo>
                    <a:pt x="52840" y="7597"/>
                  </a:lnTo>
                  <a:lnTo>
                    <a:pt x="54543" y="7502"/>
                  </a:lnTo>
                  <a:lnTo>
                    <a:pt x="56424" y="7716"/>
                  </a:lnTo>
                  <a:lnTo>
                    <a:pt x="57913" y="7251"/>
                  </a:lnTo>
                  <a:lnTo>
                    <a:pt x="59651" y="7168"/>
                  </a:lnTo>
                  <a:lnTo>
                    <a:pt x="61211" y="6811"/>
                  </a:lnTo>
                  <a:lnTo>
                    <a:pt x="62818" y="6537"/>
                  </a:lnTo>
                  <a:lnTo>
                    <a:pt x="64532" y="6406"/>
                  </a:lnTo>
                  <a:lnTo>
                    <a:pt x="66152" y="6132"/>
                  </a:lnTo>
                  <a:lnTo>
                    <a:pt x="67878" y="6013"/>
                  </a:lnTo>
                  <a:lnTo>
                    <a:pt x="69414" y="5620"/>
                  </a:lnTo>
                  <a:lnTo>
                    <a:pt x="71033" y="5346"/>
                  </a:lnTo>
                  <a:lnTo>
                    <a:pt x="72950" y="5501"/>
                  </a:lnTo>
                  <a:lnTo>
                    <a:pt x="74474" y="5204"/>
                  </a:lnTo>
                  <a:lnTo>
                    <a:pt x="76248" y="5466"/>
                  </a:lnTo>
                  <a:lnTo>
                    <a:pt x="77796" y="5989"/>
                  </a:lnTo>
                  <a:lnTo>
                    <a:pt x="79427" y="6430"/>
                  </a:lnTo>
                  <a:lnTo>
                    <a:pt x="81594" y="6430"/>
                  </a:lnTo>
                  <a:lnTo>
                    <a:pt x="83166" y="6930"/>
                  </a:lnTo>
                  <a:lnTo>
                    <a:pt x="84773" y="7406"/>
                  </a:lnTo>
                  <a:lnTo>
                    <a:pt x="86571" y="7716"/>
                  </a:lnTo>
                  <a:lnTo>
                    <a:pt x="88369" y="7561"/>
                  </a:lnTo>
                  <a:lnTo>
                    <a:pt x="90155" y="7537"/>
                  </a:lnTo>
                  <a:lnTo>
                    <a:pt x="91953" y="7668"/>
                  </a:lnTo>
                  <a:lnTo>
                    <a:pt x="93750" y="7883"/>
                  </a:lnTo>
                  <a:lnTo>
                    <a:pt x="95548" y="7871"/>
                  </a:lnTo>
                  <a:lnTo>
                    <a:pt x="97346" y="7704"/>
                  </a:lnTo>
                  <a:lnTo>
                    <a:pt x="99132" y="7847"/>
                  </a:lnTo>
                  <a:lnTo>
                    <a:pt x="100930" y="7942"/>
                  </a:lnTo>
                  <a:lnTo>
                    <a:pt x="102728" y="7644"/>
                  </a:lnTo>
                  <a:lnTo>
                    <a:pt x="104526" y="7763"/>
                  </a:lnTo>
                  <a:lnTo>
                    <a:pt x="106335" y="7573"/>
                  </a:lnTo>
                  <a:lnTo>
                    <a:pt x="108133" y="7763"/>
                  </a:lnTo>
                  <a:lnTo>
                    <a:pt x="109931" y="7644"/>
                  </a:lnTo>
                  <a:lnTo>
                    <a:pt x="111729" y="7918"/>
                  </a:lnTo>
                  <a:lnTo>
                    <a:pt x="113550" y="7752"/>
                  </a:lnTo>
                  <a:lnTo>
                    <a:pt x="115253" y="7442"/>
                  </a:lnTo>
                  <a:lnTo>
                    <a:pt x="117134" y="7561"/>
                  </a:lnTo>
                  <a:lnTo>
                    <a:pt x="118765" y="7073"/>
                  </a:lnTo>
                  <a:lnTo>
                    <a:pt x="120599" y="7073"/>
                  </a:lnTo>
                  <a:lnTo>
                    <a:pt x="122337" y="6859"/>
                  </a:lnTo>
                  <a:lnTo>
                    <a:pt x="124266" y="7061"/>
                  </a:lnTo>
                  <a:lnTo>
                    <a:pt x="125969" y="6751"/>
                  </a:lnTo>
                  <a:lnTo>
                    <a:pt x="127767" y="6668"/>
                  </a:lnTo>
                  <a:lnTo>
                    <a:pt x="129410" y="6228"/>
                  </a:lnTo>
                  <a:lnTo>
                    <a:pt x="131172" y="6061"/>
                  </a:lnTo>
                  <a:lnTo>
                    <a:pt x="132958" y="5930"/>
                  </a:lnTo>
                  <a:lnTo>
                    <a:pt x="134755" y="5858"/>
                  </a:lnTo>
                  <a:lnTo>
                    <a:pt x="136494" y="5620"/>
                  </a:lnTo>
                  <a:lnTo>
                    <a:pt x="138339" y="5644"/>
                  </a:lnTo>
                  <a:lnTo>
                    <a:pt x="140220" y="5739"/>
                  </a:lnTo>
                  <a:lnTo>
                    <a:pt x="141959" y="5513"/>
                  </a:lnTo>
                  <a:lnTo>
                    <a:pt x="143626" y="5096"/>
                  </a:lnTo>
                  <a:lnTo>
                    <a:pt x="145519" y="4966"/>
                  </a:lnTo>
                  <a:lnTo>
                    <a:pt x="147031" y="5608"/>
                  </a:lnTo>
                  <a:lnTo>
                    <a:pt x="148781" y="5870"/>
                  </a:lnTo>
                  <a:lnTo>
                    <a:pt x="150615" y="6049"/>
                  </a:lnTo>
                  <a:lnTo>
                    <a:pt x="152543" y="6120"/>
                  </a:lnTo>
                  <a:lnTo>
                    <a:pt x="154175" y="6537"/>
                  </a:lnTo>
                  <a:lnTo>
                    <a:pt x="155877" y="6859"/>
                  </a:lnTo>
                  <a:lnTo>
                    <a:pt x="157461" y="7323"/>
                  </a:lnTo>
                  <a:lnTo>
                    <a:pt x="159270" y="7537"/>
                  </a:lnTo>
                  <a:lnTo>
                    <a:pt x="161104" y="7537"/>
                  </a:lnTo>
                  <a:lnTo>
                    <a:pt x="162914" y="7680"/>
                  </a:lnTo>
                  <a:lnTo>
                    <a:pt x="164521" y="7394"/>
                  </a:lnTo>
                  <a:lnTo>
                    <a:pt x="166140" y="7121"/>
                  </a:lnTo>
                  <a:lnTo>
                    <a:pt x="167760" y="6847"/>
                  </a:lnTo>
                  <a:lnTo>
                    <a:pt x="169224" y="6394"/>
                  </a:lnTo>
                  <a:lnTo>
                    <a:pt x="170784" y="6049"/>
                  </a:lnTo>
                  <a:lnTo>
                    <a:pt x="172653" y="6073"/>
                  </a:lnTo>
                  <a:lnTo>
                    <a:pt x="174272" y="5787"/>
                  </a:lnTo>
                  <a:lnTo>
                    <a:pt x="175892" y="5501"/>
                  </a:lnTo>
                  <a:lnTo>
                    <a:pt x="177439" y="5144"/>
                  </a:lnTo>
                  <a:lnTo>
                    <a:pt x="179249" y="5108"/>
                  </a:lnTo>
                  <a:lnTo>
                    <a:pt x="181071" y="4977"/>
                  </a:lnTo>
                  <a:lnTo>
                    <a:pt x="182892" y="5204"/>
                  </a:lnTo>
                  <a:lnTo>
                    <a:pt x="184714" y="5061"/>
                  </a:lnTo>
                  <a:lnTo>
                    <a:pt x="186548" y="5335"/>
                  </a:lnTo>
                  <a:lnTo>
                    <a:pt x="188369" y="5239"/>
                  </a:lnTo>
                  <a:lnTo>
                    <a:pt x="190203" y="5287"/>
                  </a:lnTo>
                  <a:lnTo>
                    <a:pt x="192013" y="5204"/>
                  </a:lnTo>
                  <a:lnTo>
                    <a:pt x="193822" y="4942"/>
                  </a:lnTo>
                  <a:lnTo>
                    <a:pt x="195632" y="5144"/>
                  </a:lnTo>
                  <a:lnTo>
                    <a:pt x="197442" y="4918"/>
                  </a:lnTo>
                  <a:lnTo>
                    <a:pt x="199264" y="4906"/>
                  </a:lnTo>
                  <a:lnTo>
                    <a:pt x="201073" y="5156"/>
                  </a:lnTo>
                  <a:lnTo>
                    <a:pt x="202895" y="5085"/>
                  </a:lnTo>
                  <a:lnTo>
                    <a:pt x="204705" y="4906"/>
                  </a:lnTo>
                  <a:lnTo>
                    <a:pt x="206550" y="5061"/>
                  </a:lnTo>
                  <a:lnTo>
                    <a:pt x="208241" y="5263"/>
                  </a:lnTo>
                  <a:lnTo>
                    <a:pt x="209848" y="5513"/>
                  </a:lnTo>
                  <a:lnTo>
                    <a:pt x="211420" y="5811"/>
                  </a:lnTo>
                  <a:lnTo>
                    <a:pt x="212896" y="6204"/>
                  </a:lnTo>
                  <a:lnTo>
                    <a:pt x="214230" y="6740"/>
                  </a:lnTo>
                  <a:lnTo>
                    <a:pt x="216182" y="6656"/>
                  </a:lnTo>
                  <a:lnTo>
                    <a:pt x="217444" y="7263"/>
                  </a:lnTo>
                  <a:lnTo>
                    <a:pt x="218933" y="7644"/>
                  </a:lnTo>
                  <a:lnTo>
                    <a:pt x="220802" y="7549"/>
                  </a:lnTo>
                  <a:lnTo>
                    <a:pt x="222528" y="7787"/>
                  </a:lnTo>
                  <a:lnTo>
                    <a:pt x="224350" y="7740"/>
                  </a:lnTo>
                  <a:lnTo>
                    <a:pt x="226160" y="7716"/>
                  </a:lnTo>
                  <a:lnTo>
                    <a:pt x="227970" y="7692"/>
                  </a:lnTo>
                  <a:lnTo>
                    <a:pt x="229779" y="7585"/>
                  </a:lnTo>
                  <a:lnTo>
                    <a:pt x="231601" y="7811"/>
                  </a:lnTo>
                  <a:lnTo>
                    <a:pt x="233411" y="7668"/>
                  </a:lnTo>
                  <a:lnTo>
                    <a:pt x="235232" y="7954"/>
                  </a:lnTo>
                  <a:lnTo>
                    <a:pt x="237042" y="7609"/>
                  </a:lnTo>
                  <a:lnTo>
                    <a:pt x="238804" y="7549"/>
                  </a:lnTo>
                  <a:lnTo>
                    <a:pt x="240626" y="7573"/>
                  </a:lnTo>
                  <a:lnTo>
                    <a:pt x="242352" y="7263"/>
                  </a:lnTo>
                  <a:lnTo>
                    <a:pt x="244186" y="7371"/>
                  </a:lnTo>
                  <a:lnTo>
                    <a:pt x="246007" y="7454"/>
                  </a:lnTo>
                  <a:lnTo>
                    <a:pt x="247817" y="7466"/>
                  </a:lnTo>
                  <a:lnTo>
                    <a:pt x="249520" y="7037"/>
                  </a:lnTo>
                  <a:lnTo>
                    <a:pt x="251365" y="7180"/>
                  </a:lnTo>
                  <a:lnTo>
                    <a:pt x="253139" y="7061"/>
                  </a:lnTo>
                  <a:lnTo>
                    <a:pt x="254842" y="7263"/>
                  </a:lnTo>
                  <a:lnTo>
                    <a:pt x="256652" y="7204"/>
                  </a:lnTo>
                  <a:lnTo>
                    <a:pt x="258414" y="7263"/>
                  </a:lnTo>
                  <a:lnTo>
                    <a:pt x="260093" y="7597"/>
                  </a:lnTo>
                  <a:lnTo>
                    <a:pt x="262045" y="7621"/>
                  </a:lnTo>
                  <a:lnTo>
                    <a:pt x="261890" y="6632"/>
                  </a:lnTo>
                  <a:lnTo>
                    <a:pt x="261676" y="6001"/>
                  </a:lnTo>
                  <a:lnTo>
                    <a:pt x="261581" y="5227"/>
                  </a:lnTo>
                  <a:lnTo>
                    <a:pt x="260938" y="4477"/>
                  </a:lnTo>
                  <a:lnTo>
                    <a:pt x="260438" y="3727"/>
                  </a:lnTo>
                  <a:lnTo>
                    <a:pt x="260104" y="2965"/>
                  </a:lnTo>
                  <a:lnTo>
                    <a:pt x="260045" y="2191"/>
                  </a:lnTo>
                  <a:lnTo>
                    <a:pt x="260533" y="1382"/>
                  </a:lnTo>
                  <a:lnTo>
                    <a:pt x="259747" y="644"/>
                  </a:lnTo>
                  <a:lnTo>
                    <a:pt x="259354" y="1"/>
                  </a:lnTo>
                  <a:close/>
                </a:path>
              </a:pathLst>
            </a:custGeom>
            <a:solidFill>
              <a:schemeClr val="accent2"/>
            </a:solidFill>
            <a:ln>
              <a:noFill/>
            </a:ln>
            <a:effectLst>
              <a:outerShdw blurRad="57150" dist="19050" dir="5400000" algn="bl" rotWithShape="0">
                <a:schemeClr val="dk1">
                  <a:alpha val="5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 name="Google Shape;11;p2"/>
            <p:cNvSpPr/>
            <p:nvPr/>
          </p:nvSpPr>
          <p:spPr>
            <a:xfrm>
              <a:off x="311036" y="279900"/>
              <a:ext cx="8496698" cy="4577996"/>
            </a:xfrm>
            <a:custGeom>
              <a:avLst/>
              <a:gdLst/>
              <a:ahLst/>
              <a:cxnLst/>
              <a:rect l="l" t="t" r="r" b="b"/>
              <a:pathLst>
                <a:path w="262082" h="141209" extrusionOk="0">
                  <a:moveTo>
                    <a:pt x="262069" y="12"/>
                  </a:moveTo>
                  <a:lnTo>
                    <a:pt x="256961" y="12"/>
                  </a:lnTo>
                  <a:lnTo>
                    <a:pt x="256961" y="2227"/>
                  </a:lnTo>
                  <a:cubicBezTo>
                    <a:pt x="258045" y="2822"/>
                    <a:pt x="258783" y="3989"/>
                    <a:pt x="258783" y="5323"/>
                  </a:cubicBezTo>
                  <a:cubicBezTo>
                    <a:pt x="258783" y="7263"/>
                    <a:pt x="257211" y="8847"/>
                    <a:pt x="255259" y="8847"/>
                  </a:cubicBezTo>
                  <a:cubicBezTo>
                    <a:pt x="253306" y="8847"/>
                    <a:pt x="251723" y="7263"/>
                    <a:pt x="251723" y="5323"/>
                  </a:cubicBezTo>
                  <a:cubicBezTo>
                    <a:pt x="251723" y="3989"/>
                    <a:pt x="252473" y="2822"/>
                    <a:pt x="253556" y="2227"/>
                  </a:cubicBezTo>
                  <a:lnTo>
                    <a:pt x="253556" y="12"/>
                  </a:lnTo>
                  <a:lnTo>
                    <a:pt x="245258" y="12"/>
                  </a:lnTo>
                  <a:lnTo>
                    <a:pt x="245258" y="2227"/>
                  </a:lnTo>
                  <a:cubicBezTo>
                    <a:pt x="246353" y="2822"/>
                    <a:pt x="247091" y="3989"/>
                    <a:pt x="247091" y="5323"/>
                  </a:cubicBezTo>
                  <a:cubicBezTo>
                    <a:pt x="247091" y="7263"/>
                    <a:pt x="245508" y="8847"/>
                    <a:pt x="243555" y="8847"/>
                  </a:cubicBezTo>
                  <a:cubicBezTo>
                    <a:pt x="241602" y="8847"/>
                    <a:pt x="240031" y="7263"/>
                    <a:pt x="240031" y="5323"/>
                  </a:cubicBezTo>
                  <a:cubicBezTo>
                    <a:pt x="240031" y="3989"/>
                    <a:pt x="240769" y="2822"/>
                    <a:pt x="241852" y="2227"/>
                  </a:cubicBezTo>
                  <a:lnTo>
                    <a:pt x="241852" y="12"/>
                  </a:lnTo>
                  <a:lnTo>
                    <a:pt x="233554" y="12"/>
                  </a:lnTo>
                  <a:lnTo>
                    <a:pt x="233554" y="2227"/>
                  </a:lnTo>
                  <a:cubicBezTo>
                    <a:pt x="234649" y="2822"/>
                    <a:pt x="235387" y="3989"/>
                    <a:pt x="235387" y="5323"/>
                  </a:cubicBezTo>
                  <a:cubicBezTo>
                    <a:pt x="235387" y="7263"/>
                    <a:pt x="233804" y="8847"/>
                    <a:pt x="231851" y="8847"/>
                  </a:cubicBezTo>
                  <a:cubicBezTo>
                    <a:pt x="229910" y="8847"/>
                    <a:pt x="228327" y="7263"/>
                    <a:pt x="228327" y="5323"/>
                  </a:cubicBezTo>
                  <a:cubicBezTo>
                    <a:pt x="228327" y="3989"/>
                    <a:pt x="229065" y="2822"/>
                    <a:pt x="230160" y="2227"/>
                  </a:cubicBezTo>
                  <a:lnTo>
                    <a:pt x="230160" y="12"/>
                  </a:lnTo>
                  <a:lnTo>
                    <a:pt x="221850" y="12"/>
                  </a:lnTo>
                  <a:lnTo>
                    <a:pt x="221850" y="2227"/>
                  </a:lnTo>
                  <a:cubicBezTo>
                    <a:pt x="222945" y="2822"/>
                    <a:pt x="223683" y="3989"/>
                    <a:pt x="223683" y="5323"/>
                  </a:cubicBezTo>
                  <a:cubicBezTo>
                    <a:pt x="223683" y="7263"/>
                    <a:pt x="222100" y="8847"/>
                    <a:pt x="220159" y="8847"/>
                  </a:cubicBezTo>
                  <a:cubicBezTo>
                    <a:pt x="218207" y="8847"/>
                    <a:pt x="216623" y="7263"/>
                    <a:pt x="216623" y="5323"/>
                  </a:cubicBezTo>
                  <a:cubicBezTo>
                    <a:pt x="216623" y="3989"/>
                    <a:pt x="217361" y="2822"/>
                    <a:pt x="218457" y="2227"/>
                  </a:cubicBezTo>
                  <a:lnTo>
                    <a:pt x="218457" y="12"/>
                  </a:lnTo>
                  <a:lnTo>
                    <a:pt x="210158" y="12"/>
                  </a:lnTo>
                  <a:lnTo>
                    <a:pt x="210158" y="2227"/>
                  </a:lnTo>
                  <a:cubicBezTo>
                    <a:pt x="211241" y="2822"/>
                    <a:pt x="211980" y="3989"/>
                    <a:pt x="211980" y="5323"/>
                  </a:cubicBezTo>
                  <a:cubicBezTo>
                    <a:pt x="211980" y="7263"/>
                    <a:pt x="210408" y="8847"/>
                    <a:pt x="208455" y="8847"/>
                  </a:cubicBezTo>
                  <a:cubicBezTo>
                    <a:pt x="206503" y="8847"/>
                    <a:pt x="204919" y="7263"/>
                    <a:pt x="204919" y="5323"/>
                  </a:cubicBezTo>
                  <a:cubicBezTo>
                    <a:pt x="204919" y="3989"/>
                    <a:pt x="205657" y="2822"/>
                    <a:pt x="206753" y="2227"/>
                  </a:cubicBezTo>
                  <a:lnTo>
                    <a:pt x="206753" y="12"/>
                  </a:lnTo>
                  <a:lnTo>
                    <a:pt x="198454" y="12"/>
                  </a:lnTo>
                  <a:lnTo>
                    <a:pt x="198454" y="2227"/>
                  </a:lnTo>
                  <a:cubicBezTo>
                    <a:pt x="199538" y="2822"/>
                    <a:pt x="200288" y="3989"/>
                    <a:pt x="200288" y="5323"/>
                  </a:cubicBezTo>
                  <a:cubicBezTo>
                    <a:pt x="200288" y="7263"/>
                    <a:pt x="198704" y="8847"/>
                    <a:pt x="196752" y="8847"/>
                  </a:cubicBezTo>
                  <a:cubicBezTo>
                    <a:pt x="194799" y="8847"/>
                    <a:pt x="193227" y="7263"/>
                    <a:pt x="193227" y="5323"/>
                  </a:cubicBezTo>
                  <a:cubicBezTo>
                    <a:pt x="193227" y="3989"/>
                    <a:pt x="193965" y="2822"/>
                    <a:pt x="195049" y="2227"/>
                  </a:cubicBezTo>
                  <a:lnTo>
                    <a:pt x="195049" y="12"/>
                  </a:lnTo>
                  <a:lnTo>
                    <a:pt x="185810" y="12"/>
                  </a:lnTo>
                  <a:lnTo>
                    <a:pt x="185810" y="2227"/>
                  </a:lnTo>
                  <a:cubicBezTo>
                    <a:pt x="186893" y="2822"/>
                    <a:pt x="187631" y="3989"/>
                    <a:pt x="187631" y="5323"/>
                  </a:cubicBezTo>
                  <a:cubicBezTo>
                    <a:pt x="187631" y="7263"/>
                    <a:pt x="186060" y="8847"/>
                    <a:pt x="184107" y="8847"/>
                  </a:cubicBezTo>
                  <a:cubicBezTo>
                    <a:pt x="182154" y="8847"/>
                    <a:pt x="180571" y="7263"/>
                    <a:pt x="180571" y="5323"/>
                  </a:cubicBezTo>
                  <a:cubicBezTo>
                    <a:pt x="180571" y="3989"/>
                    <a:pt x="181309" y="2822"/>
                    <a:pt x="182404" y="2227"/>
                  </a:cubicBezTo>
                  <a:lnTo>
                    <a:pt x="182404" y="12"/>
                  </a:lnTo>
                  <a:lnTo>
                    <a:pt x="174106" y="12"/>
                  </a:lnTo>
                  <a:lnTo>
                    <a:pt x="174106" y="2227"/>
                  </a:lnTo>
                  <a:cubicBezTo>
                    <a:pt x="175189" y="2822"/>
                    <a:pt x="175939" y="3989"/>
                    <a:pt x="175939" y="5323"/>
                  </a:cubicBezTo>
                  <a:cubicBezTo>
                    <a:pt x="175939" y="7263"/>
                    <a:pt x="174356" y="8847"/>
                    <a:pt x="172403" y="8847"/>
                  </a:cubicBezTo>
                  <a:cubicBezTo>
                    <a:pt x="170451" y="8847"/>
                    <a:pt x="168879" y="7263"/>
                    <a:pt x="168879" y="5323"/>
                  </a:cubicBezTo>
                  <a:cubicBezTo>
                    <a:pt x="168879" y="3989"/>
                    <a:pt x="169617" y="2822"/>
                    <a:pt x="170701" y="2227"/>
                  </a:cubicBezTo>
                  <a:lnTo>
                    <a:pt x="170701" y="12"/>
                  </a:lnTo>
                  <a:lnTo>
                    <a:pt x="162402" y="12"/>
                  </a:lnTo>
                  <a:lnTo>
                    <a:pt x="162402" y="2227"/>
                  </a:lnTo>
                  <a:cubicBezTo>
                    <a:pt x="163497" y="2822"/>
                    <a:pt x="164236" y="3989"/>
                    <a:pt x="164236" y="5323"/>
                  </a:cubicBezTo>
                  <a:cubicBezTo>
                    <a:pt x="164236" y="7263"/>
                    <a:pt x="162652" y="8847"/>
                    <a:pt x="160699" y="8847"/>
                  </a:cubicBezTo>
                  <a:cubicBezTo>
                    <a:pt x="158759" y="8847"/>
                    <a:pt x="157175" y="7263"/>
                    <a:pt x="157175" y="5323"/>
                  </a:cubicBezTo>
                  <a:cubicBezTo>
                    <a:pt x="157175" y="3989"/>
                    <a:pt x="157913" y="2822"/>
                    <a:pt x="159009" y="2227"/>
                  </a:cubicBezTo>
                  <a:lnTo>
                    <a:pt x="159009" y="12"/>
                  </a:lnTo>
                  <a:lnTo>
                    <a:pt x="150698" y="12"/>
                  </a:lnTo>
                  <a:lnTo>
                    <a:pt x="150698" y="2227"/>
                  </a:lnTo>
                  <a:cubicBezTo>
                    <a:pt x="151794" y="2822"/>
                    <a:pt x="152532" y="3989"/>
                    <a:pt x="152532" y="5323"/>
                  </a:cubicBezTo>
                  <a:cubicBezTo>
                    <a:pt x="152532" y="7263"/>
                    <a:pt x="150948" y="8847"/>
                    <a:pt x="149007" y="8847"/>
                  </a:cubicBezTo>
                  <a:cubicBezTo>
                    <a:pt x="147055" y="8847"/>
                    <a:pt x="145471" y="7263"/>
                    <a:pt x="145471" y="5323"/>
                  </a:cubicBezTo>
                  <a:cubicBezTo>
                    <a:pt x="145471" y="3989"/>
                    <a:pt x="146209" y="2822"/>
                    <a:pt x="147305" y="2227"/>
                  </a:cubicBezTo>
                  <a:lnTo>
                    <a:pt x="147305" y="12"/>
                  </a:lnTo>
                  <a:lnTo>
                    <a:pt x="139006" y="12"/>
                  </a:lnTo>
                  <a:lnTo>
                    <a:pt x="139006" y="2227"/>
                  </a:lnTo>
                  <a:cubicBezTo>
                    <a:pt x="140090" y="2822"/>
                    <a:pt x="140828" y="3989"/>
                    <a:pt x="140828" y="5323"/>
                  </a:cubicBezTo>
                  <a:cubicBezTo>
                    <a:pt x="140828" y="7263"/>
                    <a:pt x="139256" y="8847"/>
                    <a:pt x="137304" y="8847"/>
                  </a:cubicBezTo>
                  <a:cubicBezTo>
                    <a:pt x="135351" y="8847"/>
                    <a:pt x="133767" y="7263"/>
                    <a:pt x="133767" y="5323"/>
                  </a:cubicBezTo>
                  <a:cubicBezTo>
                    <a:pt x="133767" y="3989"/>
                    <a:pt x="134506" y="2822"/>
                    <a:pt x="135601" y="2227"/>
                  </a:cubicBezTo>
                  <a:lnTo>
                    <a:pt x="135601" y="12"/>
                  </a:lnTo>
                  <a:lnTo>
                    <a:pt x="127302" y="12"/>
                  </a:lnTo>
                  <a:lnTo>
                    <a:pt x="127302" y="2227"/>
                  </a:lnTo>
                  <a:cubicBezTo>
                    <a:pt x="128386" y="2822"/>
                    <a:pt x="129136" y="3989"/>
                    <a:pt x="129136" y="5323"/>
                  </a:cubicBezTo>
                  <a:cubicBezTo>
                    <a:pt x="129136" y="7263"/>
                    <a:pt x="127552" y="8847"/>
                    <a:pt x="125600" y="8847"/>
                  </a:cubicBezTo>
                  <a:cubicBezTo>
                    <a:pt x="123647" y="8847"/>
                    <a:pt x="122076" y="7263"/>
                    <a:pt x="122076" y="5323"/>
                  </a:cubicBezTo>
                  <a:cubicBezTo>
                    <a:pt x="122076" y="3989"/>
                    <a:pt x="122814" y="2822"/>
                    <a:pt x="123897" y="2227"/>
                  </a:cubicBezTo>
                  <a:lnTo>
                    <a:pt x="123897" y="12"/>
                  </a:lnTo>
                  <a:lnTo>
                    <a:pt x="115599" y="12"/>
                  </a:lnTo>
                  <a:lnTo>
                    <a:pt x="115599" y="2227"/>
                  </a:lnTo>
                  <a:cubicBezTo>
                    <a:pt x="116694" y="2822"/>
                    <a:pt x="117432" y="3989"/>
                    <a:pt x="117432" y="5323"/>
                  </a:cubicBezTo>
                  <a:cubicBezTo>
                    <a:pt x="117432" y="7263"/>
                    <a:pt x="115849" y="8847"/>
                    <a:pt x="113896" y="8847"/>
                  </a:cubicBezTo>
                  <a:cubicBezTo>
                    <a:pt x="111955" y="8847"/>
                    <a:pt x="110372" y="7263"/>
                    <a:pt x="110372" y="5323"/>
                  </a:cubicBezTo>
                  <a:cubicBezTo>
                    <a:pt x="110372" y="3989"/>
                    <a:pt x="111110" y="2822"/>
                    <a:pt x="112205" y="2227"/>
                  </a:cubicBezTo>
                  <a:lnTo>
                    <a:pt x="112205" y="12"/>
                  </a:lnTo>
                  <a:lnTo>
                    <a:pt x="103895" y="12"/>
                  </a:lnTo>
                  <a:lnTo>
                    <a:pt x="103895" y="2227"/>
                  </a:lnTo>
                  <a:cubicBezTo>
                    <a:pt x="104990" y="2822"/>
                    <a:pt x="105728" y="3989"/>
                    <a:pt x="105728" y="5323"/>
                  </a:cubicBezTo>
                  <a:cubicBezTo>
                    <a:pt x="105728" y="7263"/>
                    <a:pt x="104145" y="8847"/>
                    <a:pt x="102204" y="8847"/>
                  </a:cubicBezTo>
                  <a:cubicBezTo>
                    <a:pt x="100632" y="8847"/>
                    <a:pt x="99311" y="7835"/>
                    <a:pt x="98846" y="6418"/>
                  </a:cubicBezTo>
                  <a:lnTo>
                    <a:pt x="98811" y="4323"/>
                  </a:lnTo>
                  <a:cubicBezTo>
                    <a:pt x="99073" y="3418"/>
                    <a:pt x="99692" y="2668"/>
                    <a:pt x="100501" y="2227"/>
                  </a:cubicBezTo>
                  <a:lnTo>
                    <a:pt x="100501" y="12"/>
                  </a:lnTo>
                  <a:lnTo>
                    <a:pt x="91953" y="12"/>
                  </a:lnTo>
                  <a:lnTo>
                    <a:pt x="91953" y="2227"/>
                  </a:lnTo>
                  <a:cubicBezTo>
                    <a:pt x="93048" y="2822"/>
                    <a:pt x="93786" y="3989"/>
                    <a:pt x="93786" y="5323"/>
                  </a:cubicBezTo>
                  <a:cubicBezTo>
                    <a:pt x="93786" y="7263"/>
                    <a:pt x="92203" y="8847"/>
                    <a:pt x="90250" y="8847"/>
                  </a:cubicBezTo>
                  <a:cubicBezTo>
                    <a:pt x="88309" y="8847"/>
                    <a:pt x="86726" y="7263"/>
                    <a:pt x="86726" y="5323"/>
                  </a:cubicBezTo>
                  <a:cubicBezTo>
                    <a:pt x="86726" y="3989"/>
                    <a:pt x="87464" y="2822"/>
                    <a:pt x="88559" y="2227"/>
                  </a:cubicBezTo>
                  <a:lnTo>
                    <a:pt x="88559" y="12"/>
                  </a:lnTo>
                  <a:lnTo>
                    <a:pt x="80249" y="12"/>
                  </a:lnTo>
                  <a:lnTo>
                    <a:pt x="80249" y="2227"/>
                  </a:lnTo>
                  <a:cubicBezTo>
                    <a:pt x="81344" y="2822"/>
                    <a:pt x="82082" y="3989"/>
                    <a:pt x="82082" y="5323"/>
                  </a:cubicBezTo>
                  <a:cubicBezTo>
                    <a:pt x="82082" y="7263"/>
                    <a:pt x="80499" y="8847"/>
                    <a:pt x="78558" y="8847"/>
                  </a:cubicBezTo>
                  <a:cubicBezTo>
                    <a:pt x="76606" y="8847"/>
                    <a:pt x="75022" y="7263"/>
                    <a:pt x="75022" y="5323"/>
                  </a:cubicBezTo>
                  <a:cubicBezTo>
                    <a:pt x="75022" y="3989"/>
                    <a:pt x="75760" y="2822"/>
                    <a:pt x="76856" y="2227"/>
                  </a:cubicBezTo>
                  <a:lnTo>
                    <a:pt x="76856" y="12"/>
                  </a:lnTo>
                  <a:lnTo>
                    <a:pt x="68557" y="12"/>
                  </a:lnTo>
                  <a:lnTo>
                    <a:pt x="68557" y="2227"/>
                  </a:lnTo>
                  <a:cubicBezTo>
                    <a:pt x="69640" y="2822"/>
                    <a:pt x="70379" y="3989"/>
                    <a:pt x="70379" y="5323"/>
                  </a:cubicBezTo>
                  <a:cubicBezTo>
                    <a:pt x="70379" y="7263"/>
                    <a:pt x="68807" y="8847"/>
                    <a:pt x="66854" y="8847"/>
                  </a:cubicBezTo>
                  <a:cubicBezTo>
                    <a:pt x="64902" y="8847"/>
                    <a:pt x="63318" y="7263"/>
                    <a:pt x="63318" y="5323"/>
                  </a:cubicBezTo>
                  <a:cubicBezTo>
                    <a:pt x="63318" y="3989"/>
                    <a:pt x="64068" y="2822"/>
                    <a:pt x="65152" y="2227"/>
                  </a:cubicBezTo>
                  <a:lnTo>
                    <a:pt x="65152" y="12"/>
                  </a:lnTo>
                  <a:lnTo>
                    <a:pt x="56853" y="12"/>
                  </a:lnTo>
                  <a:lnTo>
                    <a:pt x="56853" y="2227"/>
                  </a:lnTo>
                  <a:cubicBezTo>
                    <a:pt x="57948" y="2822"/>
                    <a:pt x="58687" y="3989"/>
                    <a:pt x="58687" y="5323"/>
                  </a:cubicBezTo>
                  <a:cubicBezTo>
                    <a:pt x="58687" y="7263"/>
                    <a:pt x="57103" y="8847"/>
                    <a:pt x="55150" y="8847"/>
                  </a:cubicBezTo>
                  <a:cubicBezTo>
                    <a:pt x="53198" y="8847"/>
                    <a:pt x="51626" y="7263"/>
                    <a:pt x="51626" y="5323"/>
                  </a:cubicBezTo>
                  <a:cubicBezTo>
                    <a:pt x="51626" y="3989"/>
                    <a:pt x="52364" y="2822"/>
                    <a:pt x="53448" y="2227"/>
                  </a:cubicBezTo>
                  <a:lnTo>
                    <a:pt x="53448" y="12"/>
                  </a:lnTo>
                  <a:lnTo>
                    <a:pt x="45149" y="12"/>
                  </a:lnTo>
                  <a:lnTo>
                    <a:pt x="45149" y="2227"/>
                  </a:lnTo>
                  <a:cubicBezTo>
                    <a:pt x="46245" y="2822"/>
                    <a:pt x="46983" y="3989"/>
                    <a:pt x="46983" y="5323"/>
                  </a:cubicBezTo>
                  <a:cubicBezTo>
                    <a:pt x="46983" y="7263"/>
                    <a:pt x="45399" y="8847"/>
                    <a:pt x="43447" y="8847"/>
                  </a:cubicBezTo>
                  <a:cubicBezTo>
                    <a:pt x="41506" y="8847"/>
                    <a:pt x="39922" y="7263"/>
                    <a:pt x="39922" y="5323"/>
                  </a:cubicBezTo>
                  <a:cubicBezTo>
                    <a:pt x="39922" y="3989"/>
                    <a:pt x="40661" y="2822"/>
                    <a:pt x="41756" y="2227"/>
                  </a:cubicBezTo>
                  <a:lnTo>
                    <a:pt x="41756" y="12"/>
                  </a:lnTo>
                  <a:lnTo>
                    <a:pt x="33445" y="12"/>
                  </a:lnTo>
                  <a:lnTo>
                    <a:pt x="33445" y="2227"/>
                  </a:lnTo>
                  <a:cubicBezTo>
                    <a:pt x="34541" y="2822"/>
                    <a:pt x="35279" y="3989"/>
                    <a:pt x="35279" y="5323"/>
                  </a:cubicBezTo>
                  <a:cubicBezTo>
                    <a:pt x="35279" y="7263"/>
                    <a:pt x="33695" y="8847"/>
                    <a:pt x="31755" y="8847"/>
                  </a:cubicBezTo>
                  <a:cubicBezTo>
                    <a:pt x="29802" y="8847"/>
                    <a:pt x="28219" y="7263"/>
                    <a:pt x="28219" y="5323"/>
                  </a:cubicBezTo>
                  <a:cubicBezTo>
                    <a:pt x="28219" y="3989"/>
                    <a:pt x="28957" y="2822"/>
                    <a:pt x="30052" y="2227"/>
                  </a:cubicBezTo>
                  <a:lnTo>
                    <a:pt x="30052" y="12"/>
                  </a:lnTo>
                  <a:lnTo>
                    <a:pt x="21753" y="12"/>
                  </a:lnTo>
                  <a:lnTo>
                    <a:pt x="21753" y="2227"/>
                  </a:lnTo>
                  <a:cubicBezTo>
                    <a:pt x="22837" y="2822"/>
                    <a:pt x="23575" y="3989"/>
                    <a:pt x="23575" y="5323"/>
                  </a:cubicBezTo>
                  <a:cubicBezTo>
                    <a:pt x="23575" y="7263"/>
                    <a:pt x="22003" y="8847"/>
                    <a:pt x="20051" y="8847"/>
                  </a:cubicBezTo>
                  <a:cubicBezTo>
                    <a:pt x="18098" y="8847"/>
                    <a:pt x="16515" y="7263"/>
                    <a:pt x="16515" y="5323"/>
                  </a:cubicBezTo>
                  <a:cubicBezTo>
                    <a:pt x="16515" y="3989"/>
                    <a:pt x="17265" y="2822"/>
                    <a:pt x="18348" y="2227"/>
                  </a:cubicBezTo>
                  <a:lnTo>
                    <a:pt x="18348" y="12"/>
                  </a:lnTo>
                  <a:lnTo>
                    <a:pt x="10050" y="12"/>
                  </a:lnTo>
                  <a:lnTo>
                    <a:pt x="10050" y="2227"/>
                  </a:lnTo>
                  <a:cubicBezTo>
                    <a:pt x="11145" y="2822"/>
                    <a:pt x="11883" y="3989"/>
                    <a:pt x="11883" y="5323"/>
                  </a:cubicBezTo>
                  <a:cubicBezTo>
                    <a:pt x="11883" y="7263"/>
                    <a:pt x="10300" y="8847"/>
                    <a:pt x="8347" y="8847"/>
                  </a:cubicBezTo>
                  <a:cubicBezTo>
                    <a:pt x="6394" y="8847"/>
                    <a:pt x="4823" y="7263"/>
                    <a:pt x="4823" y="5323"/>
                  </a:cubicBezTo>
                  <a:cubicBezTo>
                    <a:pt x="4823" y="3989"/>
                    <a:pt x="5561" y="2822"/>
                    <a:pt x="6644" y="2227"/>
                  </a:cubicBezTo>
                  <a:lnTo>
                    <a:pt x="6644" y="12"/>
                  </a:lnTo>
                  <a:lnTo>
                    <a:pt x="239" y="12"/>
                  </a:lnTo>
                  <a:lnTo>
                    <a:pt x="239" y="110550"/>
                  </a:lnTo>
                  <a:lnTo>
                    <a:pt x="1" y="136267"/>
                  </a:lnTo>
                  <a:lnTo>
                    <a:pt x="7811" y="134767"/>
                  </a:lnTo>
                  <a:lnTo>
                    <a:pt x="22718" y="137839"/>
                  </a:lnTo>
                  <a:lnTo>
                    <a:pt x="29814" y="137839"/>
                  </a:lnTo>
                  <a:lnTo>
                    <a:pt x="44006" y="139982"/>
                  </a:lnTo>
                  <a:lnTo>
                    <a:pt x="54662" y="139982"/>
                  </a:lnTo>
                  <a:lnTo>
                    <a:pt x="74534" y="137375"/>
                  </a:lnTo>
                  <a:lnTo>
                    <a:pt x="86595" y="139982"/>
                  </a:lnTo>
                  <a:lnTo>
                    <a:pt x="113574" y="139982"/>
                  </a:lnTo>
                  <a:lnTo>
                    <a:pt x="145519" y="137375"/>
                  </a:lnTo>
                  <a:lnTo>
                    <a:pt x="161128" y="139982"/>
                  </a:lnTo>
                  <a:lnTo>
                    <a:pt x="177463" y="137375"/>
                  </a:lnTo>
                  <a:lnTo>
                    <a:pt x="206562" y="137375"/>
                  </a:lnTo>
                  <a:lnTo>
                    <a:pt x="220755" y="139982"/>
                  </a:lnTo>
                  <a:lnTo>
                    <a:pt x="237090" y="139982"/>
                  </a:lnTo>
                  <a:lnTo>
                    <a:pt x="253175" y="139268"/>
                  </a:lnTo>
                  <a:lnTo>
                    <a:pt x="261926" y="141208"/>
                  </a:lnTo>
                  <a:lnTo>
                    <a:pt x="262081" y="1"/>
                  </a:lnTo>
                  <a:close/>
                </a:path>
              </a:pathLst>
            </a:custGeom>
            <a:gradFill>
              <a:gsLst>
                <a:gs pos="0">
                  <a:schemeClr val="lt1"/>
                </a:gs>
                <a:gs pos="100000">
                  <a:schemeClr val="accen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 name="Google Shape;12;p2"/>
            <p:cNvSpPr/>
            <p:nvPr/>
          </p:nvSpPr>
          <p:spPr>
            <a:xfrm>
              <a:off x="642204" y="1154631"/>
              <a:ext cx="7850114" cy="4668"/>
            </a:xfrm>
            <a:custGeom>
              <a:avLst/>
              <a:gdLst/>
              <a:ahLst/>
              <a:cxnLst/>
              <a:rect l="l" t="t" r="r" b="b"/>
              <a:pathLst>
                <a:path w="242138" h="144" extrusionOk="0">
                  <a:moveTo>
                    <a:pt x="1" y="0"/>
                  </a:moveTo>
                  <a:lnTo>
                    <a:pt x="1" y="143"/>
                  </a:lnTo>
                  <a:lnTo>
                    <a:pt x="242138" y="143"/>
                  </a:lnTo>
                  <a:lnTo>
                    <a:pt x="242138"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 name="Google Shape;13;p2"/>
            <p:cNvSpPr/>
            <p:nvPr/>
          </p:nvSpPr>
          <p:spPr>
            <a:xfrm>
              <a:off x="641128" y="1462337"/>
              <a:ext cx="7850114" cy="4636"/>
            </a:xfrm>
            <a:custGeom>
              <a:avLst/>
              <a:gdLst/>
              <a:ahLst/>
              <a:cxnLst/>
              <a:rect l="l" t="t" r="r" b="b"/>
              <a:pathLst>
                <a:path w="242138" h="143" extrusionOk="0">
                  <a:moveTo>
                    <a:pt x="1" y="0"/>
                  </a:moveTo>
                  <a:lnTo>
                    <a:pt x="1" y="143"/>
                  </a:lnTo>
                  <a:lnTo>
                    <a:pt x="242138" y="143"/>
                  </a:lnTo>
                  <a:lnTo>
                    <a:pt x="242138"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 name="Google Shape;14;p2"/>
            <p:cNvSpPr/>
            <p:nvPr/>
          </p:nvSpPr>
          <p:spPr>
            <a:xfrm>
              <a:off x="640052" y="1770011"/>
              <a:ext cx="7850114" cy="5058"/>
            </a:xfrm>
            <a:custGeom>
              <a:avLst/>
              <a:gdLst/>
              <a:ahLst/>
              <a:cxnLst/>
              <a:rect l="l" t="t" r="r" b="b"/>
              <a:pathLst>
                <a:path w="242138" h="156" extrusionOk="0">
                  <a:moveTo>
                    <a:pt x="1" y="1"/>
                  </a:moveTo>
                  <a:lnTo>
                    <a:pt x="1" y="156"/>
                  </a:lnTo>
                  <a:lnTo>
                    <a:pt x="242138" y="156"/>
                  </a:lnTo>
                  <a:lnTo>
                    <a:pt x="242138"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 name="Google Shape;15;p2"/>
            <p:cNvSpPr/>
            <p:nvPr/>
          </p:nvSpPr>
          <p:spPr>
            <a:xfrm>
              <a:off x="638976" y="2078106"/>
              <a:ext cx="7850114" cy="4668"/>
            </a:xfrm>
            <a:custGeom>
              <a:avLst/>
              <a:gdLst/>
              <a:ahLst/>
              <a:cxnLst/>
              <a:rect l="l" t="t" r="r" b="b"/>
              <a:pathLst>
                <a:path w="242138" h="144" extrusionOk="0">
                  <a:moveTo>
                    <a:pt x="1" y="0"/>
                  </a:moveTo>
                  <a:lnTo>
                    <a:pt x="1" y="143"/>
                  </a:lnTo>
                  <a:lnTo>
                    <a:pt x="242138" y="143"/>
                  </a:lnTo>
                  <a:lnTo>
                    <a:pt x="242138"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 name="Google Shape;16;p2"/>
            <p:cNvSpPr/>
            <p:nvPr/>
          </p:nvSpPr>
          <p:spPr>
            <a:xfrm>
              <a:off x="637901" y="2385812"/>
              <a:ext cx="7850114" cy="5025"/>
            </a:xfrm>
            <a:custGeom>
              <a:avLst/>
              <a:gdLst/>
              <a:ahLst/>
              <a:cxnLst/>
              <a:rect l="l" t="t" r="r" b="b"/>
              <a:pathLst>
                <a:path w="242138" h="155" extrusionOk="0">
                  <a:moveTo>
                    <a:pt x="1" y="0"/>
                  </a:moveTo>
                  <a:lnTo>
                    <a:pt x="1" y="155"/>
                  </a:lnTo>
                  <a:lnTo>
                    <a:pt x="242138" y="155"/>
                  </a:lnTo>
                  <a:lnTo>
                    <a:pt x="242138"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 name="Google Shape;17;p2"/>
            <p:cNvSpPr/>
            <p:nvPr/>
          </p:nvSpPr>
          <p:spPr>
            <a:xfrm>
              <a:off x="636825" y="2693874"/>
              <a:ext cx="7850114" cy="4668"/>
            </a:xfrm>
            <a:custGeom>
              <a:avLst/>
              <a:gdLst/>
              <a:ahLst/>
              <a:cxnLst/>
              <a:rect l="l" t="t" r="r" b="b"/>
              <a:pathLst>
                <a:path w="242138" h="144" extrusionOk="0">
                  <a:moveTo>
                    <a:pt x="1" y="1"/>
                  </a:moveTo>
                  <a:lnTo>
                    <a:pt x="1" y="143"/>
                  </a:lnTo>
                  <a:lnTo>
                    <a:pt x="242138" y="143"/>
                  </a:lnTo>
                  <a:lnTo>
                    <a:pt x="242138"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 name="Google Shape;18;p2"/>
            <p:cNvSpPr/>
            <p:nvPr/>
          </p:nvSpPr>
          <p:spPr>
            <a:xfrm>
              <a:off x="648788" y="3001580"/>
              <a:ext cx="7850146" cy="5025"/>
            </a:xfrm>
            <a:custGeom>
              <a:avLst/>
              <a:gdLst/>
              <a:ahLst/>
              <a:cxnLst/>
              <a:rect l="l" t="t" r="r" b="b"/>
              <a:pathLst>
                <a:path w="242139" h="155" extrusionOk="0">
                  <a:moveTo>
                    <a:pt x="1" y="0"/>
                  </a:moveTo>
                  <a:lnTo>
                    <a:pt x="1" y="155"/>
                  </a:lnTo>
                  <a:lnTo>
                    <a:pt x="242138" y="155"/>
                  </a:lnTo>
                  <a:lnTo>
                    <a:pt x="242138"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 name="Google Shape;19;p2"/>
            <p:cNvSpPr/>
            <p:nvPr/>
          </p:nvSpPr>
          <p:spPr>
            <a:xfrm>
              <a:off x="647680" y="3309642"/>
              <a:ext cx="7850146" cy="4668"/>
            </a:xfrm>
            <a:custGeom>
              <a:avLst/>
              <a:gdLst/>
              <a:ahLst/>
              <a:cxnLst/>
              <a:rect l="l" t="t" r="r" b="b"/>
              <a:pathLst>
                <a:path w="242139" h="144" extrusionOk="0">
                  <a:moveTo>
                    <a:pt x="1" y="1"/>
                  </a:moveTo>
                  <a:lnTo>
                    <a:pt x="1" y="144"/>
                  </a:lnTo>
                  <a:lnTo>
                    <a:pt x="242138" y="144"/>
                  </a:lnTo>
                  <a:lnTo>
                    <a:pt x="242138"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 name="Google Shape;20;p2"/>
            <p:cNvSpPr/>
            <p:nvPr/>
          </p:nvSpPr>
          <p:spPr>
            <a:xfrm>
              <a:off x="646571" y="3617348"/>
              <a:ext cx="7850146" cy="5058"/>
            </a:xfrm>
            <a:custGeom>
              <a:avLst/>
              <a:gdLst/>
              <a:ahLst/>
              <a:cxnLst/>
              <a:rect l="l" t="t" r="r" b="b"/>
              <a:pathLst>
                <a:path w="242139" h="156" extrusionOk="0">
                  <a:moveTo>
                    <a:pt x="1" y="0"/>
                  </a:moveTo>
                  <a:lnTo>
                    <a:pt x="1" y="155"/>
                  </a:lnTo>
                  <a:lnTo>
                    <a:pt x="242138" y="155"/>
                  </a:lnTo>
                  <a:lnTo>
                    <a:pt x="242138"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 name="Google Shape;21;p2"/>
            <p:cNvSpPr/>
            <p:nvPr/>
          </p:nvSpPr>
          <p:spPr>
            <a:xfrm>
              <a:off x="644355" y="3925443"/>
              <a:ext cx="7850146" cy="4668"/>
            </a:xfrm>
            <a:custGeom>
              <a:avLst/>
              <a:gdLst/>
              <a:ahLst/>
              <a:cxnLst/>
              <a:rect l="l" t="t" r="r" b="b"/>
              <a:pathLst>
                <a:path w="242139" h="144" extrusionOk="0">
                  <a:moveTo>
                    <a:pt x="1" y="1"/>
                  </a:moveTo>
                  <a:lnTo>
                    <a:pt x="1" y="144"/>
                  </a:lnTo>
                  <a:lnTo>
                    <a:pt x="242138" y="144"/>
                  </a:lnTo>
                  <a:lnTo>
                    <a:pt x="242138"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 name="Google Shape;22;p2"/>
            <p:cNvSpPr/>
            <p:nvPr/>
          </p:nvSpPr>
          <p:spPr>
            <a:xfrm>
              <a:off x="645463" y="4233149"/>
              <a:ext cx="7850146" cy="5058"/>
            </a:xfrm>
            <a:custGeom>
              <a:avLst/>
              <a:gdLst/>
              <a:ahLst/>
              <a:cxnLst/>
              <a:rect l="l" t="t" r="r" b="b"/>
              <a:pathLst>
                <a:path w="242139" h="156" extrusionOk="0">
                  <a:moveTo>
                    <a:pt x="1" y="1"/>
                  </a:moveTo>
                  <a:lnTo>
                    <a:pt x="1" y="155"/>
                  </a:lnTo>
                  <a:lnTo>
                    <a:pt x="242138" y="155"/>
                  </a:lnTo>
                  <a:lnTo>
                    <a:pt x="242138"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 name="Google Shape;23;p2"/>
            <p:cNvSpPr/>
            <p:nvPr/>
          </p:nvSpPr>
          <p:spPr>
            <a:xfrm>
              <a:off x="636813" y="4529787"/>
              <a:ext cx="7850146" cy="5058"/>
            </a:xfrm>
            <a:custGeom>
              <a:avLst/>
              <a:gdLst/>
              <a:ahLst/>
              <a:cxnLst/>
              <a:rect l="l" t="t" r="r" b="b"/>
              <a:pathLst>
                <a:path w="242139" h="156" extrusionOk="0">
                  <a:moveTo>
                    <a:pt x="1" y="1"/>
                  </a:moveTo>
                  <a:lnTo>
                    <a:pt x="1" y="155"/>
                  </a:lnTo>
                  <a:lnTo>
                    <a:pt x="242138" y="155"/>
                  </a:lnTo>
                  <a:lnTo>
                    <a:pt x="242138"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24" name="Google Shape;24;p2"/>
          <p:cNvSpPr txBox="1">
            <a:spLocks noGrp="1"/>
          </p:cNvSpPr>
          <p:nvPr>
            <p:ph type="subTitle" idx="1"/>
          </p:nvPr>
        </p:nvSpPr>
        <p:spPr>
          <a:xfrm>
            <a:off x="981400" y="3099825"/>
            <a:ext cx="3771600" cy="348300"/>
          </a:xfrm>
          <a:prstGeom prst="rect">
            <a:avLst/>
          </a:prstGeom>
          <a:solidFill>
            <a:schemeClr val="accent2"/>
          </a:solidFill>
          <a:ln>
            <a:noFill/>
          </a:ln>
          <a:effectLst>
            <a:outerShdw dist="95250" dir="3000000" algn="bl" rotWithShape="0">
              <a:schemeClr val="lt2"/>
            </a:outerShdw>
          </a:effectLst>
        </p:spPr>
        <p:txBody>
          <a:bodyPr spcFirstLastPara="1" wrap="square" lIns="91425" tIns="91425" rIns="91425" bIns="91425" anchor="ctr" anchorCtr="0">
            <a:noAutofit/>
          </a:bodyPr>
          <a:lstStyle>
            <a:lvl1pPr lvl="0">
              <a:spcBef>
                <a:spcPts val="0"/>
              </a:spcBef>
              <a:spcAft>
                <a:spcPts val="0"/>
              </a:spcAft>
              <a:buClr>
                <a:schemeClr val="dk1"/>
              </a:buClr>
              <a:buSzPts val="1400"/>
              <a:buNone/>
              <a:defRPr sz="1600">
                <a:latin typeface="Nunito"/>
                <a:ea typeface="Nunito"/>
                <a:cs typeface="Nunito"/>
                <a:sym typeface="Nunito"/>
              </a:defRPr>
            </a:lvl1pPr>
            <a:lvl2pPr lvl="1" algn="ctr">
              <a:lnSpc>
                <a:spcPct val="100000"/>
              </a:lnSpc>
              <a:spcBef>
                <a:spcPts val="0"/>
              </a:spcBef>
              <a:spcAft>
                <a:spcPts val="0"/>
              </a:spcAft>
              <a:buSzPts val="1800"/>
              <a:buNone/>
              <a:defRPr sz="1800"/>
            </a:lvl2pPr>
            <a:lvl3pPr lvl="2" algn="ctr">
              <a:lnSpc>
                <a:spcPct val="100000"/>
              </a:lnSpc>
              <a:spcBef>
                <a:spcPts val="0"/>
              </a:spcBef>
              <a:spcAft>
                <a:spcPts val="0"/>
              </a:spcAft>
              <a:buSzPts val="1800"/>
              <a:buNone/>
              <a:defRPr sz="1800"/>
            </a:lvl3pPr>
            <a:lvl4pPr lvl="3" algn="ctr">
              <a:lnSpc>
                <a:spcPct val="100000"/>
              </a:lnSpc>
              <a:spcBef>
                <a:spcPts val="0"/>
              </a:spcBef>
              <a:spcAft>
                <a:spcPts val="0"/>
              </a:spcAft>
              <a:buSzPts val="1800"/>
              <a:buNone/>
              <a:defRPr sz="1800"/>
            </a:lvl4pPr>
            <a:lvl5pPr lvl="4" algn="ctr">
              <a:lnSpc>
                <a:spcPct val="100000"/>
              </a:lnSpc>
              <a:spcBef>
                <a:spcPts val="0"/>
              </a:spcBef>
              <a:spcAft>
                <a:spcPts val="0"/>
              </a:spcAft>
              <a:buSzPts val="1800"/>
              <a:buNone/>
              <a:defRPr sz="1800"/>
            </a:lvl5pPr>
            <a:lvl6pPr lvl="5" algn="ctr">
              <a:lnSpc>
                <a:spcPct val="100000"/>
              </a:lnSpc>
              <a:spcBef>
                <a:spcPts val="0"/>
              </a:spcBef>
              <a:spcAft>
                <a:spcPts val="0"/>
              </a:spcAft>
              <a:buSzPts val="1800"/>
              <a:buNone/>
              <a:defRPr sz="1800"/>
            </a:lvl6pPr>
            <a:lvl7pPr lvl="6" algn="ctr">
              <a:lnSpc>
                <a:spcPct val="100000"/>
              </a:lnSpc>
              <a:spcBef>
                <a:spcPts val="0"/>
              </a:spcBef>
              <a:spcAft>
                <a:spcPts val="0"/>
              </a:spcAft>
              <a:buSzPts val="1800"/>
              <a:buNone/>
              <a:defRPr sz="1800"/>
            </a:lvl7pPr>
            <a:lvl8pPr lvl="7" algn="ctr">
              <a:lnSpc>
                <a:spcPct val="100000"/>
              </a:lnSpc>
              <a:spcBef>
                <a:spcPts val="0"/>
              </a:spcBef>
              <a:spcAft>
                <a:spcPts val="0"/>
              </a:spcAft>
              <a:buSzPts val="1800"/>
              <a:buNone/>
              <a:defRPr sz="1800"/>
            </a:lvl8pPr>
            <a:lvl9pPr lvl="8" algn="ctr">
              <a:lnSpc>
                <a:spcPct val="100000"/>
              </a:lnSpc>
              <a:spcBef>
                <a:spcPts val="0"/>
              </a:spcBef>
              <a:spcAft>
                <a:spcPts val="0"/>
              </a:spcAft>
              <a:buSzPts val="1800"/>
              <a:buNone/>
              <a:defRPr sz="1800"/>
            </a:lvl9pPr>
          </a:lstStyle>
          <a:p>
            <a:endParaRPr/>
          </a:p>
        </p:txBody>
      </p:sp>
      <p:sp>
        <p:nvSpPr>
          <p:cNvPr id="25" name="Google Shape;25;p2"/>
          <p:cNvSpPr/>
          <p:nvPr/>
        </p:nvSpPr>
        <p:spPr>
          <a:xfrm rot="3211094">
            <a:off x="567185" y="4286472"/>
            <a:ext cx="112810" cy="112828"/>
          </a:xfrm>
          <a:custGeom>
            <a:avLst/>
            <a:gdLst/>
            <a:ahLst/>
            <a:cxnLst/>
            <a:rect l="l" t="t" r="r" b="b"/>
            <a:pathLst>
              <a:path w="6138" h="6139" extrusionOk="0">
                <a:moveTo>
                  <a:pt x="3069" y="0"/>
                </a:moveTo>
                <a:cubicBezTo>
                  <a:pt x="2625" y="513"/>
                  <a:pt x="2402" y="1024"/>
                  <a:pt x="2235" y="1535"/>
                </a:cubicBezTo>
                <a:cubicBezTo>
                  <a:pt x="2177" y="1722"/>
                  <a:pt x="2134" y="1909"/>
                  <a:pt x="2099" y="2097"/>
                </a:cubicBezTo>
                <a:cubicBezTo>
                  <a:pt x="1912" y="2131"/>
                  <a:pt x="1723" y="2173"/>
                  <a:pt x="1536" y="2233"/>
                </a:cubicBezTo>
                <a:cubicBezTo>
                  <a:pt x="1023" y="2398"/>
                  <a:pt x="512" y="2623"/>
                  <a:pt x="1" y="3070"/>
                </a:cubicBezTo>
                <a:cubicBezTo>
                  <a:pt x="512" y="3517"/>
                  <a:pt x="1023" y="3740"/>
                  <a:pt x="1536" y="3907"/>
                </a:cubicBezTo>
                <a:cubicBezTo>
                  <a:pt x="1722" y="3966"/>
                  <a:pt x="1909" y="4008"/>
                  <a:pt x="2096" y="4042"/>
                </a:cubicBezTo>
                <a:cubicBezTo>
                  <a:pt x="2132" y="4230"/>
                  <a:pt x="2173" y="4417"/>
                  <a:pt x="2232" y="4604"/>
                </a:cubicBezTo>
                <a:cubicBezTo>
                  <a:pt x="2399" y="5115"/>
                  <a:pt x="2622" y="5627"/>
                  <a:pt x="3069" y="6138"/>
                </a:cubicBezTo>
                <a:cubicBezTo>
                  <a:pt x="3517" y="5627"/>
                  <a:pt x="3741" y="5115"/>
                  <a:pt x="3906" y="4604"/>
                </a:cubicBezTo>
                <a:cubicBezTo>
                  <a:pt x="3966" y="4416"/>
                  <a:pt x="4008" y="4229"/>
                  <a:pt x="4042" y="4040"/>
                </a:cubicBezTo>
                <a:cubicBezTo>
                  <a:pt x="4230" y="4005"/>
                  <a:pt x="4416" y="3963"/>
                  <a:pt x="4604" y="3904"/>
                </a:cubicBezTo>
                <a:cubicBezTo>
                  <a:pt x="5115" y="3737"/>
                  <a:pt x="5626" y="3514"/>
                  <a:pt x="6138" y="3070"/>
                </a:cubicBezTo>
                <a:cubicBezTo>
                  <a:pt x="5626" y="2625"/>
                  <a:pt x="5115" y="2402"/>
                  <a:pt x="4604" y="2235"/>
                </a:cubicBezTo>
                <a:cubicBezTo>
                  <a:pt x="4416" y="2176"/>
                  <a:pt x="4228" y="2133"/>
                  <a:pt x="4040" y="2099"/>
                </a:cubicBezTo>
                <a:cubicBezTo>
                  <a:pt x="4005" y="1910"/>
                  <a:pt x="3963" y="1723"/>
                  <a:pt x="3904" y="1535"/>
                </a:cubicBezTo>
                <a:cubicBezTo>
                  <a:pt x="3738" y="1024"/>
                  <a:pt x="3514" y="513"/>
                  <a:pt x="3069"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 name="Google Shape;26;p2"/>
          <p:cNvSpPr/>
          <p:nvPr/>
        </p:nvSpPr>
        <p:spPr>
          <a:xfrm rot="3211094">
            <a:off x="7572972" y="4626472"/>
            <a:ext cx="112810" cy="112828"/>
          </a:xfrm>
          <a:custGeom>
            <a:avLst/>
            <a:gdLst/>
            <a:ahLst/>
            <a:cxnLst/>
            <a:rect l="l" t="t" r="r" b="b"/>
            <a:pathLst>
              <a:path w="6138" h="6139" extrusionOk="0">
                <a:moveTo>
                  <a:pt x="3069" y="0"/>
                </a:moveTo>
                <a:cubicBezTo>
                  <a:pt x="2625" y="513"/>
                  <a:pt x="2402" y="1024"/>
                  <a:pt x="2235" y="1535"/>
                </a:cubicBezTo>
                <a:cubicBezTo>
                  <a:pt x="2177" y="1722"/>
                  <a:pt x="2134" y="1909"/>
                  <a:pt x="2099" y="2097"/>
                </a:cubicBezTo>
                <a:cubicBezTo>
                  <a:pt x="1912" y="2131"/>
                  <a:pt x="1723" y="2173"/>
                  <a:pt x="1536" y="2233"/>
                </a:cubicBezTo>
                <a:cubicBezTo>
                  <a:pt x="1023" y="2398"/>
                  <a:pt x="512" y="2623"/>
                  <a:pt x="1" y="3070"/>
                </a:cubicBezTo>
                <a:cubicBezTo>
                  <a:pt x="512" y="3517"/>
                  <a:pt x="1023" y="3740"/>
                  <a:pt x="1536" y="3907"/>
                </a:cubicBezTo>
                <a:cubicBezTo>
                  <a:pt x="1722" y="3966"/>
                  <a:pt x="1909" y="4008"/>
                  <a:pt x="2096" y="4042"/>
                </a:cubicBezTo>
                <a:cubicBezTo>
                  <a:pt x="2132" y="4230"/>
                  <a:pt x="2173" y="4417"/>
                  <a:pt x="2232" y="4604"/>
                </a:cubicBezTo>
                <a:cubicBezTo>
                  <a:pt x="2399" y="5115"/>
                  <a:pt x="2622" y="5627"/>
                  <a:pt x="3069" y="6138"/>
                </a:cubicBezTo>
                <a:cubicBezTo>
                  <a:pt x="3517" y="5627"/>
                  <a:pt x="3741" y="5115"/>
                  <a:pt x="3906" y="4604"/>
                </a:cubicBezTo>
                <a:cubicBezTo>
                  <a:pt x="3966" y="4416"/>
                  <a:pt x="4008" y="4229"/>
                  <a:pt x="4042" y="4040"/>
                </a:cubicBezTo>
                <a:cubicBezTo>
                  <a:pt x="4230" y="4005"/>
                  <a:pt x="4416" y="3963"/>
                  <a:pt x="4604" y="3904"/>
                </a:cubicBezTo>
                <a:cubicBezTo>
                  <a:pt x="5115" y="3737"/>
                  <a:pt x="5626" y="3514"/>
                  <a:pt x="6138" y="3070"/>
                </a:cubicBezTo>
                <a:cubicBezTo>
                  <a:pt x="5626" y="2625"/>
                  <a:pt x="5115" y="2402"/>
                  <a:pt x="4604" y="2235"/>
                </a:cubicBezTo>
                <a:cubicBezTo>
                  <a:pt x="4416" y="2176"/>
                  <a:pt x="4228" y="2133"/>
                  <a:pt x="4040" y="2099"/>
                </a:cubicBezTo>
                <a:cubicBezTo>
                  <a:pt x="4005" y="1910"/>
                  <a:pt x="3963" y="1723"/>
                  <a:pt x="3904" y="1535"/>
                </a:cubicBezTo>
                <a:cubicBezTo>
                  <a:pt x="3738" y="1024"/>
                  <a:pt x="3514" y="513"/>
                  <a:pt x="3069"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 name="Google Shape;27;p2"/>
          <p:cNvSpPr/>
          <p:nvPr/>
        </p:nvSpPr>
        <p:spPr>
          <a:xfrm rot="5400000">
            <a:off x="444246" y="671965"/>
            <a:ext cx="100451" cy="100451"/>
          </a:xfrm>
          <a:custGeom>
            <a:avLst/>
            <a:gdLst/>
            <a:ahLst/>
            <a:cxnLst/>
            <a:rect l="l" t="t" r="r" b="b"/>
            <a:pathLst>
              <a:path w="2835" h="2836" extrusionOk="0">
                <a:moveTo>
                  <a:pt x="1417" y="0"/>
                </a:moveTo>
                <a:cubicBezTo>
                  <a:pt x="635" y="0"/>
                  <a:pt x="0" y="635"/>
                  <a:pt x="0" y="1418"/>
                </a:cubicBezTo>
                <a:cubicBezTo>
                  <a:pt x="0" y="2200"/>
                  <a:pt x="635" y="2835"/>
                  <a:pt x="1417" y="2835"/>
                </a:cubicBezTo>
                <a:cubicBezTo>
                  <a:pt x="2200" y="2835"/>
                  <a:pt x="2835" y="2200"/>
                  <a:pt x="2835" y="1418"/>
                </a:cubicBezTo>
                <a:cubicBezTo>
                  <a:pt x="2835" y="635"/>
                  <a:pt x="2201" y="0"/>
                  <a:pt x="1417"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 name="Google Shape;28;p2"/>
          <p:cNvSpPr/>
          <p:nvPr/>
        </p:nvSpPr>
        <p:spPr>
          <a:xfrm rot="7660645">
            <a:off x="8453494" y="636909"/>
            <a:ext cx="112800" cy="112818"/>
          </a:xfrm>
          <a:custGeom>
            <a:avLst/>
            <a:gdLst/>
            <a:ahLst/>
            <a:cxnLst/>
            <a:rect l="l" t="t" r="r" b="b"/>
            <a:pathLst>
              <a:path w="6138" h="6139" extrusionOk="0">
                <a:moveTo>
                  <a:pt x="3069" y="0"/>
                </a:moveTo>
                <a:cubicBezTo>
                  <a:pt x="2625" y="513"/>
                  <a:pt x="2402" y="1024"/>
                  <a:pt x="2235" y="1535"/>
                </a:cubicBezTo>
                <a:cubicBezTo>
                  <a:pt x="2177" y="1722"/>
                  <a:pt x="2134" y="1909"/>
                  <a:pt x="2099" y="2097"/>
                </a:cubicBezTo>
                <a:cubicBezTo>
                  <a:pt x="1912" y="2131"/>
                  <a:pt x="1723" y="2173"/>
                  <a:pt x="1536" y="2233"/>
                </a:cubicBezTo>
                <a:cubicBezTo>
                  <a:pt x="1023" y="2398"/>
                  <a:pt x="512" y="2623"/>
                  <a:pt x="1" y="3070"/>
                </a:cubicBezTo>
                <a:cubicBezTo>
                  <a:pt x="512" y="3517"/>
                  <a:pt x="1023" y="3740"/>
                  <a:pt x="1536" y="3907"/>
                </a:cubicBezTo>
                <a:cubicBezTo>
                  <a:pt x="1722" y="3966"/>
                  <a:pt x="1909" y="4008"/>
                  <a:pt x="2096" y="4042"/>
                </a:cubicBezTo>
                <a:cubicBezTo>
                  <a:pt x="2132" y="4230"/>
                  <a:pt x="2173" y="4417"/>
                  <a:pt x="2232" y="4604"/>
                </a:cubicBezTo>
                <a:cubicBezTo>
                  <a:pt x="2399" y="5115"/>
                  <a:pt x="2622" y="5627"/>
                  <a:pt x="3069" y="6138"/>
                </a:cubicBezTo>
                <a:cubicBezTo>
                  <a:pt x="3517" y="5627"/>
                  <a:pt x="3741" y="5115"/>
                  <a:pt x="3906" y="4604"/>
                </a:cubicBezTo>
                <a:cubicBezTo>
                  <a:pt x="3966" y="4416"/>
                  <a:pt x="4008" y="4229"/>
                  <a:pt x="4042" y="4040"/>
                </a:cubicBezTo>
                <a:cubicBezTo>
                  <a:pt x="4230" y="4005"/>
                  <a:pt x="4416" y="3963"/>
                  <a:pt x="4604" y="3904"/>
                </a:cubicBezTo>
                <a:cubicBezTo>
                  <a:pt x="5115" y="3737"/>
                  <a:pt x="5626" y="3514"/>
                  <a:pt x="6138" y="3070"/>
                </a:cubicBezTo>
                <a:cubicBezTo>
                  <a:pt x="5626" y="2625"/>
                  <a:pt x="5115" y="2402"/>
                  <a:pt x="4604" y="2235"/>
                </a:cubicBezTo>
                <a:cubicBezTo>
                  <a:pt x="4416" y="2176"/>
                  <a:pt x="4228" y="2133"/>
                  <a:pt x="4040" y="2099"/>
                </a:cubicBezTo>
                <a:cubicBezTo>
                  <a:pt x="4005" y="1910"/>
                  <a:pt x="3963" y="1723"/>
                  <a:pt x="3904" y="1535"/>
                </a:cubicBezTo>
                <a:cubicBezTo>
                  <a:pt x="3738" y="1024"/>
                  <a:pt x="3514" y="513"/>
                  <a:pt x="3069"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 name="Google Shape;29;p2"/>
          <p:cNvSpPr/>
          <p:nvPr/>
        </p:nvSpPr>
        <p:spPr>
          <a:xfrm rot="9899885">
            <a:off x="8598216" y="4430991"/>
            <a:ext cx="82005" cy="82047"/>
          </a:xfrm>
          <a:custGeom>
            <a:avLst/>
            <a:gdLst/>
            <a:ahLst/>
            <a:cxnLst/>
            <a:rect l="l" t="t" r="r" b="b"/>
            <a:pathLst>
              <a:path w="2835" h="2836" extrusionOk="0">
                <a:moveTo>
                  <a:pt x="1417" y="0"/>
                </a:moveTo>
                <a:cubicBezTo>
                  <a:pt x="635" y="0"/>
                  <a:pt x="0" y="635"/>
                  <a:pt x="0" y="1418"/>
                </a:cubicBezTo>
                <a:cubicBezTo>
                  <a:pt x="0" y="2200"/>
                  <a:pt x="635" y="2835"/>
                  <a:pt x="1417" y="2835"/>
                </a:cubicBezTo>
                <a:cubicBezTo>
                  <a:pt x="2200" y="2835"/>
                  <a:pt x="2835" y="2200"/>
                  <a:pt x="2835" y="1418"/>
                </a:cubicBezTo>
                <a:cubicBezTo>
                  <a:pt x="2835" y="635"/>
                  <a:pt x="2201" y="0"/>
                  <a:pt x="1417"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 name="Google Shape;30;p2"/>
          <p:cNvSpPr/>
          <p:nvPr/>
        </p:nvSpPr>
        <p:spPr>
          <a:xfrm rot="5400000">
            <a:off x="8638275" y="694489"/>
            <a:ext cx="55424" cy="55423"/>
          </a:xfrm>
          <a:custGeom>
            <a:avLst/>
            <a:gdLst/>
            <a:ahLst/>
            <a:cxnLst/>
            <a:rect l="l" t="t" r="r" b="b"/>
            <a:pathLst>
              <a:path w="2835" h="2836" extrusionOk="0">
                <a:moveTo>
                  <a:pt x="1417" y="0"/>
                </a:moveTo>
                <a:cubicBezTo>
                  <a:pt x="635" y="0"/>
                  <a:pt x="0" y="635"/>
                  <a:pt x="0" y="1418"/>
                </a:cubicBezTo>
                <a:cubicBezTo>
                  <a:pt x="0" y="2200"/>
                  <a:pt x="635" y="2835"/>
                  <a:pt x="1417" y="2835"/>
                </a:cubicBezTo>
                <a:cubicBezTo>
                  <a:pt x="2200" y="2835"/>
                  <a:pt x="2835" y="2200"/>
                  <a:pt x="2835" y="1418"/>
                </a:cubicBezTo>
                <a:cubicBezTo>
                  <a:pt x="2835" y="635"/>
                  <a:pt x="2201" y="0"/>
                  <a:pt x="1417" y="0"/>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 name="Google Shape;31;p2"/>
          <p:cNvSpPr/>
          <p:nvPr/>
        </p:nvSpPr>
        <p:spPr>
          <a:xfrm rot="7660645">
            <a:off x="466744" y="2695922"/>
            <a:ext cx="112800" cy="112818"/>
          </a:xfrm>
          <a:custGeom>
            <a:avLst/>
            <a:gdLst/>
            <a:ahLst/>
            <a:cxnLst/>
            <a:rect l="l" t="t" r="r" b="b"/>
            <a:pathLst>
              <a:path w="6138" h="6139" extrusionOk="0">
                <a:moveTo>
                  <a:pt x="3069" y="0"/>
                </a:moveTo>
                <a:cubicBezTo>
                  <a:pt x="2625" y="513"/>
                  <a:pt x="2402" y="1024"/>
                  <a:pt x="2235" y="1535"/>
                </a:cubicBezTo>
                <a:cubicBezTo>
                  <a:pt x="2177" y="1722"/>
                  <a:pt x="2134" y="1909"/>
                  <a:pt x="2099" y="2097"/>
                </a:cubicBezTo>
                <a:cubicBezTo>
                  <a:pt x="1912" y="2131"/>
                  <a:pt x="1723" y="2173"/>
                  <a:pt x="1536" y="2233"/>
                </a:cubicBezTo>
                <a:cubicBezTo>
                  <a:pt x="1023" y="2398"/>
                  <a:pt x="512" y="2623"/>
                  <a:pt x="1" y="3070"/>
                </a:cubicBezTo>
                <a:cubicBezTo>
                  <a:pt x="512" y="3517"/>
                  <a:pt x="1023" y="3740"/>
                  <a:pt x="1536" y="3907"/>
                </a:cubicBezTo>
                <a:cubicBezTo>
                  <a:pt x="1722" y="3966"/>
                  <a:pt x="1909" y="4008"/>
                  <a:pt x="2096" y="4042"/>
                </a:cubicBezTo>
                <a:cubicBezTo>
                  <a:pt x="2132" y="4230"/>
                  <a:pt x="2173" y="4417"/>
                  <a:pt x="2232" y="4604"/>
                </a:cubicBezTo>
                <a:cubicBezTo>
                  <a:pt x="2399" y="5115"/>
                  <a:pt x="2622" y="5627"/>
                  <a:pt x="3069" y="6138"/>
                </a:cubicBezTo>
                <a:cubicBezTo>
                  <a:pt x="3517" y="5627"/>
                  <a:pt x="3741" y="5115"/>
                  <a:pt x="3906" y="4604"/>
                </a:cubicBezTo>
                <a:cubicBezTo>
                  <a:pt x="3966" y="4416"/>
                  <a:pt x="4008" y="4229"/>
                  <a:pt x="4042" y="4040"/>
                </a:cubicBezTo>
                <a:cubicBezTo>
                  <a:pt x="4230" y="4005"/>
                  <a:pt x="4416" y="3963"/>
                  <a:pt x="4604" y="3904"/>
                </a:cubicBezTo>
                <a:cubicBezTo>
                  <a:pt x="5115" y="3737"/>
                  <a:pt x="5626" y="3514"/>
                  <a:pt x="6138" y="3070"/>
                </a:cubicBezTo>
                <a:cubicBezTo>
                  <a:pt x="5626" y="2625"/>
                  <a:pt x="5115" y="2402"/>
                  <a:pt x="4604" y="2235"/>
                </a:cubicBezTo>
                <a:cubicBezTo>
                  <a:pt x="4416" y="2176"/>
                  <a:pt x="4228" y="2133"/>
                  <a:pt x="4040" y="2099"/>
                </a:cubicBezTo>
                <a:cubicBezTo>
                  <a:pt x="4005" y="1910"/>
                  <a:pt x="3963" y="1723"/>
                  <a:pt x="3904" y="1535"/>
                </a:cubicBezTo>
                <a:cubicBezTo>
                  <a:pt x="3738" y="1024"/>
                  <a:pt x="3514" y="513"/>
                  <a:pt x="3069"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 name="Google Shape;32;p2"/>
          <p:cNvSpPr txBox="1">
            <a:spLocks noGrp="1"/>
          </p:cNvSpPr>
          <p:nvPr>
            <p:ph type="title"/>
          </p:nvPr>
        </p:nvSpPr>
        <p:spPr>
          <a:xfrm>
            <a:off x="884375" y="1241975"/>
            <a:ext cx="7263900" cy="1610100"/>
          </a:xfrm>
          <a:prstGeom prst="rect">
            <a:avLst/>
          </a:prstGeom>
        </p:spPr>
        <p:txBody>
          <a:bodyPr spcFirstLastPara="1" wrap="square" lIns="91425" tIns="91425" rIns="91425" bIns="91425" anchor="t" anchorCtr="0">
            <a:noAutofit/>
          </a:bodyPr>
          <a:lstStyle>
            <a:lvl1pPr lvl="0" algn="l" rtl="0">
              <a:spcBef>
                <a:spcPts val="0"/>
              </a:spcBef>
              <a:spcAft>
                <a:spcPts val="0"/>
              </a:spcAft>
              <a:buSzPts val="3600"/>
              <a:buNone/>
              <a:defRPr sz="5400"/>
            </a:lvl1pPr>
            <a:lvl2pPr lvl="1" algn="ctr" rtl="0">
              <a:spcBef>
                <a:spcPts val="0"/>
              </a:spcBef>
              <a:spcAft>
                <a:spcPts val="0"/>
              </a:spcAft>
              <a:buSzPts val="3600"/>
              <a:buNone/>
              <a:defRPr sz="3600"/>
            </a:lvl2pPr>
            <a:lvl3pPr lvl="2" algn="ctr" rtl="0">
              <a:spcBef>
                <a:spcPts val="0"/>
              </a:spcBef>
              <a:spcAft>
                <a:spcPts val="0"/>
              </a:spcAft>
              <a:buSzPts val="3600"/>
              <a:buNone/>
              <a:defRPr sz="3600"/>
            </a:lvl3pPr>
            <a:lvl4pPr lvl="3" algn="ctr" rtl="0">
              <a:spcBef>
                <a:spcPts val="0"/>
              </a:spcBef>
              <a:spcAft>
                <a:spcPts val="0"/>
              </a:spcAft>
              <a:buSzPts val="3600"/>
              <a:buNone/>
              <a:defRPr sz="3600"/>
            </a:lvl4pPr>
            <a:lvl5pPr lvl="4" algn="ctr" rtl="0">
              <a:spcBef>
                <a:spcPts val="0"/>
              </a:spcBef>
              <a:spcAft>
                <a:spcPts val="0"/>
              </a:spcAft>
              <a:buSzPts val="3600"/>
              <a:buNone/>
              <a:defRPr sz="3600"/>
            </a:lvl5pPr>
            <a:lvl6pPr lvl="5" algn="ctr" rtl="0">
              <a:spcBef>
                <a:spcPts val="0"/>
              </a:spcBef>
              <a:spcAft>
                <a:spcPts val="0"/>
              </a:spcAft>
              <a:buSzPts val="3600"/>
              <a:buNone/>
              <a:defRPr sz="3600"/>
            </a:lvl6pPr>
            <a:lvl7pPr lvl="6" algn="ctr" rtl="0">
              <a:spcBef>
                <a:spcPts val="0"/>
              </a:spcBef>
              <a:spcAft>
                <a:spcPts val="0"/>
              </a:spcAft>
              <a:buSzPts val="3600"/>
              <a:buNone/>
              <a:defRPr sz="3600"/>
            </a:lvl7pPr>
            <a:lvl8pPr lvl="7" algn="ctr" rtl="0">
              <a:spcBef>
                <a:spcPts val="0"/>
              </a:spcBef>
              <a:spcAft>
                <a:spcPts val="0"/>
              </a:spcAft>
              <a:buSzPts val="3600"/>
              <a:buNone/>
              <a:defRPr sz="3600"/>
            </a:lvl8pPr>
            <a:lvl9pPr lvl="8" algn="ctr" rtl="0">
              <a:spcBef>
                <a:spcPts val="0"/>
              </a:spcBef>
              <a:spcAft>
                <a:spcPts val="0"/>
              </a:spcAft>
              <a:buSzPts val="3600"/>
              <a:buNone/>
              <a:defRPr sz="3600"/>
            </a:lvl9pPr>
          </a:lstStyle>
          <a:p>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Main point">
  <p:cSld name="MAIN_POINT">
    <p:spTree>
      <p:nvGrpSpPr>
        <p:cNvPr id="1" name="Shape 155"/>
        <p:cNvGrpSpPr/>
        <p:nvPr/>
      </p:nvGrpSpPr>
      <p:grpSpPr>
        <a:xfrm>
          <a:off x="0" y="0"/>
          <a:ext cx="0" cy="0"/>
          <a:chOff x="0" y="0"/>
          <a:chExt cx="0" cy="0"/>
        </a:xfrm>
      </p:grpSpPr>
      <p:grpSp>
        <p:nvGrpSpPr>
          <p:cNvPr id="156" name="Google Shape;156;p8"/>
          <p:cNvGrpSpPr/>
          <p:nvPr/>
        </p:nvGrpSpPr>
        <p:grpSpPr>
          <a:xfrm>
            <a:off x="311036" y="279900"/>
            <a:ext cx="8496698" cy="4620823"/>
            <a:chOff x="311036" y="279900"/>
            <a:chExt cx="8496698" cy="4620823"/>
          </a:xfrm>
        </p:grpSpPr>
        <p:sp>
          <p:nvSpPr>
            <p:cNvPr id="157" name="Google Shape;157;p8"/>
            <p:cNvSpPr/>
            <p:nvPr/>
          </p:nvSpPr>
          <p:spPr>
            <a:xfrm>
              <a:off x="311814" y="4642854"/>
              <a:ext cx="8495531" cy="257869"/>
            </a:xfrm>
            <a:custGeom>
              <a:avLst/>
              <a:gdLst/>
              <a:ahLst/>
              <a:cxnLst/>
              <a:rect l="l" t="t" r="r" b="b"/>
              <a:pathLst>
                <a:path w="262046" h="7954" extrusionOk="0">
                  <a:moveTo>
                    <a:pt x="1739" y="1"/>
                  </a:moveTo>
                  <a:lnTo>
                    <a:pt x="1727" y="239"/>
                  </a:lnTo>
                  <a:lnTo>
                    <a:pt x="798" y="941"/>
                  </a:lnTo>
                  <a:lnTo>
                    <a:pt x="1" y="1453"/>
                  </a:lnTo>
                  <a:lnTo>
                    <a:pt x="1" y="2465"/>
                  </a:lnTo>
                  <a:lnTo>
                    <a:pt x="1917" y="2394"/>
                  </a:lnTo>
                  <a:lnTo>
                    <a:pt x="3870" y="2346"/>
                  </a:lnTo>
                  <a:lnTo>
                    <a:pt x="5823" y="2560"/>
                  </a:lnTo>
                  <a:lnTo>
                    <a:pt x="7728" y="2596"/>
                  </a:lnTo>
                  <a:lnTo>
                    <a:pt x="9323" y="2941"/>
                  </a:lnTo>
                  <a:lnTo>
                    <a:pt x="11097" y="3180"/>
                  </a:lnTo>
                  <a:lnTo>
                    <a:pt x="12645" y="3608"/>
                  </a:lnTo>
                  <a:lnTo>
                    <a:pt x="14181" y="4061"/>
                  </a:lnTo>
                  <a:lnTo>
                    <a:pt x="16229" y="4037"/>
                  </a:lnTo>
                  <a:lnTo>
                    <a:pt x="17919" y="4346"/>
                  </a:lnTo>
                  <a:lnTo>
                    <a:pt x="19574" y="4692"/>
                  </a:lnTo>
                  <a:lnTo>
                    <a:pt x="20884" y="5358"/>
                  </a:lnTo>
                  <a:lnTo>
                    <a:pt x="22587" y="5739"/>
                  </a:lnTo>
                  <a:lnTo>
                    <a:pt x="24456" y="5418"/>
                  </a:lnTo>
                  <a:lnTo>
                    <a:pt x="26230" y="5513"/>
                  </a:lnTo>
                  <a:lnTo>
                    <a:pt x="28004" y="5716"/>
                  </a:lnTo>
                  <a:lnTo>
                    <a:pt x="29742" y="5668"/>
                  </a:lnTo>
                  <a:lnTo>
                    <a:pt x="31564" y="5835"/>
                  </a:lnTo>
                  <a:lnTo>
                    <a:pt x="33469" y="5930"/>
                  </a:lnTo>
                  <a:lnTo>
                    <a:pt x="35041" y="6442"/>
                  </a:lnTo>
                  <a:lnTo>
                    <a:pt x="36779" y="6763"/>
                  </a:lnTo>
                  <a:lnTo>
                    <a:pt x="38565" y="7013"/>
                  </a:lnTo>
                  <a:lnTo>
                    <a:pt x="40446" y="7156"/>
                  </a:lnTo>
                  <a:lnTo>
                    <a:pt x="42351" y="7263"/>
                  </a:lnTo>
                  <a:lnTo>
                    <a:pt x="43982" y="7692"/>
                  </a:lnTo>
                  <a:lnTo>
                    <a:pt x="45744" y="7609"/>
                  </a:lnTo>
                  <a:lnTo>
                    <a:pt x="47518" y="7502"/>
                  </a:lnTo>
                  <a:lnTo>
                    <a:pt x="49292" y="7728"/>
                  </a:lnTo>
                  <a:lnTo>
                    <a:pt x="51066" y="7918"/>
                  </a:lnTo>
                  <a:lnTo>
                    <a:pt x="52840" y="7597"/>
                  </a:lnTo>
                  <a:lnTo>
                    <a:pt x="54543" y="7502"/>
                  </a:lnTo>
                  <a:lnTo>
                    <a:pt x="56424" y="7716"/>
                  </a:lnTo>
                  <a:lnTo>
                    <a:pt x="57913" y="7251"/>
                  </a:lnTo>
                  <a:lnTo>
                    <a:pt x="59651" y="7168"/>
                  </a:lnTo>
                  <a:lnTo>
                    <a:pt x="61211" y="6811"/>
                  </a:lnTo>
                  <a:lnTo>
                    <a:pt x="62818" y="6537"/>
                  </a:lnTo>
                  <a:lnTo>
                    <a:pt x="64532" y="6406"/>
                  </a:lnTo>
                  <a:lnTo>
                    <a:pt x="66152" y="6132"/>
                  </a:lnTo>
                  <a:lnTo>
                    <a:pt x="67878" y="6013"/>
                  </a:lnTo>
                  <a:lnTo>
                    <a:pt x="69414" y="5620"/>
                  </a:lnTo>
                  <a:lnTo>
                    <a:pt x="71033" y="5346"/>
                  </a:lnTo>
                  <a:lnTo>
                    <a:pt x="72950" y="5501"/>
                  </a:lnTo>
                  <a:lnTo>
                    <a:pt x="74474" y="5204"/>
                  </a:lnTo>
                  <a:lnTo>
                    <a:pt x="76248" y="5466"/>
                  </a:lnTo>
                  <a:lnTo>
                    <a:pt x="77796" y="5989"/>
                  </a:lnTo>
                  <a:lnTo>
                    <a:pt x="79427" y="6430"/>
                  </a:lnTo>
                  <a:lnTo>
                    <a:pt x="81594" y="6430"/>
                  </a:lnTo>
                  <a:lnTo>
                    <a:pt x="83166" y="6930"/>
                  </a:lnTo>
                  <a:lnTo>
                    <a:pt x="84773" y="7406"/>
                  </a:lnTo>
                  <a:lnTo>
                    <a:pt x="86571" y="7716"/>
                  </a:lnTo>
                  <a:lnTo>
                    <a:pt x="88369" y="7561"/>
                  </a:lnTo>
                  <a:lnTo>
                    <a:pt x="90155" y="7537"/>
                  </a:lnTo>
                  <a:lnTo>
                    <a:pt x="91953" y="7668"/>
                  </a:lnTo>
                  <a:lnTo>
                    <a:pt x="93750" y="7883"/>
                  </a:lnTo>
                  <a:lnTo>
                    <a:pt x="95548" y="7871"/>
                  </a:lnTo>
                  <a:lnTo>
                    <a:pt x="97346" y="7704"/>
                  </a:lnTo>
                  <a:lnTo>
                    <a:pt x="99132" y="7847"/>
                  </a:lnTo>
                  <a:lnTo>
                    <a:pt x="100930" y="7942"/>
                  </a:lnTo>
                  <a:lnTo>
                    <a:pt x="102728" y="7644"/>
                  </a:lnTo>
                  <a:lnTo>
                    <a:pt x="104526" y="7763"/>
                  </a:lnTo>
                  <a:lnTo>
                    <a:pt x="106335" y="7573"/>
                  </a:lnTo>
                  <a:lnTo>
                    <a:pt x="108133" y="7763"/>
                  </a:lnTo>
                  <a:lnTo>
                    <a:pt x="109931" y="7644"/>
                  </a:lnTo>
                  <a:lnTo>
                    <a:pt x="111729" y="7918"/>
                  </a:lnTo>
                  <a:lnTo>
                    <a:pt x="113550" y="7752"/>
                  </a:lnTo>
                  <a:lnTo>
                    <a:pt x="115253" y="7442"/>
                  </a:lnTo>
                  <a:lnTo>
                    <a:pt x="117134" y="7561"/>
                  </a:lnTo>
                  <a:lnTo>
                    <a:pt x="118765" y="7073"/>
                  </a:lnTo>
                  <a:lnTo>
                    <a:pt x="120599" y="7073"/>
                  </a:lnTo>
                  <a:lnTo>
                    <a:pt x="122337" y="6859"/>
                  </a:lnTo>
                  <a:lnTo>
                    <a:pt x="124266" y="7061"/>
                  </a:lnTo>
                  <a:lnTo>
                    <a:pt x="125969" y="6751"/>
                  </a:lnTo>
                  <a:lnTo>
                    <a:pt x="127767" y="6668"/>
                  </a:lnTo>
                  <a:lnTo>
                    <a:pt x="129410" y="6228"/>
                  </a:lnTo>
                  <a:lnTo>
                    <a:pt x="131172" y="6061"/>
                  </a:lnTo>
                  <a:lnTo>
                    <a:pt x="132958" y="5930"/>
                  </a:lnTo>
                  <a:lnTo>
                    <a:pt x="134755" y="5858"/>
                  </a:lnTo>
                  <a:lnTo>
                    <a:pt x="136494" y="5620"/>
                  </a:lnTo>
                  <a:lnTo>
                    <a:pt x="138339" y="5644"/>
                  </a:lnTo>
                  <a:lnTo>
                    <a:pt x="140220" y="5739"/>
                  </a:lnTo>
                  <a:lnTo>
                    <a:pt x="141959" y="5513"/>
                  </a:lnTo>
                  <a:lnTo>
                    <a:pt x="143626" y="5096"/>
                  </a:lnTo>
                  <a:lnTo>
                    <a:pt x="145519" y="4966"/>
                  </a:lnTo>
                  <a:lnTo>
                    <a:pt x="147031" y="5608"/>
                  </a:lnTo>
                  <a:lnTo>
                    <a:pt x="148781" y="5870"/>
                  </a:lnTo>
                  <a:lnTo>
                    <a:pt x="150615" y="6049"/>
                  </a:lnTo>
                  <a:lnTo>
                    <a:pt x="152543" y="6120"/>
                  </a:lnTo>
                  <a:lnTo>
                    <a:pt x="154175" y="6537"/>
                  </a:lnTo>
                  <a:lnTo>
                    <a:pt x="155877" y="6859"/>
                  </a:lnTo>
                  <a:lnTo>
                    <a:pt x="157461" y="7323"/>
                  </a:lnTo>
                  <a:lnTo>
                    <a:pt x="159270" y="7537"/>
                  </a:lnTo>
                  <a:lnTo>
                    <a:pt x="161104" y="7537"/>
                  </a:lnTo>
                  <a:lnTo>
                    <a:pt x="162914" y="7680"/>
                  </a:lnTo>
                  <a:lnTo>
                    <a:pt x="164521" y="7394"/>
                  </a:lnTo>
                  <a:lnTo>
                    <a:pt x="166140" y="7121"/>
                  </a:lnTo>
                  <a:lnTo>
                    <a:pt x="167760" y="6847"/>
                  </a:lnTo>
                  <a:lnTo>
                    <a:pt x="169224" y="6394"/>
                  </a:lnTo>
                  <a:lnTo>
                    <a:pt x="170784" y="6049"/>
                  </a:lnTo>
                  <a:lnTo>
                    <a:pt x="172653" y="6073"/>
                  </a:lnTo>
                  <a:lnTo>
                    <a:pt x="174272" y="5787"/>
                  </a:lnTo>
                  <a:lnTo>
                    <a:pt x="175892" y="5501"/>
                  </a:lnTo>
                  <a:lnTo>
                    <a:pt x="177439" y="5144"/>
                  </a:lnTo>
                  <a:lnTo>
                    <a:pt x="179249" y="5108"/>
                  </a:lnTo>
                  <a:lnTo>
                    <a:pt x="181071" y="4977"/>
                  </a:lnTo>
                  <a:lnTo>
                    <a:pt x="182892" y="5204"/>
                  </a:lnTo>
                  <a:lnTo>
                    <a:pt x="184714" y="5061"/>
                  </a:lnTo>
                  <a:lnTo>
                    <a:pt x="186548" y="5335"/>
                  </a:lnTo>
                  <a:lnTo>
                    <a:pt x="188369" y="5239"/>
                  </a:lnTo>
                  <a:lnTo>
                    <a:pt x="190203" y="5287"/>
                  </a:lnTo>
                  <a:lnTo>
                    <a:pt x="192013" y="5204"/>
                  </a:lnTo>
                  <a:lnTo>
                    <a:pt x="193822" y="4942"/>
                  </a:lnTo>
                  <a:lnTo>
                    <a:pt x="195632" y="5144"/>
                  </a:lnTo>
                  <a:lnTo>
                    <a:pt x="197442" y="4918"/>
                  </a:lnTo>
                  <a:lnTo>
                    <a:pt x="199264" y="4906"/>
                  </a:lnTo>
                  <a:lnTo>
                    <a:pt x="201073" y="5156"/>
                  </a:lnTo>
                  <a:lnTo>
                    <a:pt x="202895" y="5085"/>
                  </a:lnTo>
                  <a:lnTo>
                    <a:pt x="204705" y="4906"/>
                  </a:lnTo>
                  <a:lnTo>
                    <a:pt x="206550" y="5061"/>
                  </a:lnTo>
                  <a:lnTo>
                    <a:pt x="208241" y="5263"/>
                  </a:lnTo>
                  <a:lnTo>
                    <a:pt x="209848" y="5513"/>
                  </a:lnTo>
                  <a:lnTo>
                    <a:pt x="211420" y="5811"/>
                  </a:lnTo>
                  <a:lnTo>
                    <a:pt x="212896" y="6204"/>
                  </a:lnTo>
                  <a:lnTo>
                    <a:pt x="214230" y="6740"/>
                  </a:lnTo>
                  <a:lnTo>
                    <a:pt x="216182" y="6656"/>
                  </a:lnTo>
                  <a:lnTo>
                    <a:pt x="217444" y="7263"/>
                  </a:lnTo>
                  <a:lnTo>
                    <a:pt x="218933" y="7644"/>
                  </a:lnTo>
                  <a:lnTo>
                    <a:pt x="220802" y="7549"/>
                  </a:lnTo>
                  <a:lnTo>
                    <a:pt x="222528" y="7787"/>
                  </a:lnTo>
                  <a:lnTo>
                    <a:pt x="224350" y="7740"/>
                  </a:lnTo>
                  <a:lnTo>
                    <a:pt x="226160" y="7716"/>
                  </a:lnTo>
                  <a:lnTo>
                    <a:pt x="227970" y="7692"/>
                  </a:lnTo>
                  <a:lnTo>
                    <a:pt x="229779" y="7585"/>
                  </a:lnTo>
                  <a:lnTo>
                    <a:pt x="231601" y="7811"/>
                  </a:lnTo>
                  <a:lnTo>
                    <a:pt x="233411" y="7668"/>
                  </a:lnTo>
                  <a:lnTo>
                    <a:pt x="235232" y="7954"/>
                  </a:lnTo>
                  <a:lnTo>
                    <a:pt x="237042" y="7609"/>
                  </a:lnTo>
                  <a:lnTo>
                    <a:pt x="238804" y="7549"/>
                  </a:lnTo>
                  <a:lnTo>
                    <a:pt x="240626" y="7573"/>
                  </a:lnTo>
                  <a:lnTo>
                    <a:pt x="242352" y="7263"/>
                  </a:lnTo>
                  <a:lnTo>
                    <a:pt x="244186" y="7371"/>
                  </a:lnTo>
                  <a:lnTo>
                    <a:pt x="246007" y="7454"/>
                  </a:lnTo>
                  <a:lnTo>
                    <a:pt x="247817" y="7466"/>
                  </a:lnTo>
                  <a:lnTo>
                    <a:pt x="249520" y="7037"/>
                  </a:lnTo>
                  <a:lnTo>
                    <a:pt x="251365" y="7180"/>
                  </a:lnTo>
                  <a:lnTo>
                    <a:pt x="253139" y="7061"/>
                  </a:lnTo>
                  <a:lnTo>
                    <a:pt x="254842" y="7263"/>
                  </a:lnTo>
                  <a:lnTo>
                    <a:pt x="256652" y="7204"/>
                  </a:lnTo>
                  <a:lnTo>
                    <a:pt x="258414" y="7263"/>
                  </a:lnTo>
                  <a:lnTo>
                    <a:pt x="260093" y="7597"/>
                  </a:lnTo>
                  <a:lnTo>
                    <a:pt x="262045" y="7621"/>
                  </a:lnTo>
                  <a:lnTo>
                    <a:pt x="261890" y="6632"/>
                  </a:lnTo>
                  <a:lnTo>
                    <a:pt x="261676" y="6001"/>
                  </a:lnTo>
                  <a:lnTo>
                    <a:pt x="261581" y="5227"/>
                  </a:lnTo>
                  <a:lnTo>
                    <a:pt x="260938" y="4477"/>
                  </a:lnTo>
                  <a:lnTo>
                    <a:pt x="260438" y="3727"/>
                  </a:lnTo>
                  <a:lnTo>
                    <a:pt x="260104" y="2965"/>
                  </a:lnTo>
                  <a:lnTo>
                    <a:pt x="260045" y="2191"/>
                  </a:lnTo>
                  <a:lnTo>
                    <a:pt x="260533" y="1382"/>
                  </a:lnTo>
                  <a:lnTo>
                    <a:pt x="259747" y="644"/>
                  </a:lnTo>
                  <a:lnTo>
                    <a:pt x="259354" y="1"/>
                  </a:lnTo>
                  <a:close/>
                </a:path>
              </a:pathLst>
            </a:custGeom>
            <a:solidFill>
              <a:schemeClr val="accent2"/>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8" name="Google Shape;158;p8"/>
            <p:cNvSpPr/>
            <p:nvPr/>
          </p:nvSpPr>
          <p:spPr>
            <a:xfrm>
              <a:off x="311036" y="279900"/>
              <a:ext cx="8496698" cy="4577996"/>
            </a:xfrm>
            <a:custGeom>
              <a:avLst/>
              <a:gdLst/>
              <a:ahLst/>
              <a:cxnLst/>
              <a:rect l="l" t="t" r="r" b="b"/>
              <a:pathLst>
                <a:path w="262082" h="141209" extrusionOk="0">
                  <a:moveTo>
                    <a:pt x="262069" y="12"/>
                  </a:moveTo>
                  <a:lnTo>
                    <a:pt x="256961" y="12"/>
                  </a:lnTo>
                  <a:lnTo>
                    <a:pt x="256961" y="2227"/>
                  </a:lnTo>
                  <a:cubicBezTo>
                    <a:pt x="258045" y="2822"/>
                    <a:pt x="258783" y="3989"/>
                    <a:pt x="258783" y="5323"/>
                  </a:cubicBezTo>
                  <a:cubicBezTo>
                    <a:pt x="258783" y="7263"/>
                    <a:pt x="257211" y="8847"/>
                    <a:pt x="255259" y="8847"/>
                  </a:cubicBezTo>
                  <a:cubicBezTo>
                    <a:pt x="253306" y="8847"/>
                    <a:pt x="251723" y="7263"/>
                    <a:pt x="251723" y="5323"/>
                  </a:cubicBezTo>
                  <a:cubicBezTo>
                    <a:pt x="251723" y="3989"/>
                    <a:pt x="252473" y="2822"/>
                    <a:pt x="253556" y="2227"/>
                  </a:cubicBezTo>
                  <a:lnTo>
                    <a:pt x="253556" y="12"/>
                  </a:lnTo>
                  <a:lnTo>
                    <a:pt x="245258" y="12"/>
                  </a:lnTo>
                  <a:lnTo>
                    <a:pt x="245258" y="2227"/>
                  </a:lnTo>
                  <a:cubicBezTo>
                    <a:pt x="246353" y="2822"/>
                    <a:pt x="247091" y="3989"/>
                    <a:pt x="247091" y="5323"/>
                  </a:cubicBezTo>
                  <a:cubicBezTo>
                    <a:pt x="247091" y="7263"/>
                    <a:pt x="245508" y="8847"/>
                    <a:pt x="243555" y="8847"/>
                  </a:cubicBezTo>
                  <a:cubicBezTo>
                    <a:pt x="241602" y="8847"/>
                    <a:pt x="240031" y="7263"/>
                    <a:pt x="240031" y="5323"/>
                  </a:cubicBezTo>
                  <a:cubicBezTo>
                    <a:pt x="240031" y="3989"/>
                    <a:pt x="240769" y="2822"/>
                    <a:pt x="241852" y="2227"/>
                  </a:cubicBezTo>
                  <a:lnTo>
                    <a:pt x="241852" y="12"/>
                  </a:lnTo>
                  <a:lnTo>
                    <a:pt x="233554" y="12"/>
                  </a:lnTo>
                  <a:lnTo>
                    <a:pt x="233554" y="2227"/>
                  </a:lnTo>
                  <a:cubicBezTo>
                    <a:pt x="234649" y="2822"/>
                    <a:pt x="235387" y="3989"/>
                    <a:pt x="235387" y="5323"/>
                  </a:cubicBezTo>
                  <a:cubicBezTo>
                    <a:pt x="235387" y="7263"/>
                    <a:pt x="233804" y="8847"/>
                    <a:pt x="231851" y="8847"/>
                  </a:cubicBezTo>
                  <a:cubicBezTo>
                    <a:pt x="229910" y="8847"/>
                    <a:pt x="228327" y="7263"/>
                    <a:pt x="228327" y="5323"/>
                  </a:cubicBezTo>
                  <a:cubicBezTo>
                    <a:pt x="228327" y="3989"/>
                    <a:pt x="229065" y="2822"/>
                    <a:pt x="230160" y="2227"/>
                  </a:cubicBezTo>
                  <a:lnTo>
                    <a:pt x="230160" y="12"/>
                  </a:lnTo>
                  <a:lnTo>
                    <a:pt x="221850" y="12"/>
                  </a:lnTo>
                  <a:lnTo>
                    <a:pt x="221850" y="2227"/>
                  </a:lnTo>
                  <a:cubicBezTo>
                    <a:pt x="222945" y="2822"/>
                    <a:pt x="223683" y="3989"/>
                    <a:pt x="223683" y="5323"/>
                  </a:cubicBezTo>
                  <a:cubicBezTo>
                    <a:pt x="223683" y="7263"/>
                    <a:pt x="222100" y="8847"/>
                    <a:pt x="220159" y="8847"/>
                  </a:cubicBezTo>
                  <a:cubicBezTo>
                    <a:pt x="218207" y="8847"/>
                    <a:pt x="216623" y="7263"/>
                    <a:pt x="216623" y="5323"/>
                  </a:cubicBezTo>
                  <a:cubicBezTo>
                    <a:pt x="216623" y="3989"/>
                    <a:pt x="217361" y="2822"/>
                    <a:pt x="218457" y="2227"/>
                  </a:cubicBezTo>
                  <a:lnTo>
                    <a:pt x="218457" y="12"/>
                  </a:lnTo>
                  <a:lnTo>
                    <a:pt x="210158" y="12"/>
                  </a:lnTo>
                  <a:lnTo>
                    <a:pt x="210158" y="2227"/>
                  </a:lnTo>
                  <a:cubicBezTo>
                    <a:pt x="211241" y="2822"/>
                    <a:pt x="211980" y="3989"/>
                    <a:pt x="211980" y="5323"/>
                  </a:cubicBezTo>
                  <a:cubicBezTo>
                    <a:pt x="211980" y="7263"/>
                    <a:pt x="210408" y="8847"/>
                    <a:pt x="208455" y="8847"/>
                  </a:cubicBezTo>
                  <a:cubicBezTo>
                    <a:pt x="206503" y="8847"/>
                    <a:pt x="204919" y="7263"/>
                    <a:pt x="204919" y="5323"/>
                  </a:cubicBezTo>
                  <a:cubicBezTo>
                    <a:pt x="204919" y="3989"/>
                    <a:pt x="205657" y="2822"/>
                    <a:pt x="206753" y="2227"/>
                  </a:cubicBezTo>
                  <a:lnTo>
                    <a:pt x="206753" y="12"/>
                  </a:lnTo>
                  <a:lnTo>
                    <a:pt x="198454" y="12"/>
                  </a:lnTo>
                  <a:lnTo>
                    <a:pt x="198454" y="2227"/>
                  </a:lnTo>
                  <a:cubicBezTo>
                    <a:pt x="199538" y="2822"/>
                    <a:pt x="200288" y="3989"/>
                    <a:pt x="200288" y="5323"/>
                  </a:cubicBezTo>
                  <a:cubicBezTo>
                    <a:pt x="200288" y="7263"/>
                    <a:pt x="198704" y="8847"/>
                    <a:pt x="196752" y="8847"/>
                  </a:cubicBezTo>
                  <a:cubicBezTo>
                    <a:pt x="194799" y="8847"/>
                    <a:pt x="193227" y="7263"/>
                    <a:pt x="193227" y="5323"/>
                  </a:cubicBezTo>
                  <a:cubicBezTo>
                    <a:pt x="193227" y="3989"/>
                    <a:pt x="193965" y="2822"/>
                    <a:pt x="195049" y="2227"/>
                  </a:cubicBezTo>
                  <a:lnTo>
                    <a:pt x="195049" y="12"/>
                  </a:lnTo>
                  <a:lnTo>
                    <a:pt x="185810" y="12"/>
                  </a:lnTo>
                  <a:lnTo>
                    <a:pt x="185810" y="2227"/>
                  </a:lnTo>
                  <a:cubicBezTo>
                    <a:pt x="186893" y="2822"/>
                    <a:pt x="187631" y="3989"/>
                    <a:pt x="187631" y="5323"/>
                  </a:cubicBezTo>
                  <a:cubicBezTo>
                    <a:pt x="187631" y="7263"/>
                    <a:pt x="186060" y="8847"/>
                    <a:pt x="184107" y="8847"/>
                  </a:cubicBezTo>
                  <a:cubicBezTo>
                    <a:pt x="182154" y="8847"/>
                    <a:pt x="180571" y="7263"/>
                    <a:pt x="180571" y="5323"/>
                  </a:cubicBezTo>
                  <a:cubicBezTo>
                    <a:pt x="180571" y="3989"/>
                    <a:pt x="181309" y="2822"/>
                    <a:pt x="182404" y="2227"/>
                  </a:cubicBezTo>
                  <a:lnTo>
                    <a:pt x="182404" y="12"/>
                  </a:lnTo>
                  <a:lnTo>
                    <a:pt x="174106" y="12"/>
                  </a:lnTo>
                  <a:lnTo>
                    <a:pt x="174106" y="2227"/>
                  </a:lnTo>
                  <a:cubicBezTo>
                    <a:pt x="175189" y="2822"/>
                    <a:pt x="175939" y="3989"/>
                    <a:pt x="175939" y="5323"/>
                  </a:cubicBezTo>
                  <a:cubicBezTo>
                    <a:pt x="175939" y="7263"/>
                    <a:pt x="174356" y="8847"/>
                    <a:pt x="172403" y="8847"/>
                  </a:cubicBezTo>
                  <a:cubicBezTo>
                    <a:pt x="170451" y="8847"/>
                    <a:pt x="168879" y="7263"/>
                    <a:pt x="168879" y="5323"/>
                  </a:cubicBezTo>
                  <a:cubicBezTo>
                    <a:pt x="168879" y="3989"/>
                    <a:pt x="169617" y="2822"/>
                    <a:pt x="170701" y="2227"/>
                  </a:cubicBezTo>
                  <a:lnTo>
                    <a:pt x="170701" y="12"/>
                  </a:lnTo>
                  <a:lnTo>
                    <a:pt x="162402" y="12"/>
                  </a:lnTo>
                  <a:lnTo>
                    <a:pt x="162402" y="2227"/>
                  </a:lnTo>
                  <a:cubicBezTo>
                    <a:pt x="163497" y="2822"/>
                    <a:pt x="164236" y="3989"/>
                    <a:pt x="164236" y="5323"/>
                  </a:cubicBezTo>
                  <a:cubicBezTo>
                    <a:pt x="164236" y="7263"/>
                    <a:pt x="162652" y="8847"/>
                    <a:pt x="160699" y="8847"/>
                  </a:cubicBezTo>
                  <a:cubicBezTo>
                    <a:pt x="158759" y="8847"/>
                    <a:pt x="157175" y="7263"/>
                    <a:pt x="157175" y="5323"/>
                  </a:cubicBezTo>
                  <a:cubicBezTo>
                    <a:pt x="157175" y="3989"/>
                    <a:pt x="157913" y="2822"/>
                    <a:pt x="159009" y="2227"/>
                  </a:cubicBezTo>
                  <a:lnTo>
                    <a:pt x="159009" y="12"/>
                  </a:lnTo>
                  <a:lnTo>
                    <a:pt x="150698" y="12"/>
                  </a:lnTo>
                  <a:lnTo>
                    <a:pt x="150698" y="2227"/>
                  </a:lnTo>
                  <a:cubicBezTo>
                    <a:pt x="151794" y="2822"/>
                    <a:pt x="152532" y="3989"/>
                    <a:pt x="152532" y="5323"/>
                  </a:cubicBezTo>
                  <a:cubicBezTo>
                    <a:pt x="152532" y="7263"/>
                    <a:pt x="150948" y="8847"/>
                    <a:pt x="149007" y="8847"/>
                  </a:cubicBezTo>
                  <a:cubicBezTo>
                    <a:pt x="147055" y="8847"/>
                    <a:pt x="145471" y="7263"/>
                    <a:pt x="145471" y="5323"/>
                  </a:cubicBezTo>
                  <a:cubicBezTo>
                    <a:pt x="145471" y="3989"/>
                    <a:pt x="146209" y="2822"/>
                    <a:pt x="147305" y="2227"/>
                  </a:cubicBezTo>
                  <a:lnTo>
                    <a:pt x="147305" y="12"/>
                  </a:lnTo>
                  <a:lnTo>
                    <a:pt x="139006" y="12"/>
                  </a:lnTo>
                  <a:lnTo>
                    <a:pt x="139006" y="2227"/>
                  </a:lnTo>
                  <a:cubicBezTo>
                    <a:pt x="140090" y="2822"/>
                    <a:pt x="140828" y="3989"/>
                    <a:pt x="140828" y="5323"/>
                  </a:cubicBezTo>
                  <a:cubicBezTo>
                    <a:pt x="140828" y="7263"/>
                    <a:pt x="139256" y="8847"/>
                    <a:pt x="137304" y="8847"/>
                  </a:cubicBezTo>
                  <a:cubicBezTo>
                    <a:pt x="135351" y="8847"/>
                    <a:pt x="133767" y="7263"/>
                    <a:pt x="133767" y="5323"/>
                  </a:cubicBezTo>
                  <a:cubicBezTo>
                    <a:pt x="133767" y="3989"/>
                    <a:pt x="134506" y="2822"/>
                    <a:pt x="135601" y="2227"/>
                  </a:cubicBezTo>
                  <a:lnTo>
                    <a:pt x="135601" y="12"/>
                  </a:lnTo>
                  <a:lnTo>
                    <a:pt x="127302" y="12"/>
                  </a:lnTo>
                  <a:lnTo>
                    <a:pt x="127302" y="2227"/>
                  </a:lnTo>
                  <a:cubicBezTo>
                    <a:pt x="128386" y="2822"/>
                    <a:pt x="129136" y="3989"/>
                    <a:pt x="129136" y="5323"/>
                  </a:cubicBezTo>
                  <a:cubicBezTo>
                    <a:pt x="129136" y="7263"/>
                    <a:pt x="127552" y="8847"/>
                    <a:pt x="125600" y="8847"/>
                  </a:cubicBezTo>
                  <a:cubicBezTo>
                    <a:pt x="123647" y="8847"/>
                    <a:pt x="122076" y="7263"/>
                    <a:pt x="122076" y="5323"/>
                  </a:cubicBezTo>
                  <a:cubicBezTo>
                    <a:pt x="122076" y="3989"/>
                    <a:pt x="122814" y="2822"/>
                    <a:pt x="123897" y="2227"/>
                  </a:cubicBezTo>
                  <a:lnTo>
                    <a:pt x="123897" y="12"/>
                  </a:lnTo>
                  <a:lnTo>
                    <a:pt x="115599" y="12"/>
                  </a:lnTo>
                  <a:lnTo>
                    <a:pt x="115599" y="2227"/>
                  </a:lnTo>
                  <a:cubicBezTo>
                    <a:pt x="116694" y="2822"/>
                    <a:pt x="117432" y="3989"/>
                    <a:pt x="117432" y="5323"/>
                  </a:cubicBezTo>
                  <a:cubicBezTo>
                    <a:pt x="117432" y="7263"/>
                    <a:pt x="115849" y="8847"/>
                    <a:pt x="113896" y="8847"/>
                  </a:cubicBezTo>
                  <a:cubicBezTo>
                    <a:pt x="111955" y="8847"/>
                    <a:pt x="110372" y="7263"/>
                    <a:pt x="110372" y="5323"/>
                  </a:cubicBezTo>
                  <a:cubicBezTo>
                    <a:pt x="110372" y="3989"/>
                    <a:pt x="111110" y="2822"/>
                    <a:pt x="112205" y="2227"/>
                  </a:cubicBezTo>
                  <a:lnTo>
                    <a:pt x="112205" y="12"/>
                  </a:lnTo>
                  <a:lnTo>
                    <a:pt x="103895" y="12"/>
                  </a:lnTo>
                  <a:lnTo>
                    <a:pt x="103895" y="2227"/>
                  </a:lnTo>
                  <a:cubicBezTo>
                    <a:pt x="104990" y="2822"/>
                    <a:pt x="105728" y="3989"/>
                    <a:pt x="105728" y="5323"/>
                  </a:cubicBezTo>
                  <a:cubicBezTo>
                    <a:pt x="105728" y="7263"/>
                    <a:pt x="104145" y="8847"/>
                    <a:pt x="102204" y="8847"/>
                  </a:cubicBezTo>
                  <a:cubicBezTo>
                    <a:pt x="100632" y="8847"/>
                    <a:pt x="99311" y="7835"/>
                    <a:pt x="98846" y="6418"/>
                  </a:cubicBezTo>
                  <a:lnTo>
                    <a:pt x="98811" y="4323"/>
                  </a:lnTo>
                  <a:cubicBezTo>
                    <a:pt x="99073" y="3418"/>
                    <a:pt x="99692" y="2668"/>
                    <a:pt x="100501" y="2227"/>
                  </a:cubicBezTo>
                  <a:lnTo>
                    <a:pt x="100501" y="12"/>
                  </a:lnTo>
                  <a:lnTo>
                    <a:pt x="91953" y="12"/>
                  </a:lnTo>
                  <a:lnTo>
                    <a:pt x="91953" y="2227"/>
                  </a:lnTo>
                  <a:cubicBezTo>
                    <a:pt x="93048" y="2822"/>
                    <a:pt x="93786" y="3989"/>
                    <a:pt x="93786" y="5323"/>
                  </a:cubicBezTo>
                  <a:cubicBezTo>
                    <a:pt x="93786" y="7263"/>
                    <a:pt x="92203" y="8847"/>
                    <a:pt x="90250" y="8847"/>
                  </a:cubicBezTo>
                  <a:cubicBezTo>
                    <a:pt x="88309" y="8847"/>
                    <a:pt x="86726" y="7263"/>
                    <a:pt x="86726" y="5323"/>
                  </a:cubicBezTo>
                  <a:cubicBezTo>
                    <a:pt x="86726" y="3989"/>
                    <a:pt x="87464" y="2822"/>
                    <a:pt x="88559" y="2227"/>
                  </a:cubicBezTo>
                  <a:lnTo>
                    <a:pt x="88559" y="12"/>
                  </a:lnTo>
                  <a:lnTo>
                    <a:pt x="80249" y="12"/>
                  </a:lnTo>
                  <a:lnTo>
                    <a:pt x="80249" y="2227"/>
                  </a:lnTo>
                  <a:cubicBezTo>
                    <a:pt x="81344" y="2822"/>
                    <a:pt x="82082" y="3989"/>
                    <a:pt x="82082" y="5323"/>
                  </a:cubicBezTo>
                  <a:cubicBezTo>
                    <a:pt x="82082" y="7263"/>
                    <a:pt x="80499" y="8847"/>
                    <a:pt x="78558" y="8847"/>
                  </a:cubicBezTo>
                  <a:cubicBezTo>
                    <a:pt x="76606" y="8847"/>
                    <a:pt x="75022" y="7263"/>
                    <a:pt x="75022" y="5323"/>
                  </a:cubicBezTo>
                  <a:cubicBezTo>
                    <a:pt x="75022" y="3989"/>
                    <a:pt x="75760" y="2822"/>
                    <a:pt x="76856" y="2227"/>
                  </a:cubicBezTo>
                  <a:lnTo>
                    <a:pt x="76856" y="12"/>
                  </a:lnTo>
                  <a:lnTo>
                    <a:pt x="68557" y="12"/>
                  </a:lnTo>
                  <a:lnTo>
                    <a:pt x="68557" y="2227"/>
                  </a:lnTo>
                  <a:cubicBezTo>
                    <a:pt x="69640" y="2822"/>
                    <a:pt x="70379" y="3989"/>
                    <a:pt x="70379" y="5323"/>
                  </a:cubicBezTo>
                  <a:cubicBezTo>
                    <a:pt x="70379" y="7263"/>
                    <a:pt x="68807" y="8847"/>
                    <a:pt x="66854" y="8847"/>
                  </a:cubicBezTo>
                  <a:cubicBezTo>
                    <a:pt x="64902" y="8847"/>
                    <a:pt x="63318" y="7263"/>
                    <a:pt x="63318" y="5323"/>
                  </a:cubicBezTo>
                  <a:cubicBezTo>
                    <a:pt x="63318" y="3989"/>
                    <a:pt x="64068" y="2822"/>
                    <a:pt x="65152" y="2227"/>
                  </a:cubicBezTo>
                  <a:lnTo>
                    <a:pt x="65152" y="12"/>
                  </a:lnTo>
                  <a:lnTo>
                    <a:pt x="56853" y="12"/>
                  </a:lnTo>
                  <a:lnTo>
                    <a:pt x="56853" y="2227"/>
                  </a:lnTo>
                  <a:cubicBezTo>
                    <a:pt x="57948" y="2822"/>
                    <a:pt x="58687" y="3989"/>
                    <a:pt x="58687" y="5323"/>
                  </a:cubicBezTo>
                  <a:cubicBezTo>
                    <a:pt x="58687" y="7263"/>
                    <a:pt x="57103" y="8847"/>
                    <a:pt x="55150" y="8847"/>
                  </a:cubicBezTo>
                  <a:cubicBezTo>
                    <a:pt x="53198" y="8847"/>
                    <a:pt x="51626" y="7263"/>
                    <a:pt x="51626" y="5323"/>
                  </a:cubicBezTo>
                  <a:cubicBezTo>
                    <a:pt x="51626" y="3989"/>
                    <a:pt x="52364" y="2822"/>
                    <a:pt x="53448" y="2227"/>
                  </a:cubicBezTo>
                  <a:lnTo>
                    <a:pt x="53448" y="12"/>
                  </a:lnTo>
                  <a:lnTo>
                    <a:pt x="45149" y="12"/>
                  </a:lnTo>
                  <a:lnTo>
                    <a:pt x="45149" y="2227"/>
                  </a:lnTo>
                  <a:cubicBezTo>
                    <a:pt x="46245" y="2822"/>
                    <a:pt x="46983" y="3989"/>
                    <a:pt x="46983" y="5323"/>
                  </a:cubicBezTo>
                  <a:cubicBezTo>
                    <a:pt x="46983" y="7263"/>
                    <a:pt x="45399" y="8847"/>
                    <a:pt x="43447" y="8847"/>
                  </a:cubicBezTo>
                  <a:cubicBezTo>
                    <a:pt x="41506" y="8847"/>
                    <a:pt x="39922" y="7263"/>
                    <a:pt x="39922" y="5323"/>
                  </a:cubicBezTo>
                  <a:cubicBezTo>
                    <a:pt x="39922" y="3989"/>
                    <a:pt x="40661" y="2822"/>
                    <a:pt x="41756" y="2227"/>
                  </a:cubicBezTo>
                  <a:lnTo>
                    <a:pt x="41756" y="12"/>
                  </a:lnTo>
                  <a:lnTo>
                    <a:pt x="33445" y="12"/>
                  </a:lnTo>
                  <a:lnTo>
                    <a:pt x="33445" y="2227"/>
                  </a:lnTo>
                  <a:cubicBezTo>
                    <a:pt x="34541" y="2822"/>
                    <a:pt x="35279" y="3989"/>
                    <a:pt x="35279" y="5323"/>
                  </a:cubicBezTo>
                  <a:cubicBezTo>
                    <a:pt x="35279" y="7263"/>
                    <a:pt x="33695" y="8847"/>
                    <a:pt x="31755" y="8847"/>
                  </a:cubicBezTo>
                  <a:cubicBezTo>
                    <a:pt x="29802" y="8847"/>
                    <a:pt x="28219" y="7263"/>
                    <a:pt x="28219" y="5323"/>
                  </a:cubicBezTo>
                  <a:cubicBezTo>
                    <a:pt x="28219" y="3989"/>
                    <a:pt x="28957" y="2822"/>
                    <a:pt x="30052" y="2227"/>
                  </a:cubicBezTo>
                  <a:lnTo>
                    <a:pt x="30052" y="12"/>
                  </a:lnTo>
                  <a:lnTo>
                    <a:pt x="21753" y="12"/>
                  </a:lnTo>
                  <a:lnTo>
                    <a:pt x="21753" y="2227"/>
                  </a:lnTo>
                  <a:cubicBezTo>
                    <a:pt x="22837" y="2822"/>
                    <a:pt x="23575" y="3989"/>
                    <a:pt x="23575" y="5323"/>
                  </a:cubicBezTo>
                  <a:cubicBezTo>
                    <a:pt x="23575" y="7263"/>
                    <a:pt x="22003" y="8847"/>
                    <a:pt x="20051" y="8847"/>
                  </a:cubicBezTo>
                  <a:cubicBezTo>
                    <a:pt x="18098" y="8847"/>
                    <a:pt x="16515" y="7263"/>
                    <a:pt x="16515" y="5323"/>
                  </a:cubicBezTo>
                  <a:cubicBezTo>
                    <a:pt x="16515" y="3989"/>
                    <a:pt x="17265" y="2822"/>
                    <a:pt x="18348" y="2227"/>
                  </a:cubicBezTo>
                  <a:lnTo>
                    <a:pt x="18348" y="12"/>
                  </a:lnTo>
                  <a:lnTo>
                    <a:pt x="10050" y="12"/>
                  </a:lnTo>
                  <a:lnTo>
                    <a:pt x="10050" y="2227"/>
                  </a:lnTo>
                  <a:cubicBezTo>
                    <a:pt x="11145" y="2822"/>
                    <a:pt x="11883" y="3989"/>
                    <a:pt x="11883" y="5323"/>
                  </a:cubicBezTo>
                  <a:cubicBezTo>
                    <a:pt x="11883" y="7263"/>
                    <a:pt x="10300" y="8847"/>
                    <a:pt x="8347" y="8847"/>
                  </a:cubicBezTo>
                  <a:cubicBezTo>
                    <a:pt x="6394" y="8847"/>
                    <a:pt x="4823" y="7263"/>
                    <a:pt x="4823" y="5323"/>
                  </a:cubicBezTo>
                  <a:cubicBezTo>
                    <a:pt x="4823" y="3989"/>
                    <a:pt x="5561" y="2822"/>
                    <a:pt x="6644" y="2227"/>
                  </a:cubicBezTo>
                  <a:lnTo>
                    <a:pt x="6644" y="12"/>
                  </a:lnTo>
                  <a:lnTo>
                    <a:pt x="239" y="12"/>
                  </a:lnTo>
                  <a:lnTo>
                    <a:pt x="239" y="110550"/>
                  </a:lnTo>
                  <a:lnTo>
                    <a:pt x="1" y="136267"/>
                  </a:lnTo>
                  <a:lnTo>
                    <a:pt x="7811" y="134767"/>
                  </a:lnTo>
                  <a:lnTo>
                    <a:pt x="22718" y="137839"/>
                  </a:lnTo>
                  <a:lnTo>
                    <a:pt x="29814" y="137839"/>
                  </a:lnTo>
                  <a:lnTo>
                    <a:pt x="44006" y="139982"/>
                  </a:lnTo>
                  <a:lnTo>
                    <a:pt x="54662" y="139982"/>
                  </a:lnTo>
                  <a:lnTo>
                    <a:pt x="74534" y="137375"/>
                  </a:lnTo>
                  <a:lnTo>
                    <a:pt x="86595" y="139982"/>
                  </a:lnTo>
                  <a:lnTo>
                    <a:pt x="113574" y="139982"/>
                  </a:lnTo>
                  <a:lnTo>
                    <a:pt x="145519" y="137375"/>
                  </a:lnTo>
                  <a:lnTo>
                    <a:pt x="161128" y="139982"/>
                  </a:lnTo>
                  <a:lnTo>
                    <a:pt x="177463" y="137375"/>
                  </a:lnTo>
                  <a:lnTo>
                    <a:pt x="206562" y="137375"/>
                  </a:lnTo>
                  <a:lnTo>
                    <a:pt x="220755" y="139982"/>
                  </a:lnTo>
                  <a:lnTo>
                    <a:pt x="237090" y="139982"/>
                  </a:lnTo>
                  <a:lnTo>
                    <a:pt x="253175" y="139268"/>
                  </a:lnTo>
                  <a:lnTo>
                    <a:pt x="261926" y="141208"/>
                  </a:lnTo>
                  <a:lnTo>
                    <a:pt x="262081" y="1"/>
                  </a:lnTo>
                  <a:close/>
                </a:path>
              </a:pathLst>
            </a:custGeom>
            <a:gradFill>
              <a:gsLst>
                <a:gs pos="0">
                  <a:schemeClr val="lt1"/>
                </a:gs>
                <a:gs pos="100000">
                  <a:schemeClr val="accen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9" name="Google Shape;159;p8"/>
            <p:cNvSpPr/>
            <p:nvPr/>
          </p:nvSpPr>
          <p:spPr>
            <a:xfrm>
              <a:off x="636825" y="1219860"/>
              <a:ext cx="7850114" cy="4668"/>
            </a:xfrm>
            <a:custGeom>
              <a:avLst/>
              <a:gdLst/>
              <a:ahLst/>
              <a:cxnLst/>
              <a:rect l="l" t="t" r="r" b="b"/>
              <a:pathLst>
                <a:path w="242138" h="144" extrusionOk="0">
                  <a:moveTo>
                    <a:pt x="1" y="0"/>
                  </a:moveTo>
                  <a:lnTo>
                    <a:pt x="1" y="143"/>
                  </a:lnTo>
                  <a:lnTo>
                    <a:pt x="242138" y="143"/>
                  </a:lnTo>
                  <a:lnTo>
                    <a:pt x="242138"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0" name="Google Shape;160;p8"/>
            <p:cNvSpPr/>
            <p:nvPr/>
          </p:nvSpPr>
          <p:spPr>
            <a:xfrm>
              <a:off x="636825" y="1534074"/>
              <a:ext cx="7850114" cy="4636"/>
            </a:xfrm>
            <a:custGeom>
              <a:avLst/>
              <a:gdLst/>
              <a:ahLst/>
              <a:cxnLst/>
              <a:rect l="l" t="t" r="r" b="b"/>
              <a:pathLst>
                <a:path w="242138" h="143" extrusionOk="0">
                  <a:moveTo>
                    <a:pt x="1" y="0"/>
                  </a:moveTo>
                  <a:lnTo>
                    <a:pt x="1" y="143"/>
                  </a:lnTo>
                  <a:lnTo>
                    <a:pt x="242138" y="143"/>
                  </a:lnTo>
                  <a:lnTo>
                    <a:pt x="242138"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1" name="Google Shape;161;p8"/>
            <p:cNvSpPr/>
            <p:nvPr/>
          </p:nvSpPr>
          <p:spPr>
            <a:xfrm>
              <a:off x="636825" y="1848257"/>
              <a:ext cx="7850114" cy="5058"/>
            </a:xfrm>
            <a:custGeom>
              <a:avLst/>
              <a:gdLst/>
              <a:ahLst/>
              <a:cxnLst/>
              <a:rect l="l" t="t" r="r" b="b"/>
              <a:pathLst>
                <a:path w="242138" h="156" extrusionOk="0">
                  <a:moveTo>
                    <a:pt x="1" y="1"/>
                  </a:moveTo>
                  <a:lnTo>
                    <a:pt x="1" y="156"/>
                  </a:lnTo>
                  <a:lnTo>
                    <a:pt x="242138" y="156"/>
                  </a:lnTo>
                  <a:lnTo>
                    <a:pt x="242138"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2" name="Google Shape;162;p8"/>
            <p:cNvSpPr/>
            <p:nvPr/>
          </p:nvSpPr>
          <p:spPr>
            <a:xfrm>
              <a:off x="636825" y="2162860"/>
              <a:ext cx="7850114" cy="4668"/>
            </a:xfrm>
            <a:custGeom>
              <a:avLst/>
              <a:gdLst/>
              <a:ahLst/>
              <a:cxnLst/>
              <a:rect l="l" t="t" r="r" b="b"/>
              <a:pathLst>
                <a:path w="242138" h="144" extrusionOk="0">
                  <a:moveTo>
                    <a:pt x="1" y="0"/>
                  </a:moveTo>
                  <a:lnTo>
                    <a:pt x="1" y="143"/>
                  </a:lnTo>
                  <a:lnTo>
                    <a:pt x="242138" y="143"/>
                  </a:lnTo>
                  <a:lnTo>
                    <a:pt x="242138"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3" name="Google Shape;163;p8"/>
            <p:cNvSpPr/>
            <p:nvPr/>
          </p:nvSpPr>
          <p:spPr>
            <a:xfrm>
              <a:off x="636825" y="2477075"/>
              <a:ext cx="7850114" cy="5025"/>
            </a:xfrm>
            <a:custGeom>
              <a:avLst/>
              <a:gdLst/>
              <a:ahLst/>
              <a:cxnLst/>
              <a:rect l="l" t="t" r="r" b="b"/>
              <a:pathLst>
                <a:path w="242138" h="155" extrusionOk="0">
                  <a:moveTo>
                    <a:pt x="1" y="0"/>
                  </a:moveTo>
                  <a:lnTo>
                    <a:pt x="1" y="155"/>
                  </a:lnTo>
                  <a:lnTo>
                    <a:pt x="242138" y="155"/>
                  </a:lnTo>
                  <a:lnTo>
                    <a:pt x="242138"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4" name="Google Shape;164;p8"/>
            <p:cNvSpPr/>
            <p:nvPr/>
          </p:nvSpPr>
          <p:spPr>
            <a:xfrm>
              <a:off x="636825" y="2791646"/>
              <a:ext cx="7850114" cy="4668"/>
            </a:xfrm>
            <a:custGeom>
              <a:avLst/>
              <a:gdLst/>
              <a:ahLst/>
              <a:cxnLst/>
              <a:rect l="l" t="t" r="r" b="b"/>
              <a:pathLst>
                <a:path w="242138" h="144" extrusionOk="0">
                  <a:moveTo>
                    <a:pt x="1" y="1"/>
                  </a:moveTo>
                  <a:lnTo>
                    <a:pt x="1" y="143"/>
                  </a:lnTo>
                  <a:lnTo>
                    <a:pt x="242138" y="143"/>
                  </a:lnTo>
                  <a:lnTo>
                    <a:pt x="242138"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5" name="Google Shape;165;p8"/>
            <p:cNvSpPr/>
            <p:nvPr/>
          </p:nvSpPr>
          <p:spPr>
            <a:xfrm>
              <a:off x="648788" y="3110497"/>
              <a:ext cx="7850146" cy="5025"/>
            </a:xfrm>
            <a:custGeom>
              <a:avLst/>
              <a:gdLst/>
              <a:ahLst/>
              <a:cxnLst/>
              <a:rect l="l" t="t" r="r" b="b"/>
              <a:pathLst>
                <a:path w="242139" h="155" extrusionOk="0">
                  <a:moveTo>
                    <a:pt x="1" y="0"/>
                  </a:moveTo>
                  <a:lnTo>
                    <a:pt x="1" y="155"/>
                  </a:lnTo>
                  <a:lnTo>
                    <a:pt x="242138" y="155"/>
                  </a:lnTo>
                  <a:lnTo>
                    <a:pt x="242138"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6" name="Google Shape;166;p8"/>
            <p:cNvSpPr/>
            <p:nvPr/>
          </p:nvSpPr>
          <p:spPr>
            <a:xfrm>
              <a:off x="648788" y="3425068"/>
              <a:ext cx="7850146" cy="4668"/>
            </a:xfrm>
            <a:custGeom>
              <a:avLst/>
              <a:gdLst/>
              <a:ahLst/>
              <a:cxnLst/>
              <a:rect l="l" t="t" r="r" b="b"/>
              <a:pathLst>
                <a:path w="242139" h="144" extrusionOk="0">
                  <a:moveTo>
                    <a:pt x="1" y="1"/>
                  </a:moveTo>
                  <a:lnTo>
                    <a:pt x="1" y="144"/>
                  </a:lnTo>
                  <a:lnTo>
                    <a:pt x="242138" y="144"/>
                  </a:lnTo>
                  <a:lnTo>
                    <a:pt x="242138"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7" name="Google Shape;167;p8"/>
            <p:cNvSpPr/>
            <p:nvPr/>
          </p:nvSpPr>
          <p:spPr>
            <a:xfrm>
              <a:off x="648788" y="3739283"/>
              <a:ext cx="7850146" cy="5058"/>
            </a:xfrm>
            <a:custGeom>
              <a:avLst/>
              <a:gdLst/>
              <a:ahLst/>
              <a:cxnLst/>
              <a:rect l="l" t="t" r="r" b="b"/>
              <a:pathLst>
                <a:path w="242139" h="156" extrusionOk="0">
                  <a:moveTo>
                    <a:pt x="1" y="0"/>
                  </a:moveTo>
                  <a:lnTo>
                    <a:pt x="1" y="155"/>
                  </a:lnTo>
                  <a:lnTo>
                    <a:pt x="242138" y="155"/>
                  </a:lnTo>
                  <a:lnTo>
                    <a:pt x="242138"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8" name="Google Shape;168;p8"/>
            <p:cNvSpPr/>
            <p:nvPr/>
          </p:nvSpPr>
          <p:spPr>
            <a:xfrm>
              <a:off x="648788" y="4053854"/>
              <a:ext cx="7850146" cy="4668"/>
            </a:xfrm>
            <a:custGeom>
              <a:avLst/>
              <a:gdLst/>
              <a:ahLst/>
              <a:cxnLst/>
              <a:rect l="l" t="t" r="r" b="b"/>
              <a:pathLst>
                <a:path w="242139" h="144" extrusionOk="0">
                  <a:moveTo>
                    <a:pt x="1" y="1"/>
                  </a:moveTo>
                  <a:lnTo>
                    <a:pt x="1" y="144"/>
                  </a:lnTo>
                  <a:lnTo>
                    <a:pt x="242138" y="144"/>
                  </a:lnTo>
                  <a:lnTo>
                    <a:pt x="242138"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9" name="Google Shape;169;p8"/>
            <p:cNvSpPr/>
            <p:nvPr/>
          </p:nvSpPr>
          <p:spPr>
            <a:xfrm>
              <a:off x="648788" y="4368069"/>
              <a:ext cx="7850146" cy="5058"/>
            </a:xfrm>
            <a:custGeom>
              <a:avLst/>
              <a:gdLst/>
              <a:ahLst/>
              <a:cxnLst/>
              <a:rect l="l" t="t" r="r" b="b"/>
              <a:pathLst>
                <a:path w="242139" h="156" extrusionOk="0">
                  <a:moveTo>
                    <a:pt x="1" y="1"/>
                  </a:moveTo>
                  <a:lnTo>
                    <a:pt x="1" y="155"/>
                  </a:lnTo>
                  <a:lnTo>
                    <a:pt x="242138" y="155"/>
                  </a:lnTo>
                  <a:lnTo>
                    <a:pt x="242138"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70" name="Google Shape;170;p8"/>
          <p:cNvSpPr/>
          <p:nvPr/>
        </p:nvSpPr>
        <p:spPr>
          <a:xfrm rot="3211094">
            <a:off x="567185" y="4286472"/>
            <a:ext cx="112810" cy="112828"/>
          </a:xfrm>
          <a:custGeom>
            <a:avLst/>
            <a:gdLst/>
            <a:ahLst/>
            <a:cxnLst/>
            <a:rect l="l" t="t" r="r" b="b"/>
            <a:pathLst>
              <a:path w="6138" h="6139" extrusionOk="0">
                <a:moveTo>
                  <a:pt x="3069" y="0"/>
                </a:moveTo>
                <a:cubicBezTo>
                  <a:pt x="2625" y="513"/>
                  <a:pt x="2402" y="1024"/>
                  <a:pt x="2235" y="1535"/>
                </a:cubicBezTo>
                <a:cubicBezTo>
                  <a:pt x="2177" y="1722"/>
                  <a:pt x="2134" y="1909"/>
                  <a:pt x="2099" y="2097"/>
                </a:cubicBezTo>
                <a:cubicBezTo>
                  <a:pt x="1912" y="2131"/>
                  <a:pt x="1723" y="2173"/>
                  <a:pt x="1536" y="2233"/>
                </a:cubicBezTo>
                <a:cubicBezTo>
                  <a:pt x="1023" y="2398"/>
                  <a:pt x="512" y="2623"/>
                  <a:pt x="1" y="3070"/>
                </a:cubicBezTo>
                <a:cubicBezTo>
                  <a:pt x="512" y="3517"/>
                  <a:pt x="1023" y="3740"/>
                  <a:pt x="1536" y="3907"/>
                </a:cubicBezTo>
                <a:cubicBezTo>
                  <a:pt x="1722" y="3966"/>
                  <a:pt x="1909" y="4008"/>
                  <a:pt x="2096" y="4042"/>
                </a:cubicBezTo>
                <a:cubicBezTo>
                  <a:pt x="2132" y="4230"/>
                  <a:pt x="2173" y="4417"/>
                  <a:pt x="2232" y="4604"/>
                </a:cubicBezTo>
                <a:cubicBezTo>
                  <a:pt x="2399" y="5115"/>
                  <a:pt x="2622" y="5627"/>
                  <a:pt x="3069" y="6138"/>
                </a:cubicBezTo>
                <a:cubicBezTo>
                  <a:pt x="3517" y="5627"/>
                  <a:pt x="3741" y="5115"/>
                  <a:pt x="3906" y="4604"/>
                </a:cubicBezTo>
                <a:cubicBezTo>
                  <a:pt x="3966" y="4416"/>
                  <a:pt x="4008" y="4229"/>
                  <a:pt x="4042" y="4040"/>
                </a:cubicBezTo>
                <a:cubicBezTo>
                  <a:pt x="4230" y="4005"/>
                  <a:pt x="4416" y="3963"/>
                  <a:pt x="4604" y="3904"/>
                </a:cubicBezTo>
                <a:cubicBezTo>
                  <a:pt x="5115" y="3737"/>
                  <a:pt x="5626" y="3514"/>
                  <a:pt x="6138" y="3070"/>
                </a:cubicBezTo>
                <a:cubicBezTo>
                  <a:pt x="5626" y="2625"/>
                  <a:pt x="5115" y="2402"/>
                  <a:pt x="4604" y="2235"/>
                </a:cubicBezTo>
                <a:cubicBezTo>
                  <a:pt x="4416" y="2176"/>
                  <a:pt x="4228" y="2133"/>
                  <a:pt x="4040" y="2099"/>
                </a:cubicBezTo>
                <a:cubicBezTo>
                  <a:pt x="4005" y="1910"/>
                  <a:pt x="3963" y="1723"/>
                  <a:pt x="3904" y="1535"/>
                </a:cubicBezTo>
                <a:cubicBezTo>
                  <a:pt x="3738" y="1024"/>
                  <a:pt x="3514" y="513"/>
                  <a:pt x="3069"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1" name="Google Shape;171;p8"/>
          <p:cNvSpPr/>
          <p:nvPr/>
        </p:nvSpPr>
        <p:spPr>
          <a:xfrm rot="3211094">
            <a:off x="7572972" y="4626472"/>
            <a:ext cx="112810" cy="112828"/>
          </a:xfrm>
          <a:custGeom>
            <a:avLst/>
            <a:gdLst/>
            <a:ahLst/>
            <a:cxnLst/>
            <a:rect l="l" t="t" r="r" b="b"/>
            <a:pathLst>
              <a:path w="6138" h="6139" extrusionOk="0">
                <a:moveTo>
                  <a:pt x="3069" y="0"/>
                </a:moveTo>
                <a:cubicBezTo>
                  <a:pt x="2625" y="513"/>
                  <a:pt x="2402" y="1024"/>
                  <a:pt x="2235" y="1535"/>
                </a:cubicBezTo>
                <a:cubicBezTo>
                  <a:pt x="2177" y="1722"/>
                  <a:pt x="2134" y="1909"/>
                  <a:pt x="2099" y="2097"/>
                </a:cubicBezTo>
                <a:cubicBezTo>
                  <a:pt x="1912" y="2131"/>
                  <a:pt x="1723" y="2173"/>
                  <a:pt x="1536" y="2233"/>
                </a:cubicBezTo>
                <a:cubicBezTo>
                  <a:pt x="1023" y="2398"/>
                  <a:pt x="512" y="2623"/>
                  <a:pt x="1" y="3070"/>
                </a:cubicBezTo>
                <a:cubicBezTo>
                  <a:pt x="512" y="3517"/>
                  <a:pt x="1023" y="3740"/>
                  <a:pt x="1536" y="3907"/>
                </a:cubicBezTo>
                <a:cubicBezTo>
                  <a:pt x="1722" y="3966"/>
                  <a:pt x="1909" y="4008"/>
                  <a:pt x="2096" y="4042"/>
                </a:cubicBezTo>
                <a:cubicBezTo>
                  <a:pt x="2132" y="4230"/>
                  <a:pt x="2173" y="4417"/>
                  <a:pt x="2232" y="4604"/>
                </a:cubicBezTo>
                <a:cubicBezTo>
                  <a:pt x="2399" y="5115"/>
                  <a:pt x="2622" y="5627"/>
                  <a:pt x="3069" y="6138"/>
                </a:cubicBezTo>
                <a:cubicBezTo>
                  <a:pt x="3517" y="5627"/>
                  <a:pt x="3741" y="5115"/>
                  <a:pt x="3906" y="4604"/>
                </a:cubicBezTo>
                <a:cubicBezTo>
                  <a:pt x="3966" y="4416"/>
                  <a:pt x="4008" y="4229"/>
                  <a:pt x="4042" y="4040"/>
                </a:cubicBezTo>
                <a:cubicBezTo>
                  <a:pt x="4230" y="4005"/>
                  <a:pt x="4416" y="3963"/>
                  <a:pt x="4604" y="3904"/>
                </a:cubicBezTo>
                <a:cubicBezTo>
                  <a:pt x="5115" y="3737"/>
                  <a:pt x="5626" y="3514"/>
                  <a:pt x="6138" y="3070"/>
                </a:cubicBezTo>
                <a:cubicBezTo>
                  <a:pt x="5626" y="2625"/>
                  <a:pt x="5115" y="2402"/>
                  <a:pt x="4604" y="2235"/>
                </a:cubicBezTo>
                <a:cubicBezTo>
                  <a:pt x="4416" y="2176"/>
                  <a:pt x="4228" y="2133"/>
                  <a:pt x="4040" y="2099"/>
                </a:cubicBezTo>
                <a:cubicBezTo>
                  <a:pt x="4005" y="1910"/>
                  <a:pt x="3963" y="1723"/>
                  <a:pt x="3904" y="1535"/>
                </a:cubicBezTo>
                <a:cubicBezTo>
                  <a:pt x="3738" y="1024"/>
                  <a:pt x="3514" y="513"/>
                  <a:pt x="3069"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2" name="Google Shape;172;p8"/>
          <p:cNvSpPr/>
          <p:nvPr/>
        </p:nvSpPr>
        <p:spPr>
          <a:xfrm rot="5400000">
            <a:off x="444246" y="671965"/>
            <a:ext cx="100451" cy="100451"/>
          </a:xfrm>
          <a:custGeom>
            <a:avLst/>
            <a:gdLst/>
            <a:ahLst/>
            <a:cxnLst/>
            <a:rect l="l" t="t" r="r" b="b"/>
            <a:pathLst>
              <a:path w="2835" h="2836" extrusionOk="0">
                <a:moveTo>
                  <a:pt x="1417" y="0"/>
                </a:moveTo>
                <a:cubicBezTo>
                  <a:pt x="635" y="0"/>
                  <a:pt x="0" y="635"/>
                  <a:pt x="0" y="1418"/>
                </a:cubicBezTo>
                <a:cubicBezTo>
                  <a:pt x="0" y="2200"/>
                  <a:pt x="635" y="2835"/>
                  <a:pt x="1417" y="2835"/>
                </a:cubicBezTo>
                <a:cubicBezTo>
                  <a:pt x="2200" y="2835"/>
                  <a:pt x="2835" y="2200"/>
                  <a:pt x="2835" y="1418"/>
                </a:cubicBezTo>
                <a:cubicBezTo>
                  <a:pt x="2835" y="635"/>
                  <a:pt x="2201" y="0"/>
                  <a:pt x="1417"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3" name="Google Shape;173;p8"/>
          <p:cNvSpPr/>
          <p:nvPr/>
        </p:nvSpPr>
        <p:spPr>
          <a:xfrm rot="7660645">
            <a:off x="8453494" y="636909"/>
            <a:ext cx="112800" cy="112818"/>
          </a:xfrm>
          <a:custGeom>
            <a:avLst/>
            <a:gdLst/>
            <a:ahLst/>
            <a:cxnLst/>
            <a:rect l="l" t="t" r="r" b="b"/>
            <a:pathLst>
              <a:path w="6138" h="6139" extrusionOk="0">
                <a:moveTo>
                  <a:pt x="3069" y="0"/>
                </a:moveTo>
                <a:cubicBezTo>
                  <a:pt x="2625" y="513"/>
                  <a:pt x="2402" y="1024"/>
                  <a:pt x="2235" y="1535"/>
                </a:cubicBezTo>
                <a:cubicBezTo>
                  <a:pt x="2177" y="1722"/>
                  <a:pt x="2134" y="1909"/>
                  <a:pt x="2099" y="2097"/>
                </a:cubicBezTo>
                <a:cubicBezTo>
                  <a:pt x="1912" y="2131"/>
                  <a:pt x="1723" y="2173"/>
                  <a:pt x="1536" y="2233"/>
                </a:cubicBezTo>
                <a:cubicBezTo>
                  <a:pt x="1023" y="2398"/>
                  <a:pt x="512" y="2623"/>
                  <a:pt x="1" y="3070"/>
                </a:cubicBezTo>
                <a:cubicBezTo>
                  <a:pt x="512" y="3517"/>
                  <a:pt x="1023" y="3740"/>
                  <a:pt x="1536" y="3907"/>
                </a:cubicBezTo>
                <a:cubicBezTo>
                  <a:pt x="1722" y="3966"/>
                  <a:pt x="1909" y="4008"/>
                  <a:pt x="2096" y="4042"/>
                </a:cubicBezTo>
                <a:cubicBezTo>
                  <a:pt x="2132" y="4230"/>
                  <a:pt x="2173" y="4417"/>
                  <a:pt x="2232" y="4604"/>
                </a:cubicBezTo>
                <a:cubicBezTo>
                  <a:pt x="2399" y="5115"/>
                  <a:pt x="2622" y="5627"/>
                  <a:pt x="3069" y="6138"/>
                </a:cubicBezTo>
                <a:cubicBezTo>
                  <a:pt x="3517" y="5627"/>
                  <a:pt x="3741" y="5115"/>
                  <a:pt x="3906" y="4604"/>
                </a:cubicBezTo>
                <a:cubicBezTo>
                  <a:pt x="3966" y="4416"/>
                  <a:pt x="4008" y="4229"/>
                  <a:pt x="4042" y="4040"/>
                </a:cubicBezTo>
                <a:cubicBezTo>
                  <a:pt x="4230" y="4005"/>
                  <a:pt x="4416" y="3963"/>
                  <a:pt x="4604" y="3904"/>
                </a:cubicBezTo>
                <a:cubicBezTo>
                  <a:pt x="5115" y="3737"/>
                  <a:pt x="5626" y="3514"/>
                  <a:pt x="6138" y="3070"/>
                </a:cubicBezTo>
                <a:cubicBezTo>
                  <a:pt x="5626" y="2625"/>
                  <a:pt x="5115" y="2402"/>
                  <a:pt x="4604" y="2235"/>
                </a:cubicBezTo>
                <a:cubicBezTo>
                  <a:pt x="4416" y="2176"/>
                  <a:pt x="4228" y="2133"/>
                  <a:pt x="4040" y="2099"/>
                </a:cubicBezTo>
                <a:cubicBezTo>
                  <a:pt x="4005" y="1910"/>
                  <a:pt x="3963" y="1723"/>
                  <a:pt x="3904" y="1535"/>
                </a:cubicBezTo>
                <a:cubicBezTo>
                  <a:pt x="3738" y="1024"/>
                  <a:pt x="3514" y="513"/>
                  <a:pt x="3069"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4" name="Google Shape;174;p8"/>
          <p:cNvSpPr/>
          <p:nvPr/>
        </p:nvSpPr>
        <p:spPr>
          <a:xfrm rot="9899885">
            <a:off x="8598216" y="4430991"/>
            <a:ext cx="82005" cy="82047"/>
          </a:xfrm>
          <a:custGeom>
            <a:avLst/>
            <a:gdLst/>
            <a:ahLst/>
            <a:cxnLst/>
            <a:rect l="l" t="t" r="r" b="b"/>
            <a:pathLst>
              <a:path w="2835" h="2836" extrusionOk="0">
                <a:moveTo>
                  <a:pt x="1417" y="0"/>
                </a:moveTo>
                <a:cubicBezTo>
                  <a:pt x="635" y="0"/>
                  <a:pt x="0" y="635"/>
                  <a:pt x="0" y="1418"/>
                </a:cubicBezTo>
                <a:cubicBezTo>
                  <a:pt x="0" y="2200"/>
                  <a:pt x="635" y="2835"/>
                  <a:pt x="1417" y="2835"/>
                </a:cubicBezTo>
                <a:cubicBezTo>
                  <a:pt x="2200" y="2835"/>
                  <a:pt x="2835" y="2200"/>
                  <a:pt x="2835" y="1418"/>
                </a:cubicBezTo>
                <a:cubicBezTo>
                  <a:pt x="2835" y="635"/>
                  <a:pt x="2201" y="0"/>
                  <a:pt x="1417"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5" name="Google Shape;175;p8"/>
          <p:cNvSpPr/>
          <p:nvPr/>
        </p:nvSpPr>
        <p:spPr>
          <a:xfrm rot="5400000">
            <a:off x="8638275" y="694489"/>
            <a:ext cx="55424" cy="55423"/>
          </a:xfrm>
          <a:custGeom>
            <a:avLst/>
            <a:gdLst/>
            <a:ahLst/>
            <a:cxnLst/>
            <a:rect l="l" t="t" r="r" b="b"/>
            <a:pathLst>
              <a:path w="2835" h="2836" extrusionOk="0">
                <a:moveTo>
                  <a:pt x="1417" y="0"/>
                </a:moveTo>
                <a:cubicBezTo>
                  <a:pt x="635" y="0"/>
                  <a:pt x="0" y="635"/>
                  <a:pt x="0" y="1418"/>
                </a:cubicBezTo>
                <a:cubicBezTo>
                  <a:pt x="0" y="2200"/>
                  <a:pt x="635" y="2835"/>
                  <a:pt x="1417" y="2835"/>
                </a:cubicBezTo>
                <a:cubicBezTo>
                  <a:pt x="2200" y="2835"/>
                  <a:pt x="2835" y="2200"/>
                  <a:pt x="2835" y="1418"/>
                </a:cubicBezTo>
                <a:cubicBezTo>
                  <a:pt x="2835" y="635"/>
                  <a:pt x="2201" y="0"/>
                  <a:pt x="1417" y="0"/>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6" name="Google Shape;176;p8"/>
          <p:cNvSpPr txBox="1">
            <a:spLocks noGrp="1"/>
          </p:cNvSpPr>
          <p:nvPr>
            <p:ph type="title"/>
          </p:nvPr>
        </p:nvSpPr>
        <p:spPr>
          <a:xfrm>
            <a:off x="1451200" y="1143000"/>
            <a:ext cx="6241500" cy="2529300"/>
          </a:xfrm>
          <a:prstGeom prst="rect">
            <a:avLst/>
          </a:prstGeom>
        </p:spPr>
        <p:txBody>
          <a:bodyPr spcFirstLastPara="1" wrap="square" lIns="91425" tIns="91425" rIns="91425" bIns="91425" anchor="ctr" anchorCtr="0">
            <a:noAutofit/>
          </a:bodyPr>
          <a:lstStyle>
            <a:lvl1pPr lvl="0" algn="ctr">
              <a:lnSpc>
                <a:spcPct val="80000"/>
              </a:lnSpc>
              <a:spcBef>
                <a:spcPts val="0"/>
              </a:spcBef>
              <a:spcAft>
                <a:spcPts val="0"/>
              </a:spcAft>
              <a:buSzPts val="4800"/>
              <a:buNone/>
              <a:defRPr sz="100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Blank" type="blank">
  <p:cSld name="BLANK">
    <p:bg>
      <p:bgPr>
        <a:solidFill>
          <a:schemeClr val="accent2"/>
        </a:solidFill>
        <a:effectLst/>
      </p:bgPr>
    </p:bg>
    <p:spTree>
      <p:nvGrpSpPr>
        <p:cNvPr id="1" name="Shape 233"/>
        <p:cNvGrpSpPr/>
        <p:nvPr/>
      </p:nvGrpSpPr>
      <p:grpSpPr>
        <a:xfrm>
          <a:off x="0" y="0"/>
          <a:ext cx="0" cy="0"/>
          <a:chOff x="0" y="0"/>
          <a:chExt cx="0" cy="0"/>
        </a:xfrm>
      </p:grpSpPr>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Background">
  <p:cSld name="CUSTOM_9">
    <p:spTree>
      <p:nvGrpSpPr>
        <p:cNvPr id="1" name="Shape 695"/>
        <p:cNvGrpSpPr/>
        <p:nvPr/>
      </p:nvGrpSpPr>
      <p:grpSpPr>
        <a:xfrm>
          <a:off x="0" y="0"/>
          <a:ext cx="0" cy="0"/>
          <a:chOff x="0" y="0"/>
          <a:chExt cx="0" cy="0"/>
        </a:xfrm>
      </p:grpSpPr>
      <p:grpSp>
        <p:nvGrpSpPr>
          <p:cNvPr id="696" name="Google Shape;696;p31"/>
          <p:cNvGrpSpPr/>
          <p:nvPr/>
        </p:nvGrpSpPr>
        <p:grpSpPr>
          <a:xfrm>
            <a:off x="311036" y="279900"/>
            <a:ext cx="8496698" cy="4620823"/>
            <a:chOff x="311036" y="279900"/>
            <a:chExt cx="8496698" cy="4620823"/>
          </a:xfrm>
        </p:grpSpPr>
        <p:sp>
          <p:nvSpPr>
            <p:cNvPr id="697" name="Google Shape;697;p31"/>
            <p:cNvSpPr/>
            <p:nvPr/>
          </p:nvSpPr>
          <p:spPr>
            <a:xfrm>
              <a:off x="311814" y="4642854"/>
              <a:ext cx="8495531" cy="257869"/>
            </a:xfrm>
            <a:custGeom>
              <a:avLst/>
              <a:gdLst/>
              <a:ahLst/>
              <a:cxnLst/>
              <a:rect l="l" t="t" r="r" b="b"/>
              <a:pathLst>
                <a:path w="262046" h="7954" extrusionOk="0">
                  <a:moveTo>
                    <a:pt x="1739" y="1"/>
                  </a:moveTo>
                  <a:lnTo>
                    <a:pt x="1727" y="239"/>
                  </a:lnTo>
                  <a:lnTo>
                    <a:pt x="798" y="941"/>
                  </a:lnTo>
                  <a:lnTo>
                    <a:pt x="1" y="1453"/>
                  </a:lnTo>
                  <a:lnTo>
                    <a:pt x="1" y="2465"/>
                  </a:lnTo>
                  <a:lnTo>
                    <a:pt x="1917" y="2394"/>
                  </a:lnTo>
                  <a:lnTo>
                    <a:pt x="3870" y="2346"/>
                  </a:lnTo>
                  <a:lnTo>
                    <a:pt x="5823" y="2560"/>
                  </a:lnTo>
                  <a:lnTo>
                    <a:pt x="7728" y="2596"/>
                  </a:lnTo>
                  <a:lnTo>
                    <a:pt x="9323" y="2941"/>
                  </a:lnTo>
                  <a:lnTo>
                    <a:pt x="11097" y="3180"/>
                  </a:lnTo>
                  <a:lnTo>
                    <a:pt x="12645" y="3608"/>
                  </a:lnTo>
                  <a:lnTo>
                    <a:pt x="14181" y="4061"/>
                  </a:lnTo>
                  <a:lnTo>
                    <a:pt x="16229" y="4037"/>
                  </a:lnTo>
                  <a:lnTo>
                    <a:pt x="17919" y="4346"/>
                  </a:lnTo>
                  <a:lnTo>
                    <a:pt x="19574" y="4692"/>
                  </a:lnTo>
                  <a:lnTo>
                    <a:pt x="20884" y="5358"/>
                  </a:lnTo>
                  <a:lnTo>
                    <a:pt x="22587" y="5739"/>
                  </a:lnTo>
                  <a:lnTo>
                    <a:pt x="24456" y="5418"/>
                  </a:lnTo>
                  <a:lnTo>
                    <a:pt x="26230" y="5513"/>
                  </a:lnTo>
                  <a:lnTo>
                    <a:pt x="28004" y="5716"/>
                  </a:lnTo>
                  <a:lnTo>
                    <a:pt x="29742" y="5668"/>
                  </a:lnTo>
                  <a:lnTo>
                    <a:pt x="31564" y="5835"/>
                  </a:lnTo>
                  <a:lnTo>
                    <a:pt x="33469" y="5930"/>
                  </a:lnTo>
                  <a:lnTo>
                    <a:pt x="35041" y="6442"/>
                  </a:lnTo>
                  <a:lnTo>
                    <a:pt x="36779" y="6763"/>
                  </a:lnTo>
                  <a:lnTo>
                    <a:pt x="38565" y="7013"/>
                  </a:lnTo>
                  <a:lnTo>
                    <a:pt x="40446" y="7156"/>
                  </a:lnTo>
                  <a:lnTo>
                    <a:pt x="42351" y="7263"/>
                  </a:lnTo>
                  <a:lnTo>
                    <a:pt x="43982" y="7692"/>
                  </a:lnTo>
                  <a:lnTo>
                    <a:pt x="45744" y="7609"/>
                  </a:lnTo>
                  <a:lnTo>
                    <a:pt x="47518" y="7502"/>
                  </a:lnTo>
                  <a:lnTo>
                    <a:pt x="49292" y="7728"/>
                  </a:lnTo>
                  <a:lnTo>
                    <a:pt x="51066" y="7918"/>
                  </a:lnTo>
                  <a:lnTo>
                    <a:pt x="52840" y="7597"/>
                  </a:lnTo>
                  <a:lnTo>
                    <a:pt x="54543" y="7502"/>
                  </a:lnTo>
                  <a:lnTo>
                    <a:pt x="56424" y="7716"/>
                  </a:lnTo>
                  <a:lnTo>
                    <a:pt x="57913" y="7251"/>
                  </a:lnTo>
                  <a:lnTo>
                    <a:pt x="59651" y="7168"/>
                  </a:lnTo>
                  <a:lnTo>
                    <a:pt x="61211" y="6811"/>
                  </a:lnTo>
                  <a:lnTo>
                    <a:pt x="62818" y="6537"/>
                  </a:lnTo>
                  <a:lnTo>
                    <a:pt x="64532" y="6406"/>
                  </a:lnTo>
                  <a:lnTo>
                    <a:pt x="66152" y="6132"/>
                  </a:lnTo>
                  <a:lnTo>
                    <a:pt x="67878" y="6013"/>
                  </a:lnTo>
                  <a:lnTo>
                    <a:pt x="69414" y="5620"/>
                  </a:lnTo>
                  <a:lnTo>
                    <a:pt x="71033" y="5346"/>
                  </a:lnTo>
                  <a:lnTo>
                    <a:pt x="72950" y="5501"/>
                  </a:lnTo>
                  <a:lnTo>
                    <a:pt x="74474" y="5204"/>
                  </a:lnTo>
                  <a:lnTo>
                    <a:pt x="76248" y="5466"/>
                  </a:lnTo>
                  <a:lnTo>
                    <a:pt x="77796" y="5989"/>
                  </a:lnTo>
                  <a:lnTo>
                    <a:pt x="79427" y="6430"/>
                  </a:lnTo>
                  <a:lnTo>
                    <a:pt x="81594" y="6430"/>
                  </a:lnTo>
                  <a:lnTo>
                    <a:pt x="83166" y="6930"/>
                  </a:lnTo>
                  <a:lnTo>
                    <a:pt x="84773" y="7406"/>
                  </a:lnTo>
                  <a:lnTo>
                    <a:pt x="86571" y="7716"/>
                  </a:lnTo>
                  <a:lnTo>
                    <a:pt x="88369" y="7561"/>
                  </a:lnTo>
                  <a:lnTo>
                    <a:pt x="90155" y="7537"/>
                  </a:lnTo>
                  <a:lnTo>
                    <a:pt x="91953" y="7668"/>
                  </a:lnTo>
                  <a:lnTo>
                    <a:pt x="93750" y="7883"/>
                  </a:lnTo>
                  <a:lnTo>
                    <a:pt x="95548" y="7871"/>
                  </a:lnTo>
                  <a:lnTo>
                    <a:pt x="97346" y="7704"/>
                  </a:lnTo>
                  <a:lnTo>
                    <a:pt x="99132" y="7847"/>
                  </a:lnTo>
                  <a:lnTo>
                    <a:pt x="100930" y="7942"/>
                  </a:lnTo>
                  <a:lnTo>
                    <a:pt x="102728" y="7644"/>
                  </a:lnTo>
                  <a:lnTo>
                    <a:pt x="104526" y="7763"/>
                  </a:lnTo>
                  <a:lnTo>
                    <a:pt x="106335" y="7573"/>
                  </a:lnTo>
                  <a:lnTo>
                    <a:pt x="108133" y="7763"/>
                  </a:lnTo>
                  <a:lnTo>
                    <a:pt x="109931" y="7644"/>
                  </a:lnTo>
                  <a:lnTo>
                    <a:pt x="111729" y="7918"/>
                  </a:lnTo>
                  <a:lnTo>
                    <a:pt x="113550" y="7752"/>
                  </a:lnTo>
                  <a:lnTo>
                    <a:pt x="115253" y="7442"/>
                  </a:lnTo>
                  <a:lnTo>
                    <a:pt x="117134" y="7561"/>
                  </a:lnTo>
                  <a:lnTo>
                    <a:pt x="118765" y="7073"/>
                  </a:lnTo>
                  <a:lnTo>
                    <a:pt x="120599" y="7073"/>
                  </a:lnTo>
                  <a:lnTo>
                    <a:pt x="122337" y="6859"/>
                  </a:lnTo>
                  <a:lnTo>
                    <a:pt x="124266" y="7061"/>
                  </a:lnTo>
                  <a:lnTo>
                    <a:pt x="125969" y="6751"/>
                  </a:lnTo>
                  <a:lnTo>
                    <a:pt x="127767" y="6668"/>
                  </a:lnTo>
                  <a:lnTo>
                    <a:pt x="129410" y="6228"/>
                  </a:lnTo>
                  <a:lnTo>
                    <a:pt x="131172" y="6061"/>
                  </a:lnTo>
                  <a:lnTo>
                    <a:pt x="132958" y="5930"/>
                  </a:lnTo>
                  <a:lnTo>
                    <a:pt x="134755" y="5858"/>
                  </a:lnTo>
                  <a:lnTo>
                    <a:pt x="136494" y="5620"/>
                  </a:lnTo>
                  <a:lnTo>
                    <a:pt x="138339" y="5644"/>
                  </a:lnTo>
                  <a:lnTo>
                    <a:pt x="140220" y="5739"/>
                  </a:lnTo>
                  <a:lnTo>
                    <a:pt x="141959" y="5513"/>
                  </a:lnTo>
                  <a:lnTo>
                    <a:pt x="143626" y="5096"/>
                  </a:lnTo>
                  <a:lnTo>
                    <a:pt x="145519" y="4966"/>
                  </a:lnTo>
                  <a:lnTo>
                    <a:pt x="147031" y="5608"/>
                  </a:lnTo>
                  <a:lnTo>
                    <a:pt x="148781" y="5870"/>
                  </a:lnTo>
                  <a:lnTo>
                    <a:pt x="150615" y="6049"/>
                  </a:lnTo>
                  <a:lnTo>
                    <a:pt x="152543" y="6120"/>
                  </a:lnTo>
                  <a:lnTo>
                    <a:pt x="154175" y="6537"/>
                  </a:lnTo>
                  <a:lnTo>
                    <a:pt x="155877" y="6859"/>
                  </a:lnTo>
                  <a:lnTo>
                    <a:pt x="157461" y="7323"/>
                  </a:lnTo>
                  <a:lnTo>
                    <a:pt x="159270" y="7537"/>
                  </a:lnTo>
                  <a:lnTo>
                    <a:pt x="161104" y="7537"/>
                  </a:lnTo>
                  <a:lnTo>
                    <a:pt x="162914" y="7680"/>
                  </a:lnTo>
                  <a:lnTo>
                    <a:pt x="164521" y="7394"/>
                  </a:lnTo>
                  <a:lnTo>
                    <a:pt x="166140" y="7121"/>
                  </a:lnTo>
                  <a:lnTo>
                    <a:pt x="167760" y="6847"/>
                  </a:lnTo>
                  <a:lnTo>
                    <a:pt x="169224" y="6394"/>
                  </a:lnTo>
                  <a:lnTo>
                    <a:pt x="170784" y="6049"/>
                  </a:lnTo>
                  <a:lnTo>
                    <a:pt x="172653" y="6073"/>
                  </a:lnTo>
                  <a:lnTo>
                    <a:pt x="174272" y="5787"/>
                  </a:lnTo>
                  <a:lnTo>
                    <a:pt x="175892" y="5501"/>
                  </a:lnTo>
                  <a:lnTo>
                    <a:pt x="177439" y="5144"/>
                  </a:lnTo>
                  <a:lnTo>
                    <a:pt x="179249" y="5108"/>
                  </a:lnTo>
                  <a:lnTo>
                    <a:pt x="181071" y="4977"/>
                  </a:lnTo>
                  <a:lnTo>
                    <a:pt x="182892" y="5204"/>
                  </a:lnTo>
                  <a:lnTo>
                    <a:pt x="184714" y="5061"/>
                  </a:lnTo>
                  <a:lnTo>
                    <a:pt x="186548" y="5335"/>
                  </a:lnTo>
                  <a:lnTo>
                    <a:pt x="188369" y="5239"/>
                  </a:lnTo>
                  <a:lnTo>
                    <a:pt x="190203" y="5287"/>
                  </a:lnTo>
                  <a:lnTo>
                    <a:pt x="192013" y="5204"/>
                  </a:lnTo>
                  <a:lnTo>
                    <a:pt x="193822" y="4942"/>
                  </a:lnTo>
                  <a:lnTo>
                    <a:pt x="195632" y="5144"/>
                  </a:lnTo>
                  <a:lnTo>
                    <a:pt x="197442" y="4918"/>
                  </a:lnTo>
                  <a:lnTo>
                    <a:pt x="199264" y="4906"/>
                  </a:lnTo>
                  <a:lnTo>
                    <a:pt x="201073" y="5156"/>
                  </a:lnTo>
                  <a:lnTo>
                    <a:pt x="202895" y="5085"/>
                  </a:lnTo>
                  <a:lnTo>
                    <a:pt x="204705" y="4906"/>
                  </a:lnTo>
                  <a:lnTo>
                    <a:pt x="206550" y="5061"/>
                  </a:lnTo>
                  <a:lnTo>
                    <a:pt x="208241" y="5263"/>
                  </a:lnTo>
                  <a:lnTo>
                    <a:pt x="209848" y="5513"/>
                  </a:lnTo>
                  <a:lnTo>
                    <a:pt x="211420" y="5811"/>
                  </a:lnTo>
                  <a:lnTo>
                    <a:pt x="212896" y="6204"/>
                  </a:lnTo>
                  <a:lnTo>
                    <a:pt x="214230" y="6740"/>
                  </a:lnTo>
                  <a:lnTo>
                    <a:pt x="216182" y="6656"/>
                  </a:lnTo>
                  <a:lnTo>
                    <a:pt x="217444" y="7263"/>
                  </a:lnTo>
                  <a:lnTo>
                    <a:pt x="218933" y="7644"/>
                  </a:lnTo>
                  <a:lnTo>
                    <a:pt x="220802" y="7549"/>
                  </a:lnTo>
                  <a:lnTo>
                    <a:pt x="222528" y="7787"/>
                  </a:lnTo>
                  <a:lnTo>
                    <a:pt x="224350" y="7740"/>
                  </a:lnTo>
                  <a:lnTo>
                    <a:pt x="226160" y="7716"/>
                  </a:lnTo>
                  <a:lnTo>
                    <a:pt x="227970" y="7692"/>
                  </a:lnTo>
                  <a:lnTo>
                    <a:pt x="229779" y="7585"/>
                  </a:lnTo>
                  <a:lnTo>
                    <a:pt x="231601" y="7811"/>
                  </a:lnTo>
                  <a:lnTo>
                    <a:pt x="233411" y="7668"/>
                  </a:lnTo>
                  <a:lnTo>
                    <a:pt x="235232" y="7954"/>
                  </a:lnTo>
                  <a:lnTo>
                    <a:pt x="237042" y="7609"/>
                  </a:lnTo>
                  <a:lnTo>
                    <a:pt x="238804" y="7549"/>
                  </a:lnTo>
                  <a:lnTo>
                    <a:pt x="240626" y="7573"/>
                  </a:lnTo>
                  <a:lnTo>
                    <a:pt x="242352" y="7263"/>
                  </a:lnTo>
                  <a:lnTo>
                    <a:pt x="244186" y="7371"/>
                  </a:lnTo>
                  <a:lnTo>
                    <a:pt x="246007" y="7454"/>
                  </a:lnTo>
                  <a:lnTo>
                    <a:pt x="247817" y="7466"/>
                  </a:lnTo>
                  <a:lnTo>
                    <a:pt x="249520" y="7037"/>
                  </a:lnTo>
                  <a:lnTo>
                    <a:pt x="251365" y="7180"/>
                  </a:lnTo>
                  <a:lnTo>
                    <a:pt x="253139" y="7061"/>
                  </a:lnTo>
                  <a:lnTo>
                    <a:pt x="254842" y="7263"/>
                  </a:lnTo>
                  <a:lnTo>
                    <a:pt x="256652" y="7204"/>
                  </a:lnTo>
                  <a:lnTo>
                    <a:pt x="258414" y="7263"/>
                  </a:lnTo>
                  <a:lnTo>
                    <a:pt x="260093" y="7597"/>
                  </a:lnTo>
                  <a:lnTo>
                    <a:pt x="262045" y="7621"/>
                  </a:lnTo>
                  <a:lnTo>
                    <a:pt x="261890" y="6632"/>
                  </a:lnTo>
                  <a:lnTo>
                    <a:pt x="261676" y="6001"/>
                  </a:lnTo>
                  <a:lnTo>
                    <a:pt x="261581" y="5227"/>
                  </a:lnTo>
                  <a:lnTo>
                    <a:pt x="260938" y="4477"/>
                  </a:lnTo>
                  <a:lnTo>
                    <a:pt x="260438" y="3727"/>
                  </a:lnTo>
                  <a:lnTo>
                    <a:pt x="260104" y="2965"/>
                  </a:lnTo>
                  <a:lnTo>
                    <a:pt x="260045" y="2191"/>
                  </a:lnTo>
                  <a:lnTo>
                    <a:pt x="260533" y="1382"/>
                  </a:lnTo>
                  <a:lnTo>
                    <a:pt x="259747" y="644"/>
                  </a:lnTo>
                  <a:lnTo>
                    <a:pt x="259354" y="1"/>
                  </a:lnTo>
                  <a:close/>
                </a:path>
              </a:pathLst>
            </a:custGeom>
            <a:solidFill>
              <a:schemeClr val="accent2"/>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98" name="Google Shape;698;p31"/>
            <p:cNvSpPr/>
            <p:nvPr/>
          </p:nvSpPr>
          <p:spPr>
            <a:xfrm>
              <a:off x="311036" y="279900"/>
              <a:ext cx="8496698" cy="4577996"/>
            </a:xfrm>
            <a:custGeom>
              <a:avLst/>
              <a:gdLst/>
              <a:ahLst/>
              <a:cxnLst/>
              <a:rect l="l" t="t" r="r" b="b"/>
              <a:pathLst>
                <a:path w="262082" h="141209" extrusionOk="0">
                  <a:moveTo>
                    <a:pt x="262069" y="12"/>
                  </a:moveTo>
                  <a:lnTo>
                    <a:pt x="256961" y="12"/>
                  </a:lnTo>
                  <a:lnTo>
                    <a:pt x="256961" y="2227"/>
                  </a:lnTo>
                  <a:cubicBezTo>
                    <a:pt x="258045" y="2822"/>
                    <a:pt x="258783" y="3989"/>
                    <a:pt x="258783" y="5323"/>
                  </a:cubicBezTo>
                  <a:cubicBezTo>
                    <a:pt x="258783" y="7263"/>
                    <a:pt x="257211" y="8847"/>
                    <a:pt x="255259" y="8847"/>
                  </a:cubicBezTo>
                  <a:cubicBezTo>
                    <a:pt x="253306" y="8847"/>
                    <a:pt x="251723" y="7263"/>
                    <a:pt x="251723" y="5323"/>
                  </a:cubicBezTo>
                  <a:cubicBezTo>
                    <a:pt x="251723" y="3989"/>
                    <a:pt x="252473" y="2822"/>
                    <a:pt x="253556" y="2227"/>
                  </a:cubicBezTo>
                  <a:lnTo>
                    <a:pt x="253556" y="12"/>
                  </a:lnTo>
                  <a:lnTo>
                    <a:pt x="245258" y="12"/>
                  </a:lnTo>
                  <a:lnTo>
                    <a:pt x="245258" y="2227"/>
                  </a:lnTo>
                  <a:cubicBezTo>
                    <a:pt x="246353" y="2822"/>
                    <a:pt x="247091" y="3989"/>
                    <a:pt x="247091" y="5323"/>
                  </a:cubicBezTo>
                  <a:cubicBezTo>
                    <a:pt x="247091" y="7263"/>
                    <a:pt x="245508" y="8847"/>
                    <a:pt x="243555" y="8847"/>
                  </a:cubicBezTo>
                  <a:cubicBezTo>
                    <a:pt x="241602" y="8847"/>
                    <a:pt x="240031" y="7263"/>
                    <a:pt x="240031" y="5323"/>
                  </a:cubicBezTo>
                  <a:cubicBezTo>
                    <a:pt x="240031" y="3989"/>
                    <a:pt x="240769" y="2822"/>
                    <a:pt x="241852" y="2227"/>
                  </a:cubicBezTo>
                  <a:lnTo>
                    <a:pt x="241852" y="12"/>
                  </a:lnTo>
                  <a:lnTo>
                    <a:pt x="233554" y="12"/>
                  </a:lnTo>
                  <a:lnTo>
                    <a:pt x="233554" y="2227"/>
                  </a:lnTo>
                  <a:cubicBezTo>
                    <a:pt x="234649" y="2822"/>
                    <a:pt x="235387" y="3989"/>
                    <a:pt x="235387" y="5323"/>
                  </a:cubicBezTo>
                  <a:cubicBezTo>
                    <a:pt x="235387" y="7263"/>
                    <a:pt x="233804" y="8847"/>
                    <a:pt x="231851" y="8847"/>
                  </a:cubicBezTo>
                  <a:cubicBezTo>
                    <a:pt x="229910" y="8847"/>
                    <a:pt x="228327" y="7263"/>
                    <a:pt x="228327" y="5323"/>
                  </a:cubicBezTo>
                  <a:cubicBezTo>
                    <a:pt x="228327" y="3989"/>
                    <a:pt x="229065" y="2822"/>
                    <a:pt x="230160" y="2227"/>
                  </a:cubicBezTo>
                  <a:lnTo>
                    <a:pt x="230160" y="12"/>
                  </a:lnTo>
                  <a:lnTo>
                    <a:pt x="221850" y="12"/>
                  </a:lnTo>
                  <a:lnTo>
                    <a:pt x="221850" y="2227"/>
                  </a:lnTo>
                  <a:cubicBezTo>
                    <a:pt x="222945" y="2822"/>
                    <a:pt x="223683" y="3989"/>
                    <a:pt x="223683" y="5323"/>
                  </a:cubicBezTo>
                  <a:cubicBezTo>
                    <a:pt x="223683" y="7263"/>
                    <a:pt x="222100" y="8847"/>
                    <a:pt x="220159" y="8847"/>
                  </a:cubicBezTo>
                  <a:cubicBezTo>
                    <a:pt x="218207" y="8847"/>
                    <a:pt x="216623" y="7263"/>
                    <a:pt x="216623" y="5323"/>
                  </a:cubicBezTo>
                  <a:cubicBezTo>
                    <a:pt x="216623" y="3989"/>
                    <a:pt x="217361" y="2822"/>
                    <a:pt x="218457" y="2227"/>
                  </a:cubicBezTo>
                  <a:lnTo>
                    <a:pt x="218457" y="12"/>
                  </a:lnTo>
                  <a:lnTo>
                    <a:pt x="210158" y="12"/>
                  </a:lnTo>
                  <a:lnTo>
                    <a:pt x="210158" y="2227"/>
                  </a:lnTo>
                  <a:cubicBezTo>
                    <a:pt x="211241" y="2822"/>
                    <a:pt x="211980" y="3989"/>
                    <a:pt x="211980" y="5323"/>
                  </a:cubicBezTo>
                  <a:cubicBezTo>
                    <a:pt x="211980" y="7263"/>
                    <a:pt x="210408" y="8847"/>
                    <a:pt x="208455" y="8847"/>
                  </a:cubicBezTo>
                  <a:cubicBezTo>
                    <a:pt x="206503" y="8847"/>
                    <a:pt x="204919" y="7263"/>
                    <a:pt x="204919" y="5323"/>
                  </a:cubicBezTo>
                  <a:cubicBezTo>
                    <a:pt x="204919" y="3989"/>
                    <a:pt x="205657" y="2822"/>
                    <a:pt x="206753" y="2227"/>
                  </a:cubicBezTo>
                  <a:lnTo>
                    <a:pt x="206753" y="12"/>
                  </a:lnTo>
                  <a:lnTo>
                    <a:pt x="198454" y="12"/>
                  </a:lnTo>
                  <a:lnTo>
                    <a:pt x="198454" y="2227"/>
                  </a:lnTo>
                  <a:cubicBezTo>
                    <a:pt x="199538" y="2822"/>
                    <a:pt x="200288" y="3989"/>
                    <a:pt x="200288" y="5323"/>
                  </a:cubicBezTo>
                  <a:cubicBezTo>
                    <a:pt x="200288" y="7263"/>
                    <a:pt x="198704" y="8847"/>
                    <a:pt x="196752" y="8847"/>
                  </a:cubicBezTo>
                  <a:cubicBezTo>
                    <a:pt x="194799" y="8847"/>
                    <a:pt x="193227" y="7263"/>
                    <a:pt x="193227" y="5323"/>
                  </a:cubicBezTo>
                  <a:cubicBezTo>
                    <a:pt x="193227" y="3989"/>
                    <a:pt x="193965" y="2822"/>
                    <a:pt x="195049" y="2227"/>
                  </a:cubicBezTo>
                  <a:lnTo>
                    <a:pt x="195049" y="12"/>
                  </a:lnTo>
                  <a:lnTo>
                    <a:pt x="185810" y="12"/>
                  </a:lnTo>
                  <a:lnTo>
                    <a:pt x="185810" y="2227"/>
                  </a:lnTo>
                  <a:cubicBezTo>
                    <a:pt x="186893" y="2822"/>
                    <a:pt x="187631" y="3989"/>
                    <a:pt x="187631" y="5323"/>
                  </a:cubicBezTo>
                  <a:cubicBezTo>
                    <a:pt x="187631" y="7263"/>
                    <a:pt x="186060" y="8847"/>
                    <a:pt x="184107" y="8847"/>
                  </a:cubicBezTo>
                  <a:cubicBezTo>
                    <a:pt x="182154" y="8847"/>
                    <a:pt x="180571" y="7263"/>
                    <a:pt x="180571" y="5323"/>
                  </a:cubicBezTo>
                  <a:cubicBezTo>
                    <a:pt x="180571" y="3989"/>
                    <a:pt x="181309" y="2822"/>
                    <a:pt x="182404" y="2227"/>
                  </a:cubicBezTo>
                  <a:lnTo>
                    <a:pt x="182404" y="12"/>
                  </a:lnTo>
                  <a:lnTo>
                    <a:pt x="174106" y="12"/>
                  </a:lnTo>
                  <a:lnTo>
                    <a:pt x="174106" y="2227"/>
                  </a:lnTo>
                  <a:cubicBezTo>
                    <a:pt x="175189" y="2822"/>
                    <a:pt x="175939" y="3989"/>
                    <a:pt x="175939" y="5323"/>
                  </a:cubicBezTo>
                  <a:cubicBezTo>
                    <a:pt x="175939" y="7263"/>
                    <a:pt x="174356" y="8847"/>
                    <a:pt x="172403" y="8847"/>
                  </a:cubicBezTo>
                  <a:cubicBezTo>
                    <a:pt x="170451" y="8847"/>
                    <a:pt x="168879" y="7263"/>
                    <a:pt x="168879" y="5323"/>
                  </a:cubicBezTo>
                  <a:cubicBezTo>
                    <a:pt x="168879" y="3989"/>
                    <a:pt x="169617" y="2822"/>
                    <a:pt x="170701" y="2227"/>
                  </a:cubicBezTo>
                  <a:lnTo>
                    <a:pt x="170701" y="12"/>
                  </a:lnTo>
                  <a:lnTo>
                    <a:pt x="162402" y="12"/>
                  </a:lnTo>
                  <a:lnTo>
                    <a:pt x="162402" y="2227"/>
                  </a:lnTo>
                  <a:cubicBezTo>
                    <a:pt x="163497" y="2822"/>
                    <a:pt x="164236" y="3989"/>
                    <a:pt x="164236" y="5323"/>
                  </a:cubicBezTo>
                  <a:cubicBezTo>
                    <a:pt x="164236" y="7263"/>
                    <a:pt x="162652" y="8847"/>
                    <a:pt x="160699" y="8847"/>
                  </a:cubicBezTo>
                  <a:cubicBezTo>
                    <a:pt x="158759" y="8847"/>
                    <a:pt x="157175" y="7263"/>
                    <a:pt x="157175" y="5323"/>
                  </a:cubicBezTo>
                  <a:cubicBezTo>
                    <a:pt x="157175" y="3989"/>
                    <a:pt x="157913" y="2822"/>
                    <a:pt x="159009" y="2227"/>
                  </a:cubicBezTo>
                  <a:lnTo>
                    <a:pt x="159009" y="12"/>
                  </a:lnTo>
                  <a:lnTo>
                    <a:pt x="150698" y="12"/>
                  </a:lnTo>
                  <a:lnTo>
                    <a:pt x="150698" y="2227"/>
                  </a:lnTo>
                  <a:cubicBezTo>
                    <a:pt x="151794" y="2822"/>
                    <a:pt x="152532" y="3989"/>
                    <a:pt x="152532" y="5323"/>
                  </a:cubicBezTo>
                  <a:cubicBezTo>
                    <a:pt x="152532" y="7263"/>
                    <a:pt x="150948" y="8847"/>
                    <a:pt x="149007" y="8847"/>
                  </a:cubicBezTo>
                  <a:cubicBezTo>
                    <a:pt x="147055" y="8847"/>
                    <a:pt x="145471" y="7263"/>
                    <a:pt x="145471" y="5323"/>
                  </a:cubicBezTo>
                  <a:cubicBezTo>
                    <a:pt x="145471" y="3989"/>
                    <a:pt x="146209" y="2822"/>
                    <a:pt x="147305" y="2227"/>
                  </a:cubicBezTo>
                  <a:lnTo>
                    <a:pt x="147305" y="12"/>
                  </a:lnTo>
                  <a:lnTo>
                    <a:pt x="139006" y="12"/>
                  </a:lnTo>
                  <a:lnTo>
                    <a:pt x="139006" y="2227"/>
                  </a:lnTo>
                  <a:cubicBezTo>
                    <a:pt x="140090" y="2822"/>
                    <a:pt x="140828" y="3989"/>
                    <a:pt x="140828" y="5323"/>
                  </a:cubicBezTo>
                  <a:cubicBezTo>
                    <a:pt x="140828" y="7263"/>
                    <a:pt x="139256" y="8847"/>
                    <a:pt x="137304" y="8847"/>
                  </a:cubicBezTo>
                  <a:cubicBezTo>
                    <a:pt x="135351" y="8847"/>
                    <a:pt x="133767" y="7263"/>
                    <a:pt x="133767" y="5323"/>
                  </a:cubicBezTo>
                  <a:cubicBezTo>
                    <a:pt x="133767" y="3989"/>
                    <a:pt x="134506" y="2822"/>
                    <a:pt x="135601" y="2227"/>
                  </a:cubicBezTo>
                  <a:lnTo>
                    <a:pt x="135601" y="12"/>
                  </a:lnTo>
                  <a:lnTo>
                    <a:pt x="127302" y="12"/>
                  </a:lnTo>
                  <a:lnTo>
                    <a:pt x="127302" y="2227"/>
                  </a:lnTo>
                  <a:cubicBezTo>
                    <a:pt x="128386" y="2822"/>
                    <a:pt x="129136" y="3989"/>
                    <a:pt x="129136" y="5323"/>
                  </a:cubicBezTo>
                  <a:cubicBezTo>
                    <a:pt x="129136" y="7263"/>
                    <a:pt x="127552" y="8847"/>
                    <a:pt x="125600" y="8847"/>
                  </a:cubicBezTo>
                  <a:cubicBezTo>
                    <a:pt x="123647" y="8847"/>
                    <a:pt x="122076" y="7263"/>
                    <a:pt x="122076" y="5323"/>
                  </a:cubicBezTo>
                  <a:cubicBezTo>
                    <a:pt x="122076" y="3989"/>
                    <a:pt x="122814" y="2822"/>
                    <a:pt x="123897" y="2227"/>
                  </a:cubicBezTo>
                  <a:lnTo>
                    <a:pt x="123897" y="12"/>
                  </a:lnTo>
                  <a:lnTo>
                    <a:pt x="115599" y="12"/>
                  </a:lnTo>
                  <a:lnTo>
                    <a:pt x="115599" y="2227"/>
                  </a:lnTo>
                  <a:cubicBezTo>
                    <a:pt x="116694" y="2822"/>
                    <a:pt x="117432" y="3989"/>
                    <a:pt x="117432" y="5323"/>
                  </a:cubicBezTo>
                  <a:cubicBezTo>
                    <a:pt x="117432" y="7263"/>
                    <a:pt x="115849" y="8847"/>
                    <a:pt x="113896" y="8847"/>
                  </a:cubicBezTo>
                  <a:cubicBezTo>
                    <a:pt x="111955" y="8847"/>
                    <a:pt x="110372" y="7263"/>
                    <a:pt x="110372" y="5323"/>
                  </a:cubicBezTo>
                  <a:cubicBezTo>
                    <a:pt x="110372" y="3989"/>
                    <a:pt x="111110" y="2822"/>
                    <a:pt x="112205" y="2227"/>
                  </a:cubicBezTo>
                  <a:lnTo>
                    <a:pt x="112205" y="12"/>
                  </a:lnTo>
                  <a:lnTo>
                    <a:pt x="103895" y="12"/>
                  </a:lnTo>
                  <a:lnTo>
                    <a:pt x="103895" y="2227"/>
                  </a:lnTo>
                  <a:cubicBezTo>
                    <a:pt x="104990" y="2822"/>
                    <a:pt x="105728" y="3989"/>
                    <a:pt x="105728" y="5323"/>
                  </a:cubicBezTo>
                  <a:cubicBezTo>
                    <a:pt x="105728" y="7263"/>
                    <a:pt x="104145" y="8847"/>
                    <a:pt x="102204" y="8847"/>
                  </a:cubicBezTo>
                  <a:cubicBezTo>
                    <a:pt x="100632" y="8847"/>
                    <a:pt x="99311" y="7835"/>
                    <a:pt x="98846" y="6418"/>
                  </a:cubicBezTo>
                  <a:lnTo>
                    <a:pt x="98811" y="4323"/>
                  </a:lnTo>
                  <a:cubicBezTo>
                    <a:pt x="99073" y="3418"/>
                    <a:pt x="99692" y="2668"/>
                    <a:pt x="100501" y="2227"/>
                  </a:cubicBezTo>
                  <a:lnTo>
                    <a:pt x="100501" y="12"/>
                  </a:lnTo>
                  <a:lnTo>
                    <a:pt x="91953" y="12"/>
                  </a:lnTo>
                  <a:lnTo>
                    <a:pt x="91953" y="2227"/>
                  </a:lnTo>
                  <a:cubicBezTo>
                    <a:pt x="93048" y="2822"/>
                    <a:pt x="93786" y="3989"/>
                    <a:pt x="93786" y="5323"/>
                  </a:cubicBezTo>
                  <a:cubicBezTo>
                    <a:pt x="93786" y="7263"/>
                    <a:pt x="92203" y="8847"/>
                    <a:pt x="90250" y="8847"/>
                  </a:cubicBezTo>
                  <a:cubicBezTo>
                    <a:pt x="88309" y="8847"/>
                    <a:pt x="86726" y="7263"/>
                    <a:pt x="86726" y="5323"/>
                  </a:cubicBezTo>
                  <a:cubicBezTo>
                    <a:pt x="86726" y="3989"/>
                    <a:pt x="87464" y="2822"/>
                    <a:pt x="88559" y="2227"/>
                  </a:cubicBezTo>
                  <a:lnTo>
                    <a:pt x="88559" y="12"/>
                  </a:lnTo>
                  <a:lnTo>
                    <a:pt x="80249" y="12"/>
                  </a:lnTo>
                  <a:lnTo>
                    <a:pt x="80249" y="2227"/>
                  </a:lnTo>
                  <a:cubicBezTo>
                    <a:pt x="81344" y="2822"/>
                    <a:pt x="82082" y="3989"/>
                    <a:pt x="82082" y="5323"/>
                  </a:cubicBezTo>
                  <a:cubicBezTo>
                    <a:pt x="82082" y="7263"/>
                    <a:pt x="80499" y="8847"/>
                    <a:pt x="78558" y="8847"/>
                  </a:cubicBezTo>
                  <a:cubicBezTo>
                    <a:pt x="76606" y="8847"/>
                    <a:pt x="75022" y="7263"/>
                    <a:pt x="75022" y="5323"/>
                  </a:cubicBezTo>
                  <a:cubicBezTo>
                    <a:pt x="75022" y="3989"/>
                    <a:pt x="75760" y="2822"/>
                    <a:pt x="76856" y="2227"/>
                  </a:cubicBezTo>
                  <a:lnTo>
                    <a:pt x="76856" y="12"/>
                  </a:lnTo>
                  <a:lnTo>
                    <a:pt x="68557" y="12"/>
                  </a:lnTo>
                  <a:lnTo>
                    <a:pt x="68557" y="2227"/>
                  </a:lnTo>
                  <a:cubicBezTo>
                    <a:pt x="69640" y="2822"/>
                    <a:pt x="70379" y="3989"/>
                    <a:pt x="70379" y="5323"/>
                  </a:cubicBezTo>
                  <a:cubicBezTo>
                    <a:pt x="70379" y="7263"/>
                    <a:pt x="68807" y="8847"/>
                    <a:pt x="66854" y="8847"/>
                  </a:cubicBezTo>
                  <a:cubicBezTo>
                    <a:pt x="64902" y="8847"/>
                    <a:pt x="63318" y="7263"/>
                    <a:pt x="63318" y="5323"/>
                  </a:cubicBezTo>
                  <a:cubicBezTo>
                    <a:pt x="63318" y="3989"/>
                    <a:pt x="64068" y="2822"/>
                    <a:pt x="65152" y="2227"/>
                  </a:cubicBezTo>
                  <a:lnTo>
                    <a:pt x="65152" y="12"/>
                  </a:lnTo>
                  <a:lnTo>
                    <a:pt x="56853" y="12"/>
                  </a:lnTo>
                  <a:lnTo>
                    <a:pt x="56853" y="2227"/>
                  </a:lnTo>
                  <a:cubicBezTo>
                    <a:pt x="57948" y="2822"/>
                    <a:pt x="58687" y="3989"/>
                    <a:pt x="58687" y="5323"/>
                  </a:cubicBezTo>
                  <a:cubicBezTo>
                    <a:pt x="58687" y="7263"/>
                    <a:pt x="57103" y="8847"/>
                    <a:pt x="55150" y="8847"/>
                  </a:cubicBezTo>
                  <a:cubicBezTo>
                    <a:pt x="53198" y="8847"/>
                    <a:pt x="51626" y="7263"/>
                    <a:pt x="51626" y="5323"/>
                  </a:cubicBezTo>
                  <a:cubicBezTo>
                    <a:pt x="51626" y="3989"/>
                    <a:pt x="52364" y="2822"/>
                    <a:pt x="53448" y="2227"/>
                  </a:cubicBezTo>
                  <a:lnTo>
                    <a:pt x="53448" y="12"/>
                  </a:lnTo>
                  <a:lnTo>
                    <a:pt x="45149" y="12"/>
                  </a:lnTo>
                  <a:lnTo>
                    <a:pt x="45149" y="2227"/>
                  </a:lnTo>
                  <a:cubicBezTo>
                    <a:pt x="46245" y="2822"/>
                    <a:pt x="46983" y="3989"/>
                    <a:pt x="46983" y="5323"/>
                  </a:cubicBezTo>
                  <a:cubicBezTo>
                    <a:pt x="46983" y="7263"/>
                    <a:pt x="45399" y="8847"/>
                    <a:pt x="43447" y="8847"/>
                  </a:cubicBezTo>
                  <a:cubicBezTo>
                    <a:pt x="41506" y="8847"/>
                    <a:pt x="39922" y="7263"/>
                    <a:pt x="39922" y="5323"/>
                  </a:cubicBezTo>
                  <a:cubicBezTo>
                    <a:pt x="39922" y="3989"/>
                    <a:pt x="40661" y="2822"/>
                    <a:pt x="41756" y="2227"/>
                  </a:cubicBezTo>
                  <a:lnTo>
                    <a:pt x="41756" y="12"/>
                  </a:lnTo>
                  <a:lnTo>
                    <a:pt x="33445" y="12"/>
                  </a:lnTo>
                  <a:lnTo>
                    <a:pt x="33445" y="2227"/>
                  </a:lnTo>
                  <a:cubicBezTo>
                    <a:pt x="34541" y="2822"/>
                    <a:pt x="35279" y="3989"/>
                    <a:pt x="35279" y="5323"/>
                  </a:cubicBezTo>
                  <a:cubicBezTo>
                    <a:pt x="35279" y="7263"/>
                    <a:pt x="33695" y="8847"/>
                    <a:pt x="31755" y="8847"/>
                  </a:cubicBezTo>
                  <a:cubicBezTo>
                    <a:pt x="29802" y="8847"/>
                    <a:pt x="28219" y="7263"/>
                    <a:pt x="28219" y="5323"/>
                  </a:cubicBezTo>
                  <a:cubicBezTo>
                    <a:pt x="28219" y="3989"/>
                    <a:pt x="28957" y="2822"/>
                    <a:pt x="30052" y="2227"/>
                  </a:cubicBezTo>
                  <a:lnTo>
                    <a:pt x="30052" y="12"/>
                  </a:lnTo>
                  <a:lnTo>
                    <a:pt x="21753" y="12"/>
                  </a:lnTo>
                  <a:lnTo>
                    <a:pt x="21753" y="2227"/>
                  </a:lnTo>
                  <a:cubicBezTo>
                    <a:pt x="22837" y="2822"/>
                    <a:pt x="23575" y="3989"/>
                    <a:pt x="23575" y="5323"/>
                  </a:cubicBezTo>
                  <a:cubicBezTo>
                    <a:pt x="23575" y="7263"/>
                    <a:pt x="22003" y="8847"/>
                    <a:pt x="20051" y="8847"/>
                  </a:cubicBezTo>
                  <a:cubicBezTo>
                    <a:pt x="18098" y="8847"/>
                    <a:pt x="16515" y="7263"/>
                    <a:pt x="16515" y="5323"/>
                  </a:cubicBezTo>
                  <a:cubicBezTo>
                    <a:pt x="16515" y="3989"/>
                    <a:pt x="17265" y="2822"/>
                    <a:pt x="18348" y="2227"/>
                  </a:cubicBezTo>
                  <a:lnTo>
                    <a:pt x="18348" y="12"/>
                  </a:lnTo>
                  <a:lnTo>
                    <a:pt x="10050" y="12"/>
                  </a:lnTo>
                  <a:lnTo>
                    <a:pt x="10050" y="2227"/>
                  </a:lnTo>
                  <a:cubicBezTo>
                    <a:pt x="11145" y="2822"/>
                    <a:pt x="11883" y="3989"/>
                    <a:pt x="11883" y="5323"/>
                  </a:cubicBezTo>
                  <a:cubicBezTo>
                    <a:pt x="11883" y="7263"/>
                    <a:pt x="10300" y="8847"/>
                    <a:pt x="8347" y="8847"/>
                  </a:cubicBezTo>
                  <a:cubicBezTo>
                    <a:pt x="6394" y="8847"/>
                    <a:pt x="4823" y="7263"/>
                    <a:pt x="4823" y="5323"/>
                  </a:cubicBezTo>
                  <a:cubicBezTo>
                    <a:pt x="4823" y="3989"/>
                    <a:pt x="5561" y="2822"/>
                    <a:pt x="6644" y="2227"/>
                  </a:cubicBezTo>
                  <a:lnTo>
                    <a:pt x="6644" y="12"/>
                  </a:lnTo>
                  <a:lnTo>
                    <a:pt x="239" y="12"/>
                  </a:lnTo>
                  <a:lnTo>
                    <a:pt x="239" y="110550"/>
                  </a:lnTo>
                  <a:lnTo>
                    <a:pt x="1" y="136267"/>
                  </a:lnTo>
                  <a:lnTo>
                    <a:pt x="7811" y="134767"/>
                  </a:lnTo>
                  <a:lnTo>
                    <a:pt x="22718" y="137839"/>
                  </a:lnTo>
                  <a:lnTo>
                    <a:pt x="29814" y="137839"/>
                  </a:lnTo>
                  <a:lnTo>
                    <a:pt x="44006" y="139982"/>
                  </a:lnTo>
                  <a:lnTo>
                    <a:pt x="54662" y="139982"/>
                  </a:lnTo>
                  <a:lnTo>
                    <a:pt x="74534" y="137375"/>
                  </a:lnTo>
                  <a:lnTo>
                    <a:pt x="86595" y="139982"/>
                  </a:lnTo>
                  <a:lnTo>
                    <a:pt x="113574" y="139982"/>
                  </a:lnTo>
                  <a:lnTo>
                    <a:pt x="145519" y="137375"/>
                  </a:lnTo>
                  <a:lnTo>
                    <a:pt x="161128" y="139982"/>
                  </a:lnTo>
                  <a:lnTo>
                    <a:pt x="177463" y="137375"/>
                  </a:lnTo>
                  <a:lnTo>
                    <a:pt x="206562" y="137375"/>
                  </a:lnTo>
                  <a:lnTo>
                    <a:pt x="220755" y="139982"/>
                  </a:lnTo>
                  <a:lnTo>
                    <a:pt x="237090" y="139982"/>
                  </a:lnTo>
                  <a:lnTo>
                    <a:pt x="253175" y="139268"/>
                  </a:lnTo>
                  <a:lnTo>
                    <a:pt x="261926" y="141208"/>
                  </a:lnTo>
                  <a:lnTo>
                    <a:pt x="262081" y="1"/>
                  </a:lnTo>
                  <a:close/>
                </a:path>
              </a:pathLst>
            </a:custGeom>
            <a:gradFill>
              <a:gsLst>
                <a:gs pos="0">
                  <a:schemeClr val="lt1"/>
                </a:gs>
                <a:gs pos="100000">
                  <a:schemeClr val="accen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99" name="Google Shape;699;p31"/>
            <p:cNvSpPr/>
            <p:nvPr/>
          </p:nvSpPr>
          <p:spPr>
            <a:xfrm>
              <a:off x="636825" y="1219860"/>
              <a:ext cx="7850114" cy="4668"/>
            </a:xfrm>
            <a:custGeom>
              <a:avLst/>
              <a:gdLst/>
              <a:ahLst/>
              <a:cxnLst/>
              <a:rect l="l" t="t" r="r" b="b"/>
              <a:pathLst>
                <a:path w="242138" h="144" extrusionOk="0">
                  <a:moveTo>
                    <a:pt x="1" y="0"/>
                  </a:moveTo>
                  <a:lnTo>
                    <a:pt x="1" y="143"/>
                  </a:lnTo>
                  <a:lnTo>
                    <a:pt x="242138" y="143"/>
                  </a:lnTo>
                  <a:lnTo>
                    <a:pt x="242138"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00" name="Google Shape;700;p31"/>
            <p:cNvSpPr/>
            <p:nvPr/>
          </p:nvSpPr>
          <p:spPr>
            <a:xfrm>
              <a:off x="636825" y="1534074"/>
              <a:ext cx="7850114" cy="4636"/>
            </a:xfrm>
            <a:custGeom>
              <a:avLst/>
              <a:gdLst/>
              <a:ahLst/>
              <a:cxnLst/>
              <a:rect l="l" t="t" r="r" b="b"/>
              <a:pathLst>
                <a:path w="242138" h="143" extrusionOk="0">
                  <a:moveTo>
                    <a:pt x="1" y="0"/>
                  </a:moveTo>
                  <a:lnTo>
                    <a:pt x="1" y="143"/>
                  </a:lnTo>
                  <a:lnTo>
                    <a:pt x="242138" y="143"/>
                  </a:lnTo>
                  <a:lnTo>
                    <a:pt x="242138"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01" name="Google Shape;701;p31"/>
            <p:cNvSpPr/>
            <p:nvPr/>
          </p:nvSpPr>
          <p:spPr>
            <a:xfrm>
              <a:off x="636825" y="1848257"/>
              <a:ext cx="7850114" cy="5058"/>
            </a:xfrm>
            <a:custGeom>
              <a:avLst/>
              <a:gdLst/>
              <a:ahLst/>
              <a:cxnLst/>
              <a:rect l="l" t="t" r="r" b="b"/>
              <a:pathLst>
                <a:path w="242138" h="156" extrusionOk="0">
                  <a:moveTo>
                    <a:pt x="1" y="1"/>
                  </a:moveTo>
                  <a:lnTo>
                    <a:pt x="1" y="156"/>
                  </a:lnTo>
                  <a:lnTo>
                    <a:pt x="242138" y="156"/>
                  </a:lnTo>
                  <a:lnTo>
                    <a:pt x="242138"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02" name="Google Shape;702;p31"/>
            <p:cNvSpPr/>
            <p:nvPr/>
          </p:nvSpPr>
          <p:spPr>
            <a:xfrm>
              <a:off x="636825" y="2162860"/>
              <a:ext cx="7850114" cy="4668"/>
            </a:xfrm>
            <a:custGeom>
              <a:avLst/>
              <a:gdLst/>
              <a:ahLst/>
              <a:cxnLst/>
              <a:rect l="l" t="t" r="r" b="b"/>
              <a:pathLst>
                <a:path w="242138" h="144" extrusionOk="0">
                  <a:moveTo>
                    <a:pt x="1" y="0"/>
                  </a:moveTo>
                  <a:lnTo>
                    <a:pt x="1" y="143"/>
                  </a:lnTo>
                  <a:lnTo>
                    <a:pt x="242138" y="143"/>
                  </a:lnTo>
                  <a:lnTo>
                    <a:pt x="242138"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03" name="Google Shape;703;p31"/>
            <p:cNvSpPr/>
            <p:nvPr/>
          </p:nvSpPr>
          <p:spPr>
            <a:xfrm>
              <a:off x="636825" y="2477075"/>
              <a:ext cx="7850114" cy="5025"/>
            </a:xfrm>
            <a:custGeom>
              <a:avLst/>
              <a:gdLst/>
              <a:ahLst/>
              <a:cxnLst/>
              <a:rect l="l" t="t" r="r" b="b"/>
              <a:pathLst>
                <a:path w="242138" h="155" extrusionOk="0">
                  <a:moveTo>
                    <a:pt x="1" y="0"/>
                  </a:moveTo>
                  <a:lnTo>
                    <a:pt x="1" y="155"/>
                  </a:lnTo>
                  <a:lnTo>
                    <a:pt x="242138" y="155"/>
                  </a:lnTo>
                  <a:lnTo>
                    <a:pt x="242138"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04" name="Google Shape;704;p31"/>
            <p:cNvSpPr/>
            <p:nvPr/>
          </p:nvSpPr>
          <p:spPr>
            <a:xfrm>
              <a:off x="636825" y="2791646"/>
              <a:ext cx="7850114" cy="4668"/>
            </a:xfrm>
            <a:custGeom>
              <a:avLst/>
              <a:gdLst/>
              <a:ahLst/>
              <a:cxnLst/>
              <a:rect l="l" t="t" r="r" b="b"/>
              <a:pathLst>
                <a:path w="242138" h="144" extrusionOk="0">
                  <a:moveTo>
                    <a:pt x="1" y="1"/>
                  </a:moveTo>
                  <a:lnTo>
                    <a:pt x="1" y="143"/>
                  </a:lnTo>
                  <a:lnTo>
                    <a:pt x="242138" y="143"/>
                  </a:lnTo>
                  <a:lnTo>
                    <a:pt x="242138"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05" name="Google Shape;705;p31"/>
            <p:cNvSpPr/>
            <p:nvPr/>
          </p:nvSpPr>
          <p:spPr>
            <a:xfrm>
              <a:off x="648788" y="3110497"/>
              <a:ext cx="7850146" cy="5025"/>
            </a:xfrm>
            <a:custGeom>
              <a:avLst/>
              <a:gdLst/>
              <a:ahLst/>
              <a:cxnLst/>
              <a:rect l="l" t="t" r="r" b="b"/>
              <a:pathLst>
                <a:path w="242139" h="155" extrusionOk="0">
                  <a:moveTo>
                    <a:pt x="1" y="0"/>
                  </a:moveTo>
                  <a:lnTo>
                    <a:pt x="1" y="155"/>
                  </a:lnTo>
                  <a:lnTo>
                    <a:pt x="242138" y="155"/>
                  </a:lnTo>
                  <a:lnTo>
                    <a:pt x="242138"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06" name="Google Shape;706;p31"/>
            <p:cNvSpPr/>
            <p:nvPr/>
          </p:nvSpPr>
          <p:spPr>
            <a:xfrm>
              <a:off x="648788" y="3425068"/>
              <a:ext cx="7850146" cy="4668"/>
            </a:xfrm>
            <a:custGeom>
              <a:avLst/>
              <a:gdLst/>
              <a:ahLst/>
              <a:cxnLst/>
              <a:rect l="l" t="t" r="r" b="b"/>
              <a:pathLst>
                <a:path w="242139" h="144" extrusionOk="0">
                  <a:moveTo>
                    <a:pt x="1" y="1"/>
                  </a:moveTo>
                  <a:lnTo>
                    <a:pt x="1" y="144"/>
                  </a:lnTo>
                  <a:lnTo>
                    <a:pt x="242138" y="144"/>
                  </a:lnTo>
                  <a:lnTo>
                    <a:pt x="242138"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07" name="Google Shape;707;p31"/>
            <p:cNvSpPr/>
            <p:nvPr/>
          </p:nvSpPr>
          <p:spPr>
            <a:xfrm>
              <a:off x="648788" y="3739283"/>
              <a:ext cx="7850146" cy="5058"/>
            </a:xfrm>
            <a:custGeom>
              <a:avLst/>
              <a:gdLst/>
              <a:ahLst/>
              <a:cxnLst/>
              <a:rect l="l" t="t" r="r" b="b"/>
              <a:pathLst>
                <a:path w="242139" h="156" extrusionOk="0">
                  <a:moveTo>
                    <a:pt x="1" y="0"/>
                  </a:moveTo>
                  <a:lnTo>
                    <a:pt x="1" y="155"/>
                  </a:lnTo>
                  <a:lnTo>
                    <a:pt x="242138" y="155"/>
                  </a:lnTo>
                  <a:lnTo>
                    <a:pt x="242138"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08" name="Google Shape;708;p31"/>
            <p:cNvSpPr/>
            <p:nvPr/>
          </p:nvSpPr>
          <p:spPr>
            <a:xfrm>
              <a:off x="648788" y="4053854"/>
              <a:ext cx="7850146" cy="4668"/>
            </a:xfrm>
            <a:custGeom>
              <a:avLst/>
              <a:gdLst/>
              <a:ahLst/>
              <a:cxnLst/>
              <a:rect l="l" t="t" r="r" b="b"/>
              <a:pathLst>
                <a:path w="242139" h="144" extrusionOk="0">
                  <a:moveTo>
                    <a:pt x="1" y="1"/>
                  </a:moveTo>
                  <a:lnTo>
                    <a:pt x="1" y="144"/>
                  </a:lnTo>
                  <a:lnTo>
                    <a:pt x="242138" y="144"/>
                  </a:lnTo>
                  <a:lnTo>
                    <a:pt x="242138"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09" name="Google Shape;709;p31"/>
            <p:cNvSpPr/>
            <p:nvPr/>
          </p:nvSpPr>
          <p:spPr>
            <a:xfrm>
              <a:off x="648788" y="4368069"/>
              <a:ext cx="7850146" cy="5058"/>
            </a:xfrm>
            <a:custGeom>
              <a:avLst/>
              <a:gdLst/>
              <a:ahLst/>
              <a:cxnLst/>
              <a:rect l="l" t="t" r="r" b="b"/>
              <a:pathLst>
                <a:path w="242139" h="156" extrusionOk="0">
                  <a:moveTo>
                    <a:pt x="1" y="1"/>
                  </a:moveTo>
                  <a:lnTo>
                    <a:pt x="1" y="155"/>
                  </a:lnTo>
                  <a:lnTo>
                    <a:pt x="242138" y="155"/>
                  </a:lnTo>
                  <a:lnTo>
                    <a:pt x="242138"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710" name="Google Shape;710;p31"/>
          <p:cNvSpPr/>
          <p:nvPr/>
        </p:nvSpPr>
        <p:spPr>
          <a:xfrm rot="3211094">
            <a:off x="567185" y="4286472"/>
            <a:ext cx="112810" cy="112828"/>
          </a:xfrm>
          <a:custGeom>
            <a:avLst/>
            <a:gdLst/>
            <a:ahLst/>
            <a:cxnLst/>
            <a:rect l="l" t="t" r="r" b="b"/>
            <a:pathLst>
              <a:path w="6138" h="6139" extrusionOk="0">
                <a:moveTo>
                  <a:pt x="3069" y="0"/>
                </a:moveTo>
                <a:cubicBezTo>
                  <a:pt x="2625" y="513"/>
                  <a:pt x="2402" y="1024"/>
                  <a:pt x="2235" y="1535"/>
                </a:cubicBezTo>
                <a:cubicBezTo>
                  <a:pt x="2177" y="1722"/>
                  <a:pt x="2134" y="1909"/>
                  <a:pt x="2099" y="2097"/>
                </a:cubicBezTo>
                <a:cubicBezTo>
                  <a:pt x="1912" y="2131"/>
                  <a:pt x="1723" y="2173"/>
                  <a:pt x="1536" y="2233"/>
                </a:cubicBezTo>
                <a:cubicBezTo>
                  <a:pt x="1023" y="2398"/>
                  <a:pt x="512" y="2623"/>
                  <a:pt x="1" y="3070"/>
                </a:cubicBezTo>
                <a:cubicBezTo>
                  <a:pt x="512" y="3517"/>
                  <a:pt x="1023" y="3740"/>
                  <a:pt x="1536" y="3907"/>
                </a:cubicBezTo>
                <a:cubicBezTo>
                  <a:pt x="1722" y="3966"/>
                  <a:pt x="1909" y="4008"/>
                  <a:pt x="2096" y="4042"/>
                </a:cubicBezTo>
                <a:cubicBezTo>
                  <a:pt x="2132" y="4230"/>
                  <a:pt x="2173" y="4417"/>
                  <a:pt x="2232" y="4604"/>
                </a:cubicBezTo>
                <a:cubicBezTo>
                  <a:pt x="2399" y="5115"/>
                  <a:pt x="2622" y="5627"/>
                  <a:pt x="3069" y="6138"/>
                </a:cubicBezTo>
                <a:cubicBezTo>
                  <a:pt x="3517" y="5627"/>
                  <a:pt x="3741" y="5115"/>
                  <a:pt x="3906" y="4604"/>
                </a:cubicBezTo>
                <a:cubicBezTo>
                  <a:pt x="3966" y="4416"/>
                  <a:pt x="4008" y="4229"/>
                  <a:pt x="4042" y="4040"/>
                </a:cubicBezTo>
                <a:cubicBezTo>
                  <a:pt x="4230" y="4005"/>
                  <a:pt x="4416" y="3963"/>
                  <a:pt x="4604" y="3904"/>
                </a:cubicBezTo>
                <a:cubicBezTo>
                  <a:pt x="5115" y="3737"/>
                  <a:pt x="5626" y="3514"/>
                  <a:pt x="6138" y="3070"/>
                </a:cubicBezTo>
                <a:cubicBezTo>
                  <a:pt x="5626" y="2625"/>
                  <a:pt x="5115" y="2402"/>
                  <a:pt x="4604" y="2235"/>
                </a:cubicBezTo>
                <a:cubicBezTo>
                  <a:pt x="4416" y="2176"/>
                  <a:pt x="4228" y="2133"/>
                  <a:pt x="4040" y="2099"/>
                </a:cubicBezTo>
                <a:cubicBezTo>
                  <a:pt x="4005" y="1910"/>
                  <a:pt x="3963" y="1723"/>
                  <a:pt x="3904" y="1535"/>
                </a:cubicBezTo>
                <a:cubicBezTo>
                  <a:pt x="3738" y="1024"/>
                  <a:pt x="3514" y="513"/>
                  <a:pt x="3069"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11" name="Google Shape;711;p31"/>
          <p:cNvSpPr/>
          <p:nvPr/>
        </p:nvSpPr>
        <p:spPr>
          <a:xfrm rot="3211094">
            <a:off x="7572972" y="4626472"/>
            <a:ext cx="112810" cy="112828"/>
          </a:xfrm>
          <a:custGeom>
            <a:avLst/>
            <a:gdLst/>
            <a:ahLst/>
            <a:cxnLst/>
            <a:rect l="l" t="t" r="r" b="b"/>
            <a:pathLst>
              <a:path w="6138" h="6139" extrusionOk="0">
                <a:moveTo>
                  <a:pt x="3069" y="0"/>
                </a:moveTo>
                <a:cubicBezTo>
                  <a:pt x="2625" y="513"/>
                  <a:pt x="2402" y="1024"/>
                  <a:pt x="2235" y="1535"/>
                </a:cubicBezTo>
                <a:cubicBezTo>
                  <a:pt x="2177" y="1722"/>
                  <a:pt x="2134" y="1909"/>
                  <a:pt x="2099" y="2097"/>
                </a:cubicBezTo>
                <a:cubicBezTo>
                  <a:pt x="1912" y="2131"/>
                  <a:pt x="1723" y="2173"/>
                  <a:pt x="1536" y="2233"/>
                </a:cubicBezTo>
                <a:cubicBezTo>
                  <a:pt x="1023" y="2398"/>
                  <a:pt x="512" y="2623"/>
                  <a:pt x="1" y="3070"/>
                </a:cubicBezTo>
                <a:cubicBezTo>
                  <a:pt x="512" y="3517"/>
                  <a:pt x="1023" y="3740"/>
                  <a:pt x="1536" y="3907"/>
                </a:cubicBezTo>
                <a:cubicBezTo>
                  <a:pt x="1722" y="3966"/>
                  <a:pt x="1909" y="4008"/>
                  <a:pt x="2096" y="4042"/>
                </a:cubicBezTo>
                <a:cubicBezTo>
                  <a:pt x="2132" y="4230"/>
                  <a:pt x="2173" y="4417"/>
                  <a:pt x="2232" y="4604"/>
                </a:cubicBezTo>
                <a:cubicBezTo>
                  <a:pt x="2399" y="5115"/>
                  <a:pt x="2622" y="5627"/>
                  <a:pt x="3069" y="6138"/>
                </a:cubicBezTo>
                <a:cubicBezTo>
                  <a:pt x="3517" y="5627"/>
                  <a:pt x="3741" y="5115"/>
                  <a:pt x="3906" y="4604"/>
                </a:cubicBezTo>
                <a:cubicBezTo>
                  <a:pt x="3966" y="4416"/>
                  <a:pt x="4008" y="4229"/>
                  <a:pt x="4042" y="4040"/>
                </a:cubicBezTo>
                <a:cubicBezTo>
                  <a:pt x="4230" y="4005"/>
                  <a:pt x="4416" y="3963"/>
                  <a:pt x="4604" y="3904"/>
                </a:cubicBezTo>
                <a:cubicBezTo>
                  <a:pt x="5115" y="3737"/>
                  <a:pt x="5626" y="3514"/>
                  <a:pt x="6138" y="3070"/>
                </a:cubicBezTo>
                <a:cubicBezTo>
                  <a:pt x="5626" y="2625"/>
                  <a:pt x="5115" y="2402"/>
                  <a:pt x="4604" y="2235"/>
                </a:cubicBezTo>
                <a:cubicBezTo>
                  <a:pt x="4416" y="2176"/>
                  <a:pt x="4228" y="2133"/>
                  <a:pt x="4040" y="2099"/>
                </a:cubicBezTo>
                <a:cubicBezTo>
                  <a:pt x="4005" y="1910"/>
                  <a:pt x="3963" y="1723"/>
                  <a:pt x="3904" y="1535"/>
                </a:cubicBezTo>
                <a:cubicBezTo>
                  <a:pt x="3738" y="1024"/>
                  <a:pt x="3514" y="513"/>
                  <a:pt x="3069"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12" name="Google Shape;712;p31"/>
          <p:cNvSpPr/>
          <p:nvPr/>
        </p:nvSpPr>
        <p:spPr>
          <a:xfrm rot="5400000">
            <a:off x="444246" y="671965"/>
            <a:ext cx="100451" cy="100451"/>
          </a:xfrm>
          <a:custGeom>
            <a:avLst/>
            <a:gdLst/>
            <a:ahLst/>
            <a:cxnLst/>
            <a:rect l="l" t="t" r="r" b="b"/>
            <a:pathLst>
              <a:path w="2835" h="2836" extrusionOk="0">
                <a:moveTo>
                  <a:pt x="1417" y="0"/>
                </a:moveTo>
                <a:cubicBezTo>
                  <a:pt x="635" y="0"/>
                  <a:pt x="0" y="635"/>
                  <a:pt x="0" y="1418"/>
                </a:cubicBezTo>
                <a:cubicBezTo>
                  <a:pt x="0" y="2200"/>
                  <a:pt x="635" y="2835"/>
                  <a:pt x="1417" y="2835"/>
                </a:cubicBezTo>
                <a:cubicBezTo>
                  <a:pt x="2200" y="2835"/>
                  <a:pt x="2835" y="2200"/>
                  <a:pt x="2835" y="1418"/>
                </a:cubicBezTo>
                <a:cubicBezTo>
                  <a:pt x="2835" y="635"/>
                  <a:pt x="2201" y="0"/>
                  <a:pt x="1417"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13" name="Google Shape;713;p31"/>
          <p:cNvSpPr/>
          <p:nvPr/>
        </p:nvSpPr>
        <p:spPr>
          <a:xfrm rot="7660645">
            <a:off x="8453494" y="636909"/>
            <a:ext cx="112800" cy="112818"/>
          </a:xfrm>
          <a:custGeom>
            <a:avLst/>
            <a:gdLst/>
            <a:ahLst/>
            <a:cxnLst/>
            <a:rect l="l" t="t" r="r" b="b"/>
            <a:pathLst>
              <a:path w="6138" h="6139" extrusionOk="0">
                <a:moveTo>
                  <a:pt x="3069" y="0"/>
                </a:moveTo>
                <a:cubicBezTo>
                  <a:pt x="2625" y="513"/>
                  <a:pt x="2402" y="1024"/>
                  <a:pt x="2235" y="1535"/>
                </a:cubicBezTo>
                <a:cubicBezTo>
                  <a:pt x="2177" y="1722"/>
                  <a:pt x="2134" y="1909"/>
                  <a:pt x="2099" y="2097"/>
                </a:cubicBezTo>
                <a:cubicBezTo>
                  <a:pt x="1912" y="2131"/>
                  <a:pt x="1723" y="2173"/>
                  <a:pt x="1536" y="2233"/>
                </a:cubicBezTo>
                <a:cubicBezTo>
                  <a:pt x="1023" y="2398"/>
                  <a:pt x="512" y="2623"/>
                  <a:pt x="1" y="3070"/>
                </a:cubicBezTo>
                <a:cubicBezTo>
                  <a:pt x="512" y="3517"/>
                  <a:pt x="1023" y="3740"/>
                  <a:pt x="1536" y="3907"/>
                </a:cubicBezTo>
                <a:cubicBezTo>
                  <a:pt x="1722" y="3966"/>
                  <a:pt x="1909" y="4008"/>
                  <a:pt x="2096" y="4042"/>
                </a:cubicBezTo>
                <a:cubicBezTo>
                  <a:pt x="2132" y="4230"/>
                  <a:pt x="2173" y="4417"/>
                  <a:pt x="2232" y="4604"/>
                </a:cubicBezTo>
                <a:cubicBezTo>
                  <a:pt x="2399" y="5115"/>
                  <a:pt x="2622" y="5627"/>
                  <a:pt x="3069" y="6138"/>
                </a:cubicBezTo>
                <a:cubicBezTo>
                  <a:pt x="3517" y="5627"/>
                  <a:pt x="3741" y="5115"/>
                  <a:pt x="3906" y="4604"/>
                </a:cubicBezTo>
                <a:cubicBezTo>
                  <a:pt x="3966" y="4416"/>
                  <a:pt x="4008" y="4229"/>
                  <a:pt x="4042" y="4040"/>
                </a:cubicBezTo>
                <a:cubicBezTo>
                  <a:pt x="4230" y="4005"/>
                  <a:pt x="4416" y="3963"/>
                  <a:pt x="4604" y="3904"/>
                </a:cubicBezTo>
                <a:cubicBezTo>
                  <a:pt x="5115" y="3737"/>
                  <a:pt x="5626" y="3514"/>
                  <a:pt x="6138" y="3070"/>
                </a:cubicBezTo>
                <a:cubicBezTo>
                  <a:pt x="5626" y="2625"/>
                  <a:pt x="5115" y="2402"/>
                  <a:pt x="4604" y="2235"/>
                </a:cubicBezTo>
                <a:cubicBezTo>
                  <a:pt x="4416" y="2176"/>
                  <a:pt x="4228" y="2133"/>
                  <a:pt x="4040" y="2099"/>
                </a:cubicBezTo>
                <a:cubicBezTo>
                  <a:pt x="4005" y="1910"/>
                  <a:pt x="3963" y="1723"/>
                  <a:pt x="3904" y="1535"/>
                </a:cubicBezTo>
                <a:cubicBezTo>
                  <a:pt x="3738" y="1024"/>
                  <a:pt x="3514" y="513"/>
                  <a:pt x="3069"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14" name="Google Shape;714;p31"/>
          <p:cNvSpPr/>
          <p:nvPr/>
        </p:nvSpPr>
        <p:spPr>
          <a:xfrm rot="9899885">
            <a:off x="8598216" y="4430991"/>
            <a:ext cx="82005" cy="82047"/>
          </a:xfrm>
          <a:custGeom>
            <a:avLst/>
            <a:gdLst/>
            <a:ahLst/>
            <a:cxnLst/>
            <a:rect l="l" t="t" r="r" b="b"/>
            <a:pathLst>
              <a:path w="2835" h="2836" extrusionOk="0">
                <a:moveTo>
                  <a:pt x="1417" y="0"/>
                </a:moveTo>
                <a:cubicBezTo>
                  <a:pt x="635" y="0"/>
                  <a:pt x="0" y="635"/>
                  <a:pt x="0" y="1418"/>
                </a:cubicBezTo>
                <a:cubicBezTo>
                  <a:pt x="0" y="2200"/>
                  <a:pt x="635" y="2835"/>
                  <a:pt x="1417" y="2835"/>
                </a:cubicBezTo>
                <a:cubicBezTo>
                  <a:pt x="2200" y="2835"/>
                  <a:pt x="2835" y="2200"/>
                  <a:pt x="2835" y="1418"/>
                </a:cubicBezTo>
                <a:cubicBezTo>
                  <a:pt x="2835" y="635"/>
                  <a:pt x="2201" y="0"/>
                  <a:pt x="1417"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15" name="Google Shape;715;p31"/>
          <p:cNvSpPr/>
          <p:nvPr/>
        </p:nvSpPr>
        <p:spPr>
          <a:xfrm rot="5400000">
            <a:off x="8638275" y="694489"/>
            <a:ext cx="55424" cy="55423"/>
          </a:xfrm>
          <a:custGeom>
            <a:avLst/>
            <a:gdLst/>
            <a:ahLst/>
            <a:cxnLst/>
            <a:rect l="l" t="t" r="r" b="b"/>
            <a:pathLst>
              <a:path w="2835" h="2836" extrusionOk="0">
                <a:moveTo>
                  <a:pt x="1417" y="0"/>
                </a:moveTo>
                <a:cubicBezTo>
                  <a:pt x="635" y="0"/>
                  <a:pt x="0" y="635"/>
                  <a:pt x="0" y="1418"/>
                </a:cubicBezTo>
                <a:cubicBezTo>
                  <a:pt x="0" y="2200"/>
                  <a:pt x="635" y="2835"/>
                  <a:pt x="1417" y="2835"/>
                </a:cubicBezTo>
                <a:cubicBezTo>
                  <a:pt x="2200" y="2835"/>
                  <a:pt x="2835" y="2200"/>
                  <a:pt x="2835" y="1418"/>
                </a:cubicBezTo>
                <a:cubicBezTo>
                  <a:pt x="2835" y="635"/>
                  <a:pt x="2201" y="0"/>
                  <a:pt x="1417" y="0"/>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716" name="Google Shape;716;p31"/>
          <p:cNvGrpSpPr/>
          <p:nvPr/>
        </p:nvGrpSpPr>
        <p:grpSpPr>
          <a:xfrm rot="909395">
            <a:off x="7272547" y="768712"/>
            <a:ext cx="1372106" cy="1429965"/>
            <a:chOff x="6206063" y="1258086"/>
            <a:chExt cx="2135403" cy="2225449"/>
          </a:xfrm>
        </p:grpSpPr>
        <p:sp>
          <p:nvSpPr>
            <p:cNvPr id="717" name="Google Shape;717;p31"/>
            <p:cNvSpPr/>
            <p:nvPr/>
          </p:nvSpPr>
          <p:spPr>
            <a:xfrm rot="1095387">
              <a:off x="6445900" y="1472199"/>
              <a:ext cx="1655728" cy="1797223"/>
            </a:xfrm>
            <a:custGeom>
              <a:avLst/>
              <a:gdLst/>
              <a:ahLst/>
              <a:cxnLst/>
              <a:rect l="l" t="t" r="r" b="b"/>
              <a:pathLst>
                <a:path w="35655" h="38702" extrusionOk="0">
                  <a:moveTo>
                    <a:pt x="10824" y="0"/>
                  </a:moveTo>
                  <a:cubicBezTo>
                    <a:pt x="9883" y="0"/>
                    <a:pt x="9119" y="763"/>
                    <a:pt x="9119" y="1705"/>
                  </a:cubicBezTo>
                  <a:lnTo>
                    <a:pt x="9119" y="12993"/>
                  </a:lnTo>
                  <a:cubicBezTo>
                    <a:pt x="8609" y="13052"/>
                    <a:pt x="8110" y="13159"/>
                    <a:pt x="7626" y="13309"/>
                  </a:cubicBezTo>
                  <a:cubicBezTo>
                    <a:pt x="7624" y="13303"/>
                    <a:pt x="7623" y="13298"/>
                    <a:pt x="7620" y="13291"/>
                  </a:cubicBezTo>
                  <a:cubicBezTo>
                    <a:pt x="7534" y="13066"/>
                    <a:pt x="7319" y="12927"/>
                    <a:pt x="7091" y="12927"/>
                  </a:cubicBezTo>
                  <a:cubicBezTo>
                    <a:pt x="7024" y="12927"/>
                    <a:pt x="6955" y="12939"/>
                    <a:pt x="6889" y="12964"/>
                  </a:cubicBezTo>
                  <a:cubicBezTo>
                    <a:pt x="2914" y="14481"/>
                    <a:pt x="73" y="18712"/>
                    <a:pt x="132" y="23025"/>
                  </a:cubicBezTo>
                  <a:lnTo>
                    <a:pt x="132" y="25524"/>
                  </a:lnTo>
                  <a:cubicBezTo>
                    <a:pt x="1" y="28582"/>
                    <a:pt x="1694" y="31325"/>
                    <a:pt x="3346" y="33671"/>
                  </a:cubicBezTo>
                  <a:lnTo>
                    <a:pt x="2675" y="36801"/>
                  </a:lnTo>
                  <a:cubicBezTo>
                    <a:pt x="2564" y="37318"/>
                    <a:pt x="2717" y="37850"/>
                    <a:pt x="3092" y="38234"/>
                  </a:cubicBezTo>
                  <a:cubicBezTo>
                    <a:pt x="3394" y="38542"/>
                    <a:pt x="3816" y="38702"/>
                    <a:pt x="4246" y="38702"/>
                  </a:cubicBezTo>
                  <a:lnTo>
                    <a:pt x="6119" y="38702"/>
                  </a:lnTo>
                  <a:cubicBezTo>
                    <a:pt x="6791" y="38702"/>
                    <a:pt x="7441" y="38420"/>
                    <a:pt x="7901" y="37929"/>
                  </a:cubicBezTo>
                  <a:lnTo>
                    <a:pt x="12319" y="33211"/>
                  </a:lnTo>
                  <a:lnTo>
                    <a:pt x="25994" y="33211"/>
                  </a:lnTo>
                  <a:cubicBezTo>
                    <a:pt x="27478" y="33211"/>
                    <a:pt x="28754" y="32601"/>
                    <a:pt x="29682" y="31443"/>
                  </a:cubicBezTo>
                  <a:cubicBezTo>
                    <a:pt x="30124" y="30893"/>
                    <a:pt x="30386" y="30342"/>
                    <a:pt x="30521" y="30008"/>
                  </a:cubicBezTo>
                  <a:cubicBezTo>
                    <a:pt x="34616" y="28742"/>
                    <a:pt x="35654" y="25023"/>
                    <a:pt x="35362" y="22020"/>
                  </a:cubicBezTo>
                  <a:cubicBezTo>
                    <a:pt x="35362" y="22013"/>
                    <a:pt x="35361" y="22006"/>
                    <a:pt x="35360" y="21999"/>
                  </a:cubicBezTo>
                  <a:cubicBezTo>
                    <a:pt x="35019" y="18070"/>
                    <a:pt x="32662" y="16336"/>
                    <a:pt x="30744" y="15573"/>
                  </a:cubicBezTo>
                  <a:cubicBezTo>
                    <a:pt x="29176" y="14949"/>
                    <a:pt x="27670" y="14865"/>
                    <a:pt x="27024" y="14865"/>
                  </a:cubicBezTo>
                  <a:cubicBezTo>
                    <a:pt x="27007" y="14865"/>
                    <a:pt x="26991" y="14865"/>
                    <a:pt x="26975" y="14865"/>
                  </a:cubicBezTo>
                  <a:cubicBezTo>
                    <a:pt x="26563" y="14424"/>
                    <a:pt x="26137" y="14014"/>
                    <a:pt x="25702" y="13639"/>
                  </a:cubicBezTo>
                  <a:cubicBezTo>
                    <a:pt x="26131" y="13329"/>
                    <a:pt x="26412" y="12825"/>
                    <a:pt x="26412" y="12256"/>
                  </a:cubicBezTo>
                  <a:lnTo>
                    <a:pt x="26412" y="1705"/>
                  </a:lnTo>
                  <a:cubicBezTo>
                    <a:pt x="26412" y="763"/>
                    <a:pt x="25648" y="0"/>
                    <a:pt x="24706" y="0"/>
                  </a:cubicBezTo>
                  <a:close/>
                </a:path>
              </a:pathLst>
            </a:custGeom>
            <a:solidFill>
              <a:schemeClr val="accent2"/>
            </a:solidFill>
            <a:ln w="114300" cap="flat" cmpd="sng">
              <a:solidFill>
                <a:schemeClr val="accent2"/>
              </a:solidFill>
              <a:prstDash val="solid"/>
              <a:round/>
              <a:headEnd type="none" w="sm" len="sm"/>
              <a:tailEnd type="none" w="sm" len="sm"/>
            </a:ln>
            <a:effectLst>
              <a:outerShdw dist="76200" dir="1800000" algn="bl" rotWithShape="0">
                <a:schemeClr val="lt2"/>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18" name="Google Shape;718;p31"/>
            <p:cNvSpPr/>
            <p:nvPr/>
          </p:nvSpPr>
          <p:spPr>
            <a:xfrm rot="1095387">
              <a:off x="6395021" y="1978781"/>
              <a:ext cx="1615792" cy="1253998"/>
            </a:xfrm>
            <a:custGeom>
              <a:avLst/>
              <a:gdLst/>
              <a:ahLst/>
              <a:cxnLst/>
              <a:rect l="l" t="t" r="r" b="b"/>
              <a:pathLst>
                <a:path w="34795" h="27004" extrusionOk="0">
                  <a:moveTo>
                    <a:pt x="17211" y="1"/>
                  </a:moveTo>
                  <a:cubicBezTo>
                    <a:pt x="13430" y="1"/>
                    <a:pt x="10613" y="1880"/>
                    <a:pt x="10613" y="1880"/>
                  </a:cubicBezTo>
                  <a:cubicBezTo>
                    <a:pt x="10241" y="1830"/>
                    <a:pt x="9872" y="1805"/>
                    <a:pt x="9508" y="1805"/>
                  </a:cubicBezTo>
                  <a:cubicBezTo>
                    <a:pt x="4302" y="1805"/>
                    <a:pt x="61" y="6751"/>
                    <a:pt x="133" y="11888"/>
                  </a:cubicBezTo>
                  <a:lnTo>
                    <a:pt x="133" y="14405"/>
                  </a:lnTo>
                  <a:cubicBezTo>
                    <a:pt x="0" y="17371"/>
                    <a:pt x="1735" y="20088"/>
                    <a:pt x="3386" y="22415"/>
                  </a:cubicBezTo>
                  <a:lnTo>
                    <a:pt x="2663" y="25788"/>
                  </a:lnTo>
                  <a:cubicBezTo>
                    <a:pt x="2529" y="26413"/>
                    <a:pt x="3006" y="27003"/>
                    <a:pt x="3646" y="27003"/>
                  </a:cubicBezTo>
                  <a:lnTo>
                    <a:pt x="5554" y="27003"/>
                  </a:lnTo>
                  <a:cubicBezTo>
                    <a:pt x="6072" y="27003"/>
                    <a:pt x="6567" y="26788"/>
                    <a:pt x="6922" y="26410"/>
                  </a:cubicBezTo>
                  <a:lnTo>
                    <a:pt x="11507" y="21514"/>
                  </a:lnTo>
                  <a:lnTo>
                    <a:pt x="25429" y="21514"/>
                  </a:lnTo>
                  <a:cubicBezTo>
                    <a:pt x="28624" y="21514"/>
                    <a:pt x="29525" y="18399"/>
                    <a:pt x="29525" y="18399"/>
                  </a:cubicBezTo>
                  <a:cubicBezTo>
                    <a:pt x="29525" y="18399"/>
                    <a:pt x="34794" y="17421"/>
                    <a:pt x="34231" y="10919"/>
                  </a:cubicBezTo>
                  <a:cubicBezTo>
                    <a:pt x="33687" y="4648"/>
                    <a:pt x="27732" y="4300"/>
                    <a:pt x="26420" y="4300"/>
                  </a:cubicBezTo>
                  <a:cubicBezTo>
                    <a:pt x="26256" y="4300"/>
                    <a:pt x="26165" y="4306"/>
                    <a:pt x="26165" y="4306"/>
                  </a:cubicBezTo>
                  <a:cubicBezTo>
                    <a:pt x="23141" y="971"/>
                    <a:pt x="19927" y="1"/>
                    <a:pt x="17211"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19" name="Google Shape;719;p31"/>
            <p:cNvSpPr/>
            <p:nvPr/>
          </p:nvSpPr>
          <p:spPr>
            <a:xfrm rot="1095387">
              <a:off x="7054989" y="1523190"/>
              <a:ext cx="750430" cy="728279"/>
            </a:xfrm>
            <a:custGeom>
              <a:avLst/>
              <a:gdLst/>
              <a:ahLst/>
              <a:cxnLst/>
              <a:rect l="l" t="t" r="r" b="b"/>
              <a:pathLst>
                <a:path w="16160" h="15683" extrusionOk="0">
                  <a:moveTo>
                    <a:pt x="1139" y="0"/>
                  </a:moveTo>
                  <a:cubicBezTo>
                    <a:pt x="511" y="0"/>
                    <a:pt x="1" y="510"/>
                    <a:pt x="1" y="1139"/>
                  </a:cubicBezTo>
                  <a:lnTo>
                    <a:pt x="1" y="15037"/>
                  </a:lnTo>
                  <a:cubicBezTo>
                    <a:pt x="1" y="15427"/>
                    <a:pt x="319" y="15682"/>
                    <a:pt x="649" y="15682"/>
                  </a:cubicBezTo>
                  <a:cubicBezTo>
                    <a:pt x="811" y="15682"/>
                    <a:pt x="975" y="15621"/>
                    <a:pt x="1107" y="15485"/>
                  </a:cubicBezTo>
                  <a:lnTo>
                    <a:pt x="3672" y="12828"/>
                  </a:lnTo>
                  <a:lnTo>
                    <a:pt x="15021" y="12828"/>
                  </a:lnTo>
                  <a:cubicBezTo>
                    <a:pt x="15650" y="12828"/>
                    <a:pt x="16160" y="12318"/>
                    <a:pt x="16160" y="11689"/>
                  </a:cubicBezTo>
                  <a:lnTo>
                    <a:pt x="16160" y="1139"/>
                  </a:lnTo>
                  <a:cubicBezTo>
                    <a:pt x="16160" y="510"/>
                    <a:pt x="15650" y="0"/>
                    <a:pt x="15021"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20" name="Google Shape;720;p31"/>
            <p:cNvSpPr/>
            <p:nvPr/>
          </p:nvSpPr>
          <p:spPr>
            <a:xfrm rot="1095387">
              <a:off x="7215376" y="1771132"/>
              <a:ext cx="92318" cy="92318"/>
            </a:xfrm>
            <a:custGeom>
              <a:avLst/>
              <a:gdLst/>
              <a:ahLst/>
              <a:cxnLst/>
              <a:rect l="l" t="t" r="r" b="b"/>
              <a:pathLst>
                <a:path w="1988" h="1988" extrusionOk="0">
                  <a:moveTo>
                    <a:pt x="387" y="1"/>
                  </a:moveTo>
                  <a:cubicBezTo>
                    <a:pt x="173" y="1"/>
                    <a:pt x="0" y="174"/>
                    <a:pt x="0" y="386"/>
                  </a:cubicBezTo>
                  <a:lnTo>
                    <a:pt x="0" y="1601"/>
                  </a:lnTo>
                  <a:cubicBezTo>
                    <a:pt x="0" y="1814"/>
                    <a:pt x="173" y="1987"/>
                    <a:pt x="387" y="1987"/>
                  </a:cubicBezTo>
                  <a:lnTo>
                    <a:pt x="1601" y="1987"/>
                  </a:lnTo>
                  <a:cubicBezTo>
                    <a:pt x="1814" y="1987"/>
                    <a:pt x="1988" y="1814"/>
                    <a:pt x="1987" y="1601"/>
                  </a:cubicBezTo>
                  <a:lnTo>
                    <a:pt x="1987" y="386"/>
                  </a:lnTo>
                  <a:cubicBezTo>
                    <a:pt x="1987" y="174"/>
                    <a:pt x="1814" y="1"/>
                    <a:pt x="1601"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21" name="Google Shape;721;p31"/>
            <p:cNvSpPr/>
            <p:nvPr/>
          </p:nvSpPr>
          <p:spPr>
            <a:xfrm rot="1095387">
              <a:off x="7428424" y="1706641"/>
              <a:ext cx="92318" cy="92364"/>
            </a:xfrm>
            <a:custGeom>
              <a:avLst/>
              <a:gdLst/>
              <a:ahLst/>
              <a:cxnLst/>
              <a:rect l="l" t="t" r="r" b="b"/>
              <a:pathLst>
                <a:path w="1988" h="1989" extrusionOk="0">
                  <a:moveTo>
                    <a:pt x="387" y="1"/>
                  </a:moveTo>
                  <a:cubicBezTo>
                    <a:pt x="173" y="1"/>
                    <a:pt x="1" y="175"/>
                    <a:pt x="1" y="387"/>
                  </a:cubicBezTo>
                  <a:lnTo>
                    <a:pt x="1" y="1601"/>
                  </a:lnTo>
                  <a:cubicBezTo>
                    <a:pt x="1" y="1815"/>
                    <a:pt x="173" y="1988"/>
                    <a:pt x="387" y="1988"/>
                  </a:cubicBezTo>
                  <a:lnTo>
                    <a:pt x="1601" y="1988"/>
                  </a:lnTo>
                  <a:cubicBezTo>
                    <a:pt x="1815" y="1988"/>
                    <a:pt x="1988" y="1815"/>
                    <a:pt x="1988" y="1601"/>
                  </a:cubicBezTo>
                  <a:lnTo>
                    <a:pt x="1988" y="387"/>
                  </a:lnTo>
                  <a:cubicBezTo>
                    <a:pt x="1988" y="175"/>
                    <a:pt x="1815" y="1"/>
                    <a:pt x="1601"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22" name="Google Shape;722;p31"/>
            <p:cNvSpPr/>
            <p:nvPr/>
          </p:nvSpPr>
          <p:spPr>
            <a:xfrm rot="1095387">
              <a:off x="7532646" y="1972123"/>
              <a:ext cx="92364" cy="92318"/>
            </a:xfrm>
            <a:custGeom>
              <a:avLst/>
              <a:gdLst/>
              <a:ahLst/>
              <a:cxnLst/>
              <a:rect l="l" t="t" r="r" b="b"/>
              <a:pathLst>
                <a:path w="1989" h="1988" extrusionOk="0">
                  <a:moveTo>
                    <a:pt x="387" y="0"/>
                  </a:moveTo>
                  <a:cubicBezTo>
                    <a:pt x="174" y="0"/>
                    <a:pt x="1" y="173"/>
                    <a:pt x="1" y="387"/>
                  </a:cubicBezTo>
                  <a:lnTo>
                    <a:pt x="1" y="1601"/>
                  </a:lnTo>
                  <a:cubicBezTo>
                    <a:pt x="1" y="1815"/>
                    <a:pt x="175" y="1988"/>
                    <a:pt x="387" y="1988"/>
                  </a:cubicBezTo>
                  <a:lnTo>
                    <a:pt x="1601" y="1988"/>
                  </a:lnTo>
                  <a:cubicBezTo>
                    <a:pt x="1815" y="1988"/>
                    <a:pt x="1988" y="1814"/>
                    <a:pt x="1988" y="1601"/>
                  </a:cubicBezTo>
                  <a:lnTo>
                    <a:pt x="1988" y="387"/>
                  </a:lnTo>
                  <a:cubicBezTo>
                    <a:pt x="1988" y="173"/>
                    <a:pt x="1815" y="0"/>
                    <a:pt x="1601"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23" name="Google Shape;723;p31"/>
            <p:cNvSpPr/>
            <p:nvPr/>
          </p:nvSpPr>
          <p:spPr>
            <a:xfrm rot="1095387">
              <a:off x="6445900" y="1472199"/>
              <a:ext cx="1655728" cy="1797223"/>
            </a:xfrm>
            <a:custGeom>
              <a:avLst/>
              <a:gdLst/>
              <a:ahLst/>
              <a:cxnLst/>
              <a:rect l="l" t="t" r="r" b="b"/>
              <a:pathLst>
                <a:path w="35655" h="38702" extrusionOk="0">
                  <a:moveTo>
                    <a:pt x="24706" y="1134"/>
                  </a:moveTo>
                  <a:cubicBezTo>
                    <a:pt x="25021" y="1134"/>
                    <a:pt x="25277" y="1391"/>
                    <a:pt x="25277" y="1706"/>
                  </a:cubicBezTo>
                  <a:lnTo>
                    <a:pt x="25277" y="12256"/>
                  </a:lnTo>
                  <a:cubicBezTo>
                    <a:pt x="25277" y="12572"/>
                    <a:pt x="25021" y="12828"/>
                    <a:pt x="24706" y="12828"/>
                  </a:cubicBezTo>
                  <a:lnTo>
                    <a:pt x="13357" y="12828"/>
                  </a:lnTo>
                  <a:cubicBezTo>
                    <a:pt x="13204" y="12828"/>
                    <a:pt x="13057" y="12890"/>
                    <a:pt x="12950" y="13001"/>
                  </a:cubicBezTo>
                  <a:lnTo>
                    <a:pt x="10384" y="15658"/>
                  </a:lnTo>
                  <a:cubicBezTo>
                    <a:pt x="10376" y="15667"/>
                    <a:pt x="10360" y="15683"/>
                    <a:pt x="10333" y="15683"/>
                  </a:cubicBezTo>
                  <a:cubicBezTo>
                    <a:pt x="10324" y="15683"/>
                    <a:pt x="10313" y="15681"/>
                    <a:pt x="10301" y="15676"/>
                  </a:cubicBezTo>
                  <a:cubicBezTo>
                    <a:pt x="10283" y="15668"/>
                    <a:pt x="10272" y="15659"/>
                    <a:pt x="10265" y="15649"/>
                  </a:cubicBezTo>
                  <a:cubicBezTo>
                    <a:pt x="10264" y="15648"/>
                    <a:pt x="10264" y="15647"/>
                    <a:pt x="10263" y="15647"/>
                  </a:cubicBezTo>
                  <a:cubicBezTo>
                    <a:pt x="10253" y="15632"/>
                    <a:pt x="10252" y="15615"/>
                    <a:pt x="10252" y="15604"/>
                  </a:cubicBezTo>
                  <a:lnTo>
                    <a:pt x="10252" y="1706"/>
                  </a:lnTo>
                  <a:cubicBezTo>
                    <a:pt x="10252" y="1391"/>
                    <a:pt x="10509" y="1134"/>
                    <a:pt x="10824" y="1134"/>
                  </a:cubicBezTo>
                  <a:close/>
                  <a:moveTo>
                    <a:pt x="10824" y="0"/>
                  </a:moveTo>
                  <a:cubicBezTo>
                    <a:pt x="9883" y="0"/>
                    <a:pt x="9119" y="763"/>
                    <a:pt x="9119" y="1705"/>
                  </a:cubicBezTo>
                  <a:lnTo>
                    <a:pt x="9119" y="15604"/>
                  </a:lnTo>
                  <a:cubicBezTo>
                    <a:pt x="9119" y="15614"/>
                    <a:pt x="9120" y="15622"/>
                    <a:pt x="9120" y="15632"/>
                  </a:cubicBezTo>
                  <a:cubicBezTo>
                    <a:pt x="7740" y="16313"/>
                    <a:pt x="6704" y="17644"/>
                    <a:pt x="6432" y="19213"/>
                  </a:cubicBezTo>
                  <a:cubicBezTo>
                    <a:pt x="6238" y="20252"/>
                    <a:pt x="6323" y="21348"/>
                    <a:pt x="6589" y="22409"/>
                  </a:cubicBezTo>
                  <a:cubicBezTo>
                    <a:pt x="6457" y="22796"/>
                    <a:pt x="5990" y="23957"/>
                    <a:pt x="5052" y="24341"/>
                  </a:cubicBezTo>
                  <a:lnTo>
                    <a:pt x="3394" y="24161"/>
                  </a:lnTo>
                  <a:cubicBezTo>
                    <a:pt x="3373" y="24159"/>
                    <a:pt x="3352" y="24158"/>
                    <a:pt x="3332" y="24158"/>
                  </a:cubicBezTo>
                  <a:cubicBezTo>
                    <a:pt x="3039" y="24158"/>
                    <a:pt x="2791" y="24382"/>
                    <a:pt x="2767" y="24681"/>
                  </a:cubicBezTo>
                  <a:cubicBezTo>
                    <a:pt x="2743" y="24990"/>
                    <a:pt x="2986" y="25257"/>
                    <a:pt x="3294" y="25290"/>
                  </a:cubicBezTo>
                  <a:lnTo>
                    <a:pt x="4416" y="25413"/>
                  </a:lnTo>
                  <a:lnTo>
                    <a:pt x="4111" y="26634"/>
                  </a:lnTo>
                  <a:cubicBezTo>
                    <a:pt x="4035" y="26937"/>
                    <a:pt x="4208" y="27260"/>
                    <a:pt x="4512" y="27340"/>
                  </a:cubicBezTo>
                  <a:cubicBezTo>
                    <a:pt x="4560" y="27352"/>
                    <a:pt x="4609" y="27358"/>
                    <a:pt x="4656" y="27358"/>
                  </a:cubicBezTo>
                  <a:cubicBezTo>
                    <a:pt x="4911" y="27358"/>
                    <a:pt x="5141" y="27187"/>
                    <a:pt x="5206" y="26929"/>
                  </a:cubicBezTo>
                  <a:lnTo>
                    <a:pt x="5603" y="25338"/>
                  </a:lnTo>
                  <a:cubicBezTo>
                    <a:pt x="6284" y="25020"/>
                    <a:pt x="6771" y="24469"/>
                    <a:pt x="7104" y="23941"/>
                  </a:cubicBezTo>
                  <a:cubicBezTo>
                    <a:pt x="7551" y="24997"/>
                    <a:pt x="8145" y="25959"/>
                    <a:pt x="8774" y="26714"/>
                  </a:cubicBezTo>
                  <a:cubicBezTo>
                    <a:pt x="8886" y="26849"/>
                    <a:pt x="9048" y="26918"/>
                    <a:pt x="9210" y="26918"/>
                  </a:cubicBezTo>
                  <a:cubicBezTo>
                    <a:pt x="9338" y="26918"/>
                    <a:pt x="9467" y="26876"/>
                    <a:pt x="9574" y="26786"/>
                  </a:cubicBezTo>
                  <a:cubicBezTo>
                    <a:pt x="9813" y="26586"/>
                    <a:pt x="9846" y="26229"/>
                    <a:pt x="9646" y="25988"/>
                  </a:cubicBezTo>
                  <a:cubicBezTo>
                    <a:pt x="8069" y="24099"/>
                    <a:pt x="7204" y="21577"/>
                    <a:pt x="7546" y="19422"/>
                  </a:cubicBezTo>
                  <a:cubicBezTo>
                    <a:pt x="7775" y="18205"/>
                    <a:pt x="8508" y="17183"/>
                    <a:pt x="9675" y="16623"/>
                  </a:cubicBezTo>
                  <a:cubicBezTo>
                    <a:pt x="9759" y="16670"/>
                    <a:pt x="9975" y="16805"/>
                    <a:pt x="10331" y="16816"/>
                  </a:cubicBezTo>
                  <a:cubicBezTo>
                    <a:pt x="10349" y="16818"/>
                    <a:pt x="10368" y="16819"/>
                    <a:pt x="10387" y="16819"/>
                  </a:cubicBezTo>
                  <a:cubicBezTo>
                    <a:pt x="10769" y="16819"/>
                    <a:pt x="11256" y="16447"/>
                    <a:pt x="11526" y="16107"/>
                  </a:cubicBezTo>
                  <a:cubicBezTo>
                    <a:pt x="11585" y="16105"/>
                    <a:pt x="11644" y="16103"/>
                    <a:pt x="11702" y="16103"/>
                  </a:cubicBezTo>
                  <a:cubicBezTo>
                    <a:pt x="13714" y="16103"/>
                    <a:pt x="15061" y="17662"/>
                    <a:pt x="15074" y="17678"/>
                  </a:cubicBezTo>
                  <a:cubicBezTo>
                    <a:pt x="15187" y="17812"/>
                    <a:pt x="15347" y="17880"/>
                    <a:pt x="15509" y="17880"/>
                  </a:cubicBezTo>
                  <a:cubicBezTo>
                    <a:pt x="15638" y="17880"/>
                    <a:pt x="15767" y="17837"/>
                    <a:pt x="15873" y="17748"/>
                  </a:cubicBezTo>
                  <a:cubicBezTo>
                    <a:pt x="16113" y="17547"/>
                    <a:pt x="16144" y="17189"/>
                    <a:pt x="15943" y="16950"/>
                  </a:cubicBezTo>
                  <a:cubicBezTo>
                    <a:pt x="15880" y="16873"/>
                    <a:pt x="14606" y="15384"/>
                    <a:pt x="12557" y="15041"/>
                  </a:cubicBezTo>
                  <a:lnTo>
                    <a:pt x="13598" y="13962"/>
                  </a:lnTo>
                  <a:lnTo>
                    <a:pt x="24297" y="13962"/>
                  </a:lnTo>
                  <a:cubicBezTo>
                    <a:pt x="24752" y="14305"/>
                    <a:pt x="25198" y="14691"/>
                    <a:pt x="25632" y="15114"/>
                  </a:cubicBezTo>
                  <a:cubicBezTo>
                    <a:pt x="25284" y="15222"/>
                    <a:pt x="24878" y="15374"/>
                    <a:pt x="24460" y="15586"/>
                  </a:cubicBezTo>
                  <a:cubicBezTo>
                    <a:pt x="22932" y="16360"/>
                    <a:pt x="21973" y="17565"/>
                    <a:pt x="21686" y="19072"/>
                  </a:cubicBezTo>
                  <a:cubicBezTo>
                    <a:pt x="21636" y="19334"/>
                    <a:pt x="21770" y="19604"/>
                    <a:pt x="22014" y="19709"/>
                  </a:cubicBezTo>
                  <a:cubicBezTo>
                    <a:pt x="22090" y="19741"/>
                    <a:pt x="22167" y="19756"/>
                    <a:pt x="22241" y="19756"/>
                  </a:cubicBezTo>
                  <a:cubicBezTo>
                    <a:pt x="22508" y="19756"/>
                    <a:pt x="22746" y="19566"/>
                    <a:pt x="22797" y="19294"/>
                  </a:cubicBezTo>
                  <a:cubicBezTo>
                    <a:pt x="23083" y="17155"/>
                    <a:pt x="25695" y="16130"/>
                    <a:pt x="26786" y="16004"/>
                  </a:cubicBezTo>
                  <a:cubicBezTo>
                    <a:pt x="26817" y="16002"/>
                    <a:pt x="26883" y="16000"/>
                    <a:pt x="26978" y="16000"/>
                  </a:cubicBezTo>
                  <a:cubicBezTo>
                    <a:pt x="27504" y="16000"/>
                    <a:pt x="28922" y="16061"/>
                    <a:pt x="30358" y="16640"/>
                  </a:cubicBezTo>
                  <a:cubicBezTo>
                    <a:pt x="32436" y="17479"/>
                    <a:pt x="33695" y="19024"/>
                    <a:pt x="34113" y="21238"/>
                  </a:cubicBezTo>
                  <a:cubicBezTo>
                    <a:pt x="33912" y="21200"/>
                    <a:pt x="33719" y="21182"/>
                    <a:pt x="33534" y="21182"/>
                  </a:cubicBezTo>
                  <a:cubicBezTo>
                    <a:pt x="32683" y="21182"/>
                    <a:pt x="32000" y="21564"/>
                    <a:pt x="31433" y="22150"/>
                  </a:cubicBezTo>
                  <a:cubicBezTo>
                    <a:pt x="31211" y="22378"/>
                    <a:pt x="31236" y="22750"/>
                    <a:pt x="31481" y="22954"/>
                  </a:cubicBezTo>
                  <a:cubicBezTo>
                    <a:pt x="31584" y="23040"/>
                    <a:pt x="31709" y="23081"/>
                    <a:pt x="31833" y="23081"/>
                  </a:cubicBezTo>
                  <a:cubicBezTo>
                    <a:pt x="31990" y="23081"/>
                    <a:pt x="32145" y="23015"/>
                    <a:pt x="32255" y="22886"/>
                  </a:cubicBezTo>
                  <a:cubicBezTo>
                    <a:pt x="32457" y="22649"/>
                    <a:pt x="32630" y="22514"/>
                    <a:pt x="32879" y="22420"/>
                  </a:cubicBezTo>
                  <a:cubicBezTo>
                    <a:pt x="33074" y="22346"/>
                    <a:pt x="33281" y="22309"/>
                    <a:pt x="33497" y="22309"/>
                  </a:cubicBezTo>
                  <a:cubicBezTo>
                    <a:pt x="33738" y="22309"/>
                    <a:pt x="33991" y="22355"/>
                    <a:pt x="34255" y="22445"/>
                  </a:cubicBezTo>
                  <a:cubicBezTo>
                    <a:pt x="34486" y="26652"/>
                    <a:pt x="32052" y="28206"/>
                    <a:pt x="30757" y="28732"/>
                  </a:cubicBezTo>
                  <a:cubicBezTo>
                    <a:pt x="30892" y="24720"/>
                    <a:pt x="28870" y="23428"/>
                    <a:pt x="25630" y="22731"/>
                  </a:cubicBezTo>
                  <a:cubicBezTo>
                    <a:pt x="26904" y="21864"/>
                    <a:pt x="27261" y="20584"/>
                    <a:pt x="27279" y="20512"/>
                  </a:cubicBezTo>
                  <a:cubicBezTo>
                    <a:pt x="27360" y="20212"/>
                    <a:pt x="27180" y="19904"/>
                    <a:pt x="26880" y="19822"/>
                  </a:cubicBezTo>
                  <a:cubicBezTo>
                    <a:pt x="26830" y="19809"/>
                    <a:pt x="26781" y="19802"/>
                    <a:pt x="26732" y="19802"/>
                  </a:cubicBezTo>
                  <a:cubicBezTo>
                    <a:pt x="26483" y="19802"/>
                    <a:pt x="26254" y="19968"/>
                    <a:pt x="26184" y="20218"/>
                  </a:cubicBezTo>
                  <a:cubicBezTo>
                    <a:pt x="26166" y="20283"/>
                    <a:pt x="25734" y="21765"/>
                    <a:pt x="24017" y="22239"/>
                  </a:cubicBezTo>
                  <a:cubicBezTo>
                    <a:pt x="21713" y="21454"/>
                    <a:pt x="20235" y="20473"/>
                    <a:pt x="19882" y="18299"/>
                  </a:cubicBezTo>
                  <a:cubicBezTo>
                    <a:pt x="19837" y="18021"/>
                    <a:pt x="19596" y="17823"/>
                    <a:pt x="19323" y="17823"/>
                  </a:cubicBezTo>
                  <a:cubicBezTo>
                    <a:pt x="19293" y="17823"/>
                    <a:pt x="19262" y="17826"/>
                    <a:pt x="19231" y="17831"/>
                  </a:cubicBezTo>
                  <a:cubicBezTo>
                    <a:pt x="18922" y="17881"/>
                    <a:pt x="18712" y="18172"/>
                    <a:pt x="18762" y="18481"/>
                  </a:cubicBezTo>
                  <a:cubicBezTo>
                    <a:pt x="19216" y="21264"/>
                    <a:pt x="21138" y="22464"/>
                    <a:pt x="23794" y="23356"/>
                  </a:cubicBezTo>
                  <a:cubicBezTo>
                    <a:pt x="29090" y="24647"/>
                    <a:pt x="29915" y="25671"/>
                    <a:pt x="29542" y="29390"/>
                  </a:cubicBezTo>
                  <a:cubicBezTo>
                    <a:pt x="29474" y="29601"/>
                    <a:pt x="28628" y="32078"/>
                    <a:pt x="25994" y="32078"/>
                  </a:cubicBezTo>
                  <a:lnTo>
                    <a:pt x="12073" y="32078"/>
                  </a:lnTo>
                  <a:cubicBezTo>
                    <a:pt x="11917" y="32078"/>
                    <a:pt x="11767" y="32143"/>
                    <a:pt x="11659" y="32258"/>
                  </a:cubicBezTo>
                  <a:lnTo>
                    <a:pt x="7074" y="37155"/>
                  </a:lnTo>
                  <a:cubicBezTo>
                    <a:pt x="6827" y="37419"/>
                    <a:pt x="6481" y="37568"/>
                    <a:pt x="6119" y="37568"/>
                  </a:cubicBezTo>
                  <a:lnTo>
                    <a:pt x="4212" y="37568"/>
                  </a:lnTo>
                  <a:cubicBezTo>
                    <a:pt x="4031" y="37568"/>
                    <a:pt x="3921" y="37467"/>
                    <a:pt x="3871" y="37406"/>
                  </a:cubicBezTo>
                  <a:cubicBezTo>
                    <a:pt x="3822" y="37345"/>
                    <a:pt x="3746" y="37216"/>
                    <a:pt x="3783" y="37039"/>
                  </a:cubicBezTo>
                  <a:lnTo>
                    <a:pt x="4420" y="34069"/>
                  </a:lnTo>
                  <a:cubicBezTo>
                    <a:pt x="5302" y="33930"/>
                    <a:pt x="7200" y="33349"/>
                    <a:pt x="8207" y="30928"/>
                  </a:cubicBezTo>
                  <a:cubicBezTo>
                    <a:pt x="8328" y="30638"/>
                    <a:pt x="8192" y="30306"/>
                    <a:pt x="7903" y="30186"/>
                  </a:cubicBezTo>
                  <a:cubicBezTo>
                    <a:pt x="7831" y="30156"/>
                    <a:pt x="7758" y="30142"/>
                    <a:pt x="7685" y="30142"/>
                  </a:cubicBezTo>
                  <a:cubicBezTo>
                    <a:pt x="7463" y="30142"/>
                    <a:pt x="7252" y="30274"/>
                    <a:pt x="7161" y="30491"/>
                  </a:cubicBezTo>
                  <a:cubicBezTo>
                    <a:pt x="6351" y="32434"/>
                    <a:pt x="4849" y="32859"/>
                    <a:pt x="4228" y="32953"/>
                  </a:cubicBezTo>
                  <a:cubicBezTo>
                    <a:pt x="2696" y="30773"/>
                    <a:pt x="1146" y="28246"/>
                    <a:pt x="1265" y="25562"/>
                  </a:cubicBezTo>
                  <a:cubicBezTo>
                    <a:pt x="1265" y="25553"/>
                    <a:pt x="1265" y="25545"/>
                    <a:pt x="1265" y="25537"/>
                  </a:cubicBezTo>
                  <a:lnTo>
                    <a:pt x="1265" y="23020"/>
                  </a:lnTo>
                  <a:cubicBezTo>
                    <a:pt x="1265" y="23017"/>
                    <a:pt x="1265" y="23015"/>
                    <a:pt x="1265" y="23012"/>
                  </a:cubicBezTo>
                  <a:cubicBezTo>
                    <a:pt x="1212" y="19158"/>
                    <a:pt x="3746" y="15377"/>
                    <a:pt x="7293" y="14024"/>
                  </a:cubicBezTo>
                  <a:cubicBezTo>
                    <a:pt x="7585" y="13911"/>
                    <a:pt x="7732" y="13585"/>
                    <a:pt x="7621" y="13291"/>
                  </a:cubicBezTo>
                  <a:cubicBezTo>
                    <a:pt x="7534" y="13066"/>
                    <a:pt x="7319" y="12927"/>
                    <a:pt x="7091" y="12927"/>
                  </a:cubicBezTo>
                  <a:cubicBezTo>
                    <a:pt x="7024" y="12927"/>
                    <a:pt x="6955" y="12939"/>
                    <a:pt x="6889" y="12964"/>
                  </a:cubicBezTo>
                  <a:cubicBezTo>
                    <a:pt x="2914" y="14481"/>
                    <a:pt x="73" y="18712"/>
                    <a:pt x="132" y="23025"/>
                  </a:cubicBezTo>
                  <a:lnTo>
                    <a:pt x="132" y="25524"/>
                  </a:lnTo>
                  <a:cubicBezTo>
                    <a:pt x="1" y="28583"/>
                    <a:pt x="1695" y="31326"/>
                    <a:pt x="3347" y="33671"/>
                  </a:cubicBezTo>
                  <a:lnTo>
                    <a:pt x="2675" y="36801"/>
                  </a:lnTo>
                  <a:cubicBezTo>
                    <a:pt x="2564" y="37318"/>
                    <a:pt x="2717" y="37851"/>
                    <a:pt x="3092" y="38234"/>
                  </a:cubicBezTo>
                  <a:cubicBezTo>
                    <a:pt x="3395" y="38542"/>
                    <a:pt x="3816" y="38702"/>
                    <a:pt x="4246" y="38702"/>
                  </a:cubicBezTo>
                  <a:lnTo>
                    <a:pt x="6119" y="38702"/>
                  </a:lnTo>
                  <a:cubicBezTo>
                    <a:pt x="6791" y="38702"/>
                    <a:pt x="7441" y="38420"/>
                    <a:pt x="7901" y="37930"/>
                  </a:cubicBezTo>
                  <a:lnTo>
                    <a:pt x="12319" y="33212"/>
                  </a:lnTo>
                  <a:lnTo>
                    <a:pt x="25994" y="33212"/>
                  </a:lnTo>
                  <a:cubicBezTo>
                    <a:pt x="27478" y="33212"/>
                    <a:pt x="28754" y="32601"/>
                    <a:pt x="29683" y="31443"/>
                  </a:cubicBezTo>
                  <a:cubicBezTo>
                    <a:pt x="30124" y="30893"/>
                    <a:pt x="30387" y="30342"/>
                    <a:pt x="30521" y="30008"/>
                  </a:cubicBezTo>
                  <a:cubicBezTo>
                    <a:pt x="34616" y="28742"/>
                    <a:pt x="35654" y="25023"/>
                    <a:pt x="35362" y="22020"/>
                  </a:cubicBezTo>
                  <a:cubicBezTo>
                    <a:pt x="35362" y="22013"/>
                    <a:pt x="35361" y="22006"/>
                    <a:pt x="35360" y="21999"/>
                  </a:cubicBezTo>
                  <a:cubicBezTo>
                    <a:pt x="35019" y="18070"/>
                    <a:pt x="32662" y="16336"/>
                    <a:pt x="30744" y="15573"/>
                  </a:cubicBezTo>
                  <a:cubicBezTo>
                    <a:pt x="29176" y="14949"/>
                    <a:pt x="27670" y="14865"/>
                    <a:pt x="27024" y="14865"/>
                  </a:cubicBezTo>
                  <a:cubicBezTo>
                    <a:pt x="27007" y="14865"/>
                    <a:pt x="26991" y="14865"/>
                    <a:pt x="26975" y="14865"/>
                  </a:cubicBezTo>
                  <a:cubicBezTo>
                    <a:pt x="26563" y="14424"/>
                    <a:pt x="26137" y="14014"/>
                    <a:pt x="25702" y="13639"/>
                  </a:cubicBezTo>
                  <a:cubicBezTo>
                    <a:pt x="26131" y="13329"/>
                    <a:pt x="26412" y="12825"/>
                    <a:pt x="26412" y="12256"/>
                  </a:cubicBezTo>
                  <a:lnTo>
                    <a:pt x="26412" y="1705"/>
                  </a:lnTo>
                  <a:cubicBezTo>
                    <a:pt x="26412" y="763"/>
                    <a:pt x="25648" y="0"/>
                    <a:pt x="24706"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24" name="Google Shape;724;p31"/>
            <p:cNvSpPr/>
            <p:nvPr/>
          </p:nvSpPr>
          <p:spPr>
            <a:xfrm rot="1095387">
              <a:off x="7301722" y="2827746"/>
              <a:ext cx="160442" cy="60508"/>
            </a:xfrm>
            <a:custGeom>
              <a:avLst/>
              <a:gdLst/>
              <a:ahLst/>
              <a:cxnLst/>
              <a:rect l="l" t="t" r="r" b="b"/>
              <a:pathLst>
                <a:path w="3455" h="1303" extrusionOk="0">
                  <a:moveTo>
                    <a:pt x="608" y="0"/>
                  </a:moveTo>
                  <a:cubicBezTo>
                    <a:pt x="333" y="0"/>
                    <a:pt x="92" y="201"/>
                    <a:pt x="49" y="481"/>
                  </a:cubicBezTo>
                  <a:cubicBezTo>
                    <a:pt x="1" y="790"/>
                    <a:pt x="214" y="1080"/>
                    <a:pt x="523" y="1128"/>
                  </a:cubicBezTo>
                  <a:cubicBezTo>
                    <a:pt x="1280" y="1243"/>
                    <a:pt x="2075" y="1303"/>
                    <a:pt x="2888" y="1303"/>
                  </a:cubicBezTo>
                  <a:cubicBezTo>
                    <a:pt x="3201" y="1303"/>
                    <a:pt x="3455" y="1048"/>
                    <a:pt x="3455" y="736"/>
                  </a:cubicBezTo>
                  <a:cubicBezTo>
                    <a:pt x="3455" y="423"/>
                    <a:pt x="3201" y="168"/>
                    <a:pt x="2888" y="168"/>
                  </a:cubicBezTo>
                  <a:cubicBezTo>
                    <a:pt x="2133" y="168"/>
                    <a:pt x="1395" y="115"/>
                    <a:pt x="695" y="7"/>
                  </a:cubicBezTo>
                  <a:cubicBezTo>
                    <a:pt x="666" y="2"/>
                    <a:pt x="637" y="0"/>
                    <a:pt x="608"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25" name="Google Shape;725;p31"/>
            <p:cNvSpPr/>
            <p:nvPr/>
          </p:nvSpPr>
          <p:spPr>
            <a:xfrm rot="1095387">
              <a:off x="6920234" y="2335203"/>
              <a:ext cx="397737" cy="468926"/>
            </a:xfrm>
            <a:custGeom>
              <a:avLst/>
              <a:gdLst/>
              <a:ahLst/>
              <a:cxnLst/>
              <a:rect l="l" t="t" r="r" b="b"/>
              <a:pathLst>
                <a:path w="8565" h="10098" extrusionOk="0">
                  <a:moveTo>
                    <a:pt x="628" y="1"/>
                  </a:moveTo>
                  <a:cubicBezTo>
                    <a:pt x="580" y="1"/>
                    <a:pt x="530" y="7"/>
                    <a:pt x="481" y="20"/>
                  </a:cubicBezTo>
                  <a:cubicBezTo>
                    <a:pt x="178" y="102"/>
                    <a:pt x="0" y="413"/>
                    <a:pt x="82" y="716"/>
                  </a:cubicBezTo>
                  <a:cubicBezTo>
                    <a:pt x="99" y="778"/>
                    <a:pt x="502" y="2242"/>
                    <a:pt x="1642" y="3989"/>
                  </a:cubicBezTo>
                  <a:cubicBezTo>
                    <a:pt x="2248" y="4918"/>
                    <a:pt x="3140" y="6032"/>
                    <a:pt x="4381" y="7035"/>
                  </a:cubicBezTo>
                  <a:cubicBezTo>
                    <a:pt x="3858" y="7474"/>
                    <a:pt x="3202" y="8232"/>
                    <a:pt x="2931" y="9403"/>
                  </a:cubicBezTo>
                  <a:cubicBezTo>
                    <a:pt x="2861" y="9709"/>
                    <a:pt x="3052" y="10012"/>
                    <a:pt x="3357" y="10082"/>
                  </a:cubicBezTo>
                  <a:cubicBezTo>
                    <a:pt x="3400" y="10093"/>
                    <a:pt x="3443" y="10097"/>
                    <a:pt x="3484" y="10097"/>
                  </a:cubicBezTo>
                  <a:cubicBezTo>
                    <a:pt x="3743" y="10097"/>
                    <a:pt x="3976" y="9920"/>
                    <a:pt x="4037" y="9658"/>
                  </a:cubicBezTo>
                  <a:cubicBezTo>
                    <a:pt x="4283" y="8592"/>
                    <a:pt x="4954" y="7991"/>
                    <a:pt x="5330" y="7731"/>
                  </a:cubicBezTo>
                  <a:cubicBezTo>
                    <a:pt x="6034" y="8195"/>
                    <a:pt x="6829" y="8615"/>
                    <a:pt x="7723" y="8953"/>
                  </a:cubicBezTo>
                  <a:cubicBezTo>
                    <a:pt x="7789" y="8977"/>
                    <a:pt x="7857" y="8990"/>
                    <a:pt x="7924" y="8990"/>
                  </a:cubicBezTo>
                  <a:cubicBezTo>
                    <a:pt x="8153" y="8990"/>
                    <a:pt x="8368" y="8849"/>
                    <a:pt x="8454" y="8623"/>
                  </a:cubicBezTo>
                  <a:cubicBezTo>
                    <a:pt x="8564" y="8330"/>
                    <a:pt x="8417" y="8003"/>
                    <a:pt x="8124" y="7892"/>
                  </a:cubicBezTo>
                  <a:cubicBezTo>
                    <a:pt x="5892" y="7052"/>
                    <a:pt x="3984" y="5501"/>
                    <a:pt x="2614" y="3403"/>
                  </a:cubicBezTo>
                  <a:cubicBezTo>
                    <a:pt x="1562" y="1802"/>
                    <a:pt x="1180" y="434"/>
                    <a:pt x="1176" y="419"/>
                  </a:cubicBezTo>
                  <a:cubicBezTo>
                    <a:pt x="1107" y="167"/>
                    <a:pt x="878" y="1"/>
                    <a:pt x="628"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26" name="Google Shape;726;p31"/>
            <p:cNvSpPr/>
            <p:nvPr/>
          </p:nvSpPr>
          <p:spPr>
            <a:xfrm rot="1095387">
              <a:off x="7206252" y="1546256"/>
              <a:ext cx="144978" cy="437720"/>
            </a:xfrm>
            <a:custGeom>
              <a:avLst/>
              <a:gdLst/>
              <a:ahLst/>
              <a:cxnLst/>
              <a:rect l="l" t="t" r="r" b="b"/>
              <a:pathLst>
                <a:path w="3122" h="9426" extrusionOk="0">
                  <a:moveTo>
                    <a:pt x="1988" y="5470"/>
                  </a:moveTo>
                  <a:lnTo>
                    <a:pt x="1988" y="6322"/>
                  </a:lnTo>
                  <a:lnTo>
                    <a:pt x="1134" y="6322"/>
                  </a:lnTo>
                  <a:lnTo>
                    <a:pt x="1134" y="5470"/>
                  </a:lnTo>
                  <a:close/>
                  <a:moveTo>
                    <a:pt x="1560" y="0"/>
                  </a:moveTo>
                  <a:cubicBezTo>
                    <a:pt x="1247" y="0"/>
                    <a:pt x="994" y="254"/>
                    <a:pt x="994" y="567"/>
                  </a:cubicBezTo>
                  <a:lnTo>
                    <a:pt x="994" y="4335"/>
                  </a:lnTo>
                  <a:lnTo>
                    <a:pt x="954" y="4335"/>
                  </a:lnTo>
                  <a:cubicBezTo>
                    <a:pt x="428" y="4335"/>
                    <a:pt x="1" y="4764"/>
                    <a:pt x="1" y="5288"/>
                  </a:cubicBezTo>
                  <a:lnTo>
                    <a:pt x="1" y="6503"/>
                  </a:lnTo>
                  <a:cubicBezTo>
                    <a:pt x="1" y="7029"/>
                    <a:pt x="428" y="7456"/>
                    <a:pt x="954" y="7456"/>
                  </a:cubicBezTo>
                  <a:lnTo>
                    <a:pt x="994" y="7456"/>
                  </a:lnTo>
                  <a:lnTo>
                    <a:pt x="994" y="8859"/>
                  </a:lnTo>
                  <a:cubicBezTo>
                    <a:pt x="994" y="9172"/>
                    <a:pt x="1247" y="9425"/>
                    <a:pt x="1560" y="9425"/>
                  </a:cubicBezTo>
                  <a:cubicBezTo>
                    <a:pt x="1874" y="9425"/>
                    <a:pt x="2127" y="9172"/>
                    <a:pt x="2127" y="8859"/>
                  </a:cubicBezTo>
                  <a:lnTo>
                    <a:pt x="2127" y="7456"/>
                  </a:lnTo>
                  <a:lnTo>
                    <a:pt x="2168" y="7456"/>
                  </a:lnTo>
                  <a:cubicBezTo>
                    <a:pt x="2693" y="7456"/>
                    <a:pt x="3121" y="7029"/>
                    <a:pt x="3121" y="6503"/>
                  </a:cubicBezTo>
                  <a:lnTo>
                    <a:pt x="3121" y="5288"/>
                  </a:lnTo>
                  <a:cubicBezTo>
                    <a:pt x="3121" y="4764"/>
                    <a:pt x="2693" y="4335"/>
                    <a:pt x="2168" y="4335"/>
                  </a:cubicBezTo>
                  <a:lnTo>
                    <a:pt x="2127" y="4335"/>
                  </a:lnTo>
                  <a:lnTo>
                    <a:pt x="2127" y="567"/>
                  </a:lnTo>
                  <a:cubicBezTo>
                    <a:pt x="2127" y="254"/>
                    <a:pt x="1874" y="0"/>
                    <a:pt x="1560"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27" name="Google Shape;727;p31"/>
            <p:cNvSpPr/>
            <p:nvPr/>
          </p:nvSpPr>
          <p:spPr>
            <a:xfrm rot="1095387">
              <a:off x="7379216" y="1603309"/>
              <a:ext cx="144978" cy="437720"/>
            </a:xfrm>
            <a:custGeom>
              <a:avLst/>
              <a:gdLst/>
              <a:ahLst/>
              <a:cxnLst/>
              <a:rect l="l" t="t" r="r" b="b"/>
              <a:pathLst>
                <a:path w="3122" h="9426" extrusionOk="0">
                  <a:moveTo>
                    <a:pt x="1988" y="2715"/>
                  </a:moveTo>
                  <a:lnTo>
                    <a:pt x="1988" y="3567"/>
                  </a:lnTo>
                  <a:lnTo>
                    <a:pt x="1134" y="3567"/>
                  </a:lnTo>
                  <a:lnTo>
                    <a:pt x="1134" y="2715"/>
                  </a:lnTo>
                  <a:close/>
                  <a:moveTo>
                    <a:pt x="1561" y="0"/>
                  </a:moveTo>
                  <a:cubicBezTo>
                    <a:pt x="1247" y="0"/>
                    <a:pt x="994" y="254"/>
                    <a:pt x="994" y="567"/>
                  </a:cubicBezTo>
                  <a:lnTo>
                    <a:pt x="994" y="1580"/>
                  </a:lnTo>
                  <a:lnTo>
                    <a:pt x="954" y="1580"/>
                  </a:lnTo>
                  <a:cubicBezTo>
                    <a:pt x="428" y="1580"/>
                    <a:pt x="1" y="2007"/>
                    <a:pt x="1" y="2533"/>
                  </a:cubicBezTo>
                  <a:lnTo>
                    <a:pt x="1" y="3747"/>
                  </a:lnTo>
                  <a:cubicBezTo>
                    <a:pt x="1" y="4273"/>
                    <a:pt x="428" y="4701"/>
                    <a:pt x="954" y="4701"/>
                  </a:cubicBezTo>
                  <a:lnTo>
                    <a:pt x="994" y="4701"/>
                  </a:lnTo>
                  <a:lnTo>
                    <a:pt x="994" y="8859"/>
                  </a:lnTo>
                  <a:cubicBezTo>
                    <a:pt x="994" y="9172"/>
                    <a:pt x="1247" y="9425"/>
                    <a:pt x="1561" y="9425"/>
                  </a:cubicBezTo>
                  <a:cubicBezTo>
                    <a:pt x="1874" y="9425"/>
                    <a:pt x="2128" y="9172"/>
                    <a:pt x="2128" y="8859"/>
                  </a:cubicBezTo>
                  <a:lnTo>
                    <a:pt x="2128" y="4701"/>
                  </a:lnTo>
                  <a:lnTo>
                    <a:pt x="2168" y="4701"/>
                  </a:lnTo>
                  <a:cubicBezTo>
                    <a:pt x="2694" y="4701"/>
                    <a:pt x="3122" y="4273"/>
                    <a:pt x="3122" y="3747"/>
                  </a:cubicBezTo>
                  <a:lnTo>
                    <a:pt x="3122" y="2533"/>
                  </a:lnTo>
                  <a:cubicBezTo>
                    <a:pt x="3122" y="2007"/>
                    <a:pt x="2694" y="1580"/>
                    <a:pt x="2168" y="1580"/>
                  </a:cubicBezTo>
                  <a:lnTo>
                    <a:pt x="2128" y="1580"/>
                  </a:lnTo>
                  <a:lnTo>
                    <a:pt x="2128" y="567"/>
                  </a:lnTo>
                  <a:cubicBezTo>
                    <a:pt x="2128" y="254"/>
                    <a:pt x="1874" y="0"/>
                    <a:pt x="1561"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28" name="Google Shape;728;p31"/>
            <p:cNvSpPr/>
            <p:nvPr/>
          </p:nvSpPr>
          <p:spPr>
            <a:xfrm rot="1095387">
              <a:off x="7552217" y="1660367"/>
              <a:ext cx="144931" cy="437766"/>
            </a:xfrm>
            <a:custGeom>
              <a:avLst/>
              <a:gdLst/>
              <a:ahLst/>
              <a:cxnLst/>
              <a:rect l="l" t="t" r="r" b="b"/>
              <a:pathLst>
                <a:path w="3121" h="9427" extrusionOk="0">
                  <a:moveTo>
                    <a:pt x="1987" y="7439"/>
                  </a:moveTo>
                  <a:lnTo>
                    <a:pt x="1987" y="8292"/>
                  </a:lnTo>
                  <a:lnTo>
                    <a:pt x="1135" y="8292"/>
                  </a:lnTo>
                  <a:lnTo>
                    <a:pt x="1135" y="7439"/>
                  </a:lnTo>
                  <a:close/>
                  <a:moveTo>
                    <a:pt x="1561" y="0"/>
                  </a:moveTo>
                  <a:cubicBezTo>
                    <a:pt x="1248" y="0"/>
                    <a:pt x="993" y="254"/>
                    <a:pt x="993" y="567"/>
                  </a:cubicBezTo>
                  <a:lnTo>
                    <a:pt x="993" y="6306"/>
                  </a:lnTo>
                  <a:lnTo>
                    <a:pt x="953" y="6306"/>
                  </a:lnTo>
                  <a:cubicBezTo>
                    <a:pt x="428" y="6306"/>
                    <a:pt x="0" y="6733"/>
                    <a:pt x="0" y="7259"/>
                  </a:cubicBezTo>
                  <a:lnTo>
                    <a:pt x="0" y="8473"/>
                  </a:lnTo>
                  <a:cubicBezTo>
                    <a:pt x="0" y="8999"/>
                    <a:pt x="428" y="9426"/>
                    <a:pt x="953" y="9426"/>
                  </a:cubicBezTo>
                  <a:lnTo>
                    <a:pt x="2167" y="9426"/>
                  </a:lnTo>
                  <a:cubicBezTo>
                    <a:pt x="2693" y="9426"/>
                    <a:pt x="3121" y="8999"/>
                    <a:pt x="3121" y="8473"/>
                  </a:cubicBezTo>
                  <a:lnTo>
                    <a:pt x="3121" y="7259"/>
                  </a:lnTo>
                  <a:cubicBezTo>
                    <a:pt x="3121" y="6733"/>
                    <a:pt x="2693" y="6306"/>
                    <a:pt x="2167" y="6306"/>
                  </a:cubicBezTo>
                  <a:lnTo>
                    <a:pt x="2128" y="6306"/>
                  </a:lnTo>
                  <a:lnTo>
                    <a:pt x="2128" y="567"/>
                  </a:lnTo>
                  <a:cubicBezTo>
                    <a:pt x="2128" y="254"/>
                    <a:pt x="1874" y="0"/>
                    <a:pt x="1561"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5" Type="http://schemas.openxmlformats.org/officeDocument/2006/relationships/theme" Target="../theme/theme1.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imple-light-2">
    <p:bg>
      <p:bgPr>
        <a:solidFill>
          <a:schemeClr val="accent5"/>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713225" y="445025"/>
            <a:ext cx="7717500" cy="572700"/>
          </a:xfrm>
          <a:prstGeom prst="rect">
            <a:avLst/>
          </a:prstGeom>
          <a:noFill/>
          <a:ln>
            <a:noFill/>
          </a:ln>
        </p:spPr>
        <p:txBody>
          <a:bodyPr spcFirstLastPara="1" wrap="square" lIns="91425" tIns="91425" rIns="91425" bIns="91425" anchor="t" anchorCtr="0">
            <a:noAutofit/>
          </a:bodyPr>
          <a:lstStyle>
            <a:lvl1pPr lvl="0" algn="ctr" rtl="0">
              <a:spcBef>
                <a:spcPts val="0"/>
              </a:spcBef>
              <a:spcAft>
                <a:spcPts val="0"/>
              </a:spcAft>
              <a:buClr>
                <a:schemeClr val="dk1"/>
              </a:buClr>
              <a:buSzPts val="3000"/>
              <a:buFont typeface="Fredoka One"/>
              <a:buNone/>
              <a:defRPr sz="3000">
                <a:solidFill>
                  <a:schemeClr val="dk1"/>
                </a:solidFill>
                <a:latin typeface="Fredoka One"/>
                <a:ea typeface="Fredoka One"/>
                <a:cs typeface="Fredoka One"/>
                <a:sym typeface="Fredoka One"/>
              </a:defRPr>
            </a:lvl1pPr>
            <a:lvl2pPr lvl="1" rtl="0">
              <a:spcBef>
                <a:spcPts val="0"/>
              </a:spcBef>
              <a:spcAft>
                <a:spcPts val="0"/>
              </a:spcAft>
              <a:buClr>
                <a:schemeClr val="dk1"/>
              </a:buClr>
              <a:buSzPts val="3500"/>
              <a:buFont typeface="Bebas Neue"/>
              <a:buNone/>
              <a:defRPr sz="3500">
                <a:solidFill>
                  <a:schemeClr val="dk1"/>
                </a:solidFill>
                <a:latin typeface="Bebas Neue"/>
                <a:ea typeface="Bebas Neue"/>
                <a:cs typeface="Bebas Neue"/>
                <a:sym typeface="Bebas Neue"/>
              </a:defRPr>
            </a:lvl2pPr>
            <a:lvl3pPr lvl="2" rtl="0">
              <a:spcBef>
                <a:spcPts val="0"/>
              </a:spcBef>
              <a:spcAft>
                <a:spcPts val="0"/>
              </a:spcAft>
              <a:buClr>
                <a:schemeClr val="dk1"/>
              </a:buClr>
              <a:buSzPts val="3500"/>
              <a:buFont typeface="Bebas Neue"/>
              <a:buNone/>
              <a:defRPr sz="3500">
                <a:solidFill>
                  <a:schemeClr val="dk1"/>
                </a:solidFill>
                <a:latin typeface="Bebas Neue"/>
                <a:ea typeface="Bebas Neue"/>
                <a:cs typeface="Bebas Neue"/>
                <a:sym typeface="Bebas Neue"/>
              </a:defRPr>
            </a:lvl3pPr>
            <a:lvl4pPr lvl="3" rtl="0">
              <a:spcBef>
                <a:spcPts val="0"/>
              </a:spcBef>
              <a:spcAft>
                <a:spcPts val="0"/>
              </a:spcAft>
              <a:buClr>
                <a:schemeClr val="dk1"/>
              </a:buClr>
              <a:buSzPts val="3500"/>
              <a:buFont typeface="Bebas Neue"/>
              <a:buNone/>
              <a:defRPr sz="3500">
                <a:solidFill>
                  <a:schemeClr val="dk1"/>
                </a:solidFill>
                <a:latin typeface="Bebas Neue"/>
                <a:ea typeface="Bebas Neue"/>
                <a:cs typeface="Bebas Neue"/>
                <a:sym typeface="Bebas Neue"/>
              </a:defRPr>
            </a:lvl4pPr>
            <a:lvl5pPr lvl="4" rtl="0">
              <a:spcBef>
                <a:spcPts val="0"/>
              </a:spcBef>
              <a:spcAft>
                <a:spcPts val="0"/>
              </a:spcAft>
              <a:buClr>
                <a:schemeClr val="dk1"/>
              </a:buClr>
              <a:buSzPts val="3500"/>
              <a:buFont typeface="Bebas Neue"/>
              <a:buNone/>
              <a:defRPr sz="3500">
                <a:solidFill>
                  <a:schemeClr val="dk1"/>
                </a:solidFill>
                <a:latin typeface="Bebas Neue"/>
                <a:ea typeface="Bebas Neue"/>
                <a:cs typeface="Bebas Neue"/>
                <a:sym typeface="Bebas Neue"/>
              </a:defRPr>
            </a:lvl5pPr>
            <a:lvl6pPr lvl="5" rtl="0">
              <a:spcBef>
                <a:spcPts val="0"/>
              </a:spcBef>
              <a:spcAft>
                <a:spcPts val="0"/>
              </a:spcAft>
              <a:buClr>
                <a:schemeClr val="dk1"/>
              </a:buClr>
              <a:buSzPts val="3500"/>
              <a:buFont typeface="Bebas Neue"/>
              <a:buNone/>
              <a:defRPr sz="3500">
                <a:solidFill>
                  <a:schemeClr val="dk1"/>
                </a:solidFill>
                <a:latin typeface="Bebas Neue"/>
                <a:ea typeface="Bebas Neue"/>
                <a:cs typeface="Bebas Neue"/>
                <a:sym typeface="Bebas Neue"/>
              </a:defRPr>
            </a:lvl6pPr>
            <a:lvl7pPr lvl="6" rtl="0">
              <a:spcBef>
                <a:spcPts val="0"/>
              </a:spcBef>
              <a:spcAft>
                <a:spcPts val="0"/>
              </a:spcAft>
              <a:buClr>
                <a:schemeClr val="dk1"/>
              </a:buClr>
              <a:buSzPts val="3500"/>
              <a:buFont typeface="Bebas Neue"/>
              <a:buNone/>
              <a:defRPr sz="3500">
                <a:solidFill>
                  <a:schemeClr val="dk1"/>
                </a:solidFill>
                <a:latin typeface="Bebas Neue"/>
                <a:ea typeface="Bebas Neue"/>
                <a:cs typeface="Bebas Neue"/>
                <a:sym typeface="Bebas Neue"/>
              </a:defRPr>
            </a:lvl7pPr>
            <a:lvl8pPr lvl="7" rtl="0">
              <a:spcBef>
                <a:spcPts val="0"/>
              </a:spcBef>
              <a:spcAft>
                <a:spcPts val="0"/>
              </a:spcAft>
              <a:buClr>
                <a:schemeClr val="dk1"/>
              </a:buClr>
              <a:buSzPts val="3500"/>
              <a:buFont typeface="Bebas Neue"/>
              <a:buNone/>
              <a:defRPr sz="3500">
                <a:solidFill>
                  <a:schemeClr val="dk1"/>
                </a:solidFill>
                <a:latin typeface="Bebas Neue"/>
                <a:ea typeface="Bebas Neue"/>
                <a:cs typeface="Bebas Neue"/>
                <a:sym typeface="Bebas Neue"/>
              </a:defRPr>
            </a:lvl8pPr>
            <a:lvl9pPr lvl="8" rtl="0">
              <a:spcBef>
                <a:spcPts val="0"/>
              </a:spcBef>
              <a:spcAft>
                <a:spcPts val="0"/>
              </a:spcAft>
              <a:buClr>
                <a:schemeClr val="dk1"/>
              </a:buClr>
              <a:buSzPts val="3500"/>
              <a:buFont typeface="Bebas Neue"/>
              <a:buNone/>
              <a:defRPr sz="3500">
                <a:solidFill>
                  <a:schemeClr val="dk1"/>
                </a:solidFill>
                <a:latin typeface="Bebas Neue"/>
                <a:ea typeface="Bebas Neue"/>
                <a:cs typeface="Bebas Neue"/>
                <a:sym typeface="Bebas Neue"/>
              </a:defRPr>
            </a:lvl9pPr>
          </a:lstStyle>
          <a:p>
            <a:endParaRPr/>
          </a:p>
        </p:txBody>
      </p:sp>
      <p:sp>
        <p:nvSpPr>
          <p:cNvPr id="7" name="Google Shape;7;p1"/>
          <p:cNvSpPr txBox="1">
            <a:spLocks noGrp="1"/>
          </p:cNvSpPr>
          <p:nvPr>
            <p:ph type="body" idx="1"/>
          </p:nvPr>
        </p:nvSpPr>
        <p:spPr>
          <a:xfrm>
            <a:off x="713225" y="1152475"/>
            <a:ext cx="7717500" cy="3416400"/>
          </a:xfrm>
          <a:prstGeom prst="rect">
            <a:avLst/>
          </a:prstGeom>
          <a:noFill/>
          <a:ln>
            <a:noFill/>
          </a:ln>
        </p:spPr>
        <p:txBody>
          <a:bodyPr spcFirstLastPara="1" wrap="square" lIns="91425" tIns="91425" rIns="91425" bIns="91425" anchor="t" anchorCtr="0">
            <a:noAutofit/>
          </a:bodyPr>
          <a:lstStyle>
            <a:lvl1pPr marL="457200" lvl="0" indent="-317500">
              <a:lnSpc>
                <a:spcPct val="100000"/>
              </a:lnSpc>
              <a:spcBef>
                <a:spcPts val="0"/>
              </a:spcBef>
              <a:spcAft>
                <a:spcPts val="0"/>
              </a:spcAft>
              <a:buClr>
                <a:schemeClr val="dk2"/>
              </a:buClr>
              <a:buSzPts val="1400"/>
              <a:buFont typeface="Nunito"/>
              <a:buChar char="●"/>
              <a:defRPr>
                <a:solidFill>
                  <a:schemeClr val="dk1"/>
                </a:solidFill>
                <a:latin typeface="Nunito"/>
                <a:ea typeface="Nunito"/>
                <a:cs typeface="Nunito"/>
                <a:sym typeface="Nunito"/>
              </a:defRPr>
            </a:lvl1pPr>
            <a:lvl2pPr marL="914400" lvl="1" indent="-317500">
              <a:lnSpc>
                <a:spcPct val="100000"/>
              </a:lnSpc>
              <a:spcBef>
                <a:spcPts val="1600"/>
              </a:spcBef>
              <a:spcAft>
                <a:spcPts val="0"/>
              </a:spcAft>
              <a:buClr>
                <a:schemeClr val="dk1"/>
              </a:buClr>
              <a:buSzPts val="1400"/>
              <a:buFont typeface="Nunito"/>
              <a:buChar char="○"/>
              <a:defRPr>
                <a:solidFill>
                  <a:schemeClr val="dk1"/>
                </a:solidFill>
                <a:latin typeface="Nunito"/>
                <a:ea typeface="Nunito"/>
                <a:cs typeface="Nunito"/>
                <a:sym typeface="Nunito"/>
              </a:defRPr>
            </a:lvl2pPr>
            <a:lvl3pPr marL="1371600" lvl="2" indent="-317500">
              <a:lnSpc>
                <a:spcPct val="100000"/>
              </a:lnSpc>
              <a:spcBef>
                <a:spcPts val="1600"/>
              </a:spcBef>
              <a:spcAft>
                <a:spcPts val="0"/>
              </a:spcAft>
              <a:buClr>
                <a:schemeClr val="dk1"/>
              </a:buClr>
              <a:buSzPts val="1400"/>
              <a:buFont typeface="Nunito"/>
              <a:buChar char="■"/>
              <a:defRPr>
                <a:solidFill>
                  <a:schemeClr val="dk1"/>
                </a:solidFill>
                <a:latin typeface="Nunito"/>
                <a:ea typeface="Nunito"/>
                <a:cs typeface="Nunito"/>
                <a:sym typeface="Nunito"/>
              </a:defRPr>
            </a:lvl3pPr>
            <a:lvl4pPr marL="1828800" lvl="3" indent="-317500">
              <a:lnSpc>
                <a:spcPct val="100000"/>
              </a:lnSpc>
              <a:spcBef>
                <a:spcPts val="1600"/>
              </a:spcBef>
              <a:spcAft>
                <a:spcPts val="0"/>
              </a:spcAft>
              <a:buClr>
                <a:schemeClr val="dk1"/>
              </a:buClr>
              <a:buSzPts val="1400"/>
              <a:buFont typeface="Nunito"/>
              <a:buChar char="●"/>
              <a:defRPr>
                <a:solidFill>
                  <a:schemeClr val="dk1"/>
                </a:solidFill>
                <a:latin typeface="Nunito"/>
                <a:ea typeface="Nunito"/>
                <a:cs typeface="Nunito"/>
                <a:sym typeface="Nunito"/>
              </a:defRPr>
            </a:lvl4pPr>
            <a:lvl5pPr marL="2286000" lvl="4" indent="-317500">
              <a:lnSpc>
                <a:spcPct val="100000"/>
              </a:lnSpc>
              <a:spcBef>
                <a:spcPts val="1600"/>
              </a:spcBef>
              <a:spcAft>
                <a:spcPts val="0"/>
              </a:spcAft>
              <a:buClr>
                <a:schemeClr val="dk1"/>
              </a:buClr>
              <a:buSzPts val="1400"/>
              <a:buFont typeface="Nunito"/>
              <a:buChar char="○"/>
              <a:defRPr>
                <a:solidFill>
                  <a:schemeClr val="dk1"/>
                </a:solidFill>
                <a:latin typeface="Nunito"/>
                <a:ea typeface="Nunito"/>
                <a:cs typeface="Nunito"/>
                <a:sym typeface="Nunito"/>
              </a:defRPr>
            </a:lvl5pPr>
            <a:lvl6pPr marL="2743200" lvl="5" indent="-317500">
              <a:lnSpc>
                <a:spcPct val="100000"/>
              </a:lnSpc>
              <a:spcBef>
                <a:spcPts val="1600"/>
              </a:spcBef>
              <a:spcAft>
                <a:spcPts val="0"/>
              </a:spcAft>
              <a:buClr>
                <a:schemeClr val="dk1"/>
              </a:buClr>
              <a:buSzPts val="1400"/>
              <a:buFont typeface="Nunito"/>
              <a:buChar char="■"/>
              <a:defRPr>
                <a:solidFill>
                  <a:schemeClr val="dk1"/>
                </a:solidFill>
                <a:latin typeface="Nunito"/>
                <a:ea typeface="Nunito"/>
                <a:cs typeface="Nunito"/>
                <a:sym typeface="Nunito"/>
              </a:defRPr>
            </a:lvl6pPr>
            <a:lvl7pPr marL="3200400" lvl="6" indent="-317500">
              <a:lnSpc>
                <a:spcPct val="100000"/>
              </a:lnSpc>
              <a:spcBef>
                <a:spcPts val="1600"/>
              </a:spcBef>
              <a:spcAft>
                <a:spcPts val="0"/>
              </a:spcAft>
              <a:buClr>
                <a:schemeClr val="dk1"/>
              </a:buClr>
              <a:buSzPts val="1400"/>
              <a:buFont typeface="Nunito"/>
              <a:buChar char="●"/>
              <a:defRPr>
                <a:solidFill>
                  <a:schemeClr val="dk1"/>
                </a:solidFill>
                <a:latin typeface="Nunito"/>
                <a:ea typeface="Nunito"/>
                <a:cs typeface="Nunito"/>
                <a:sym typeface="Nunito"/>
              </a:defRPr>
            </a:lvl7pPr>
            <a:lvl8pPr marL="3657600" lvl="7" indent="-317500">
              <a:lnSpc>
                <a:spcPct val="100000"/>
              </a:lnSpc>
              <a:spcBef>
                <a:spcPts val="1600"/>
              </a:spcBef>
              <a:spcAft>
                <a:spcPts val="0"/>
              </a:spcAft>
              <a:buClr>
                <a:schemeClr val="dk1"/>
              </a:buClr>
              <a:buSzPts val="1400"/>
              <a:buFont typeface="Nunito"/>
              <a:buChar char="○"/>
              <a:defRPr>
                <a:solidFill>
                  <a:schemeClr val="dk1"/>
                </a:solidFill>
                <a:latin typeface="Nunito"/>
                <a:ea typeface="Nunito"/>
                <a:cs typeface="Nunito"/>
                <a:sym typeface="Nunito"/>
              </a:defRPr>
            </a:lvl8pPr>
            <a:lvl9pPr marL="4114800" lvl="8" indent="-317500">
              <a:lnSpc>
                <a:spcPct val="100000"/>
              </a:lnSpc>
              <a:spcBef>
                <a:spcPts val="1600"/>
              </a:spcBef>
              <a:spcAft>
                <a:spcPts val="1600"/>
              </a:spcAft>
              <a:buClr>
                <a:schemeClr val="dk1"/>
              </a:buClr>
              <a:buSzPts val="1400"/>
              <a:buFont typeface="Nunito"/>
              <a:buChar char="■"/>
              <a:defRPr>
                <a:solidFill>
                  <a:schemeClr val="dk1"/>
                </a:solidFill>
                <a:latin typeface="Nunito"/>
                <a:ea typeface="Nunito"/>
                <a:cs typeface="Nunito"/>
                <a:sym typeface="Nunito"/>
              </a:defRPr>
            </a:lvl9pPr>
          </a:lstStyle>
          <a:p>
            <a:endParaRPr/>
          </a:p>
        </p:txBody>
      </p:sp>
    </p:spTree>
  </p:cSld>
  <p:clrMap bg1="lt1" tx1="dk1" bg2="dk2" tx2="lt2" accent1="accent1" accent2="accent2" accent3="accent3" accent4="accent4" accent5="accent5" accent6="accent6" hlink="hlink" folHlink="folHlink"/>
  <p:sldLayoutIdLst>
    <p:sldLayoutId id="2147483648" r:id="rId1"/>
    <p:sldLayoutId id="2147483654" r:id="rId2"/>
    <p:sldLayoutId id="2147483658" r:id="rId3"/>
    <p:sldLayoutId id="2147483677" r:id="rId4"/>
  </p:sldLayoutIdLst>
  <p:hf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extLst>
    <p:ext uri="{27BBF7A9-308A-43DC-89C8-2F10F3537804}">
      <p15:sldGuideLst xmlns:p15="http://schemas.microsoft.com/office/powerpoint/2012/main">
        <p15:guide id="1" pos="449">
          <p15:clr>
            <a:srgbClr val="EA4335"/>
          </p15:clr>
        </p15:guide>
        <p15:guide id="2" pos="5311">
          <p15:clr>
            <a:srgbClr val="EA4335"/>
          </p15:clr>
        </p15:guide>
        <p15:guide id="3" orient="horz" pos="340">
          <p15:clr>
            <a:srgbClr val="EA4335"/>
          </p15:clr>
        </p15:guide>
        <p15:guide id="4" orient="horz" pos="2900">
          <p15:clr>
            <a:srgbClr val="EA4335"/>
          </p15:clr>
        </p15:guide>
      </p15:sldGuideLst>
    </p:ext>
  </p:extLst>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4.jpg"/><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6.xml"/><Relationship Id="rId1" Type="http://schemas.openxmlformats.org/officeDocument/2006/relationships/slideLayout" Target="../slideLayouts/slideLayout2.xml"/><Relationship Id="rId4" Type="http://schemas.openxmlformats.org/officeDocument/2006/relationships/hyperlink" Target="https://doi.org/10.1210/er.2018-00064" TargetMode="External"/></Relationships>
</file>

<file path=ppt/slides/_rels/slide17.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7.xml"/><Relationship Id="rId1" Type="http://schemas.openxmlformats.org/officeDocument/2006/relationships/slideLayout" Target="../slideLayouts/slideLayout2.xml"/><Relationship Id="rId4" Type="http://schemas.openxmlformats.org/officeDocument/2006/relationships/hyperlink" Target="https://doi.org/10.1210/er.2018-00064" TargetMode="External"/></Relationships>
</file>

<file path=ppt/slides/_rels/slide18.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hyperlink" Target="https://doi.org/10.1210/er.2018-00064" TargetMode="External"/><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hyperlink" Target="https://doi.org/10.1210/er.2018-00064" TargetMode="External"/><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768"/>
        <p:cNvGrpSpPr/>
        <p:nvPr/>
      </p:nvGrpSpPr>
      <p:grpSpPr>
        <a:xfrm>
          <a:off x="0" y="0"/>
          <a:ext cx="0" cy="0"/>
          <a:chOff x="0" y="0"/>
          <a:chExt cx="0" cy="0"/>
        </a:xfrm>
      </p:grpSpPr>
      <p:sp>
        <p:nvSpPr>
          <p:cNvPr id="769" name="Google Shape;769;p36"/>
          <p:cNvSpPr txBox="1">
            <a:spLocks noGrp="1"/>
          </p:cNvSpPr>
          <p:nvPr>
            <p:ph type="subTitle" idx="1"/>
          </p:nvPr>
        </p:nvSpPr>
        <p:spPr>
          <a:xfrm>
            <a:off x="4691269" y="4317019"/>
            <a:ext cx="4007184" cy="369062"/>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en-US" dirty="0"/>
              <a:t>By: T.A Riffat Ibrahim Riffat</a:t>
            </a:r>
          </a:p>
        </p:txBody>
      </p:sp>
      <p:sp>
        <p:nvSpPr>
          <p:cNvPr id="801" name="Google Shape;801;p36"/>
          <p:cNvSpPr/>
          <p:nvPr/>
        </p:nvSpPr>
        <p:spPr>
          <a:xfrm rot="-4039463">
            <a:off x="8018068" y="2088635"/>
            <a:ext cx="112805" cy="112823"/>
          </a:xfrm>
          <a:custGeom>
            <a:avLst/>
            <a:gdLst/>
            <a:ahLst/>
            <a:cxnLst/>
            <a:rect l="l" t="t" r="r" b="b"/>
            <a:pathLst>
              <a:path w="6138" h="6139" extrusionOk="0">
                <a:moveTo>
                  <a:pt x="3069" y="0"/>
                </a:moveTo>
                <a:cubicBezTo>
                  <a:pt x="2625" y="513"/>
                  <a:pt x="2402" y="1024"/>
                  <a:pt x="2235" y="1535"/>
                </a:cubicBezTo>
                <a:cubicBezTo>
                  <a:pt x="2177" y="1722"/>
                  <a:pt x="2134" y="1909"/>
                  <a:pt x="2099" y="2097"/>
                </a:cubicBezTo>
                <a:cubicBezTo>
                  <a:pt x="1912" y="2131"/>
                  <a:pt x="1723" y="2173"/>
                  <a:pt x="1536" y="2233"/>
                </a:cubicBezTo>
                <a:cubicBezTo>
                  <a:pt x="1023" y="2398"/>
                  <a:pt x="512" y="2623"/>
                  <a:pt x="1" y="3070"/>
                </a:cubicBezTo>
                <a:cubicBezTo>
                  <a:pt x="512" y="3517"/>
                  <a:pt x="1023" y="3740"/>
                  <a:pt x="1536" y="3907"/>
                </a:cubicBezTo>
                <a:cubicBezTo>
                  <a:pt x="1722" y="3966"/>
                  <a:pt x="1909" y="4008"/>
                  <a:pt x="2096" y="4042"/>
                </a:cubicBezTo>
                <a:cubicBezTo>
                  <a:pt x="2132" y="4230"/>
                  <a:pt x="2173" y="4417"/>
                  <a:pt x="2232" y="4604"/>
                </a:cubicBezTo>
                <a:cubicBezTo>
                  <a:pt x="2399" y="5115"/>
                  <a:pt x="2622" y="5627"/>
                  <a:pt x="3069" y="6138"/>
                </a:cubicBezTo>
                <a:cubicBezTo>
                  <a:pt x="3517" y="5627"/>
                  <a:pt x="3741" y="5115"/>
                  <a:pt x="3906" y="4604"/>
                </a:cubicBezTo>
                <a:cubicBezTo>
                  <a:pt x="3966" y="4416"/>
                  <a:pt x="4008" y="4229"/>
                  <a:pt x="4042" y="4040"/>
                </a:cubicBezTo>
                <a:cubicBezTo>
                  <a:pt x="4230" y="4005"/>
                  <a:pt x="4416" y="3963"/>
                  <a:pt x="4604" y="3904"/>
                </a:cubicBezTo>
                <a:cubicBezTo>
                  <a:pt x="5115" y="3737"/>
                  <a:pt x="5626" y="3514"/>
                  <a:pt x="6138" y="3070"/>
                </a:cubicBezTo>
                <a:cubicBezTo>
                  <a:pt x="5626" y="2625"/>
                  <a:pt x="5115" y="2402"/>
                  <a:pt x="4604" y="2235"/>
                </a:cubicBezTo>
                <a:cubicBezTo>
                  <a:pt x="4416" y="2176"/>
                  <a:pt x="4228" y="2133"/>
                  <a:pt x="4040" y="2099"/>
                </a:cubicBezTo>
                <a:cubicBezTo>
                  <a:pt x="4005" y="1910"/>
                  <a:pt x="3963" y="1723"/>
                  <a:pt x="3904" y="1535"/>
                </a:cubicBezTo>
                <a:cubicBezTo>
                  <a:pt x="3738" y="1024"/>
                  <a:pt x="3514" y="513"/>
                  <a:pt x="3069"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02" name="Google Shape;802;p36"/>
          <p:cNvSpPr txBox="1">
            <a:spLocks noGrp="1"/>
          </p:cNvSpPr>
          <p:nvPr>
            <p:ph type="title"/>
          </p:nvPr>
        </p:nvSpPr>
        <p:spPr>
          <a:xfrm>
            <a:off x="436769" y="1029670"/>
            <a:ext cx="8509000" cy="1610100"/>
          </a:xfrm>
          <a:prstGeom prst="rect">
            <a:avLst/>
          </a:prstGeom>
        </p:spPr>
        <p:txBody>
          <a:bodyPr spcFirstLastPara="1" wrap="square" lIns="91425" tIns="91425" rIns="91425" bIns="91425" anchor="t" anchorCtr="0">
            <a:noAutofit/>
          </a:bodyPr>
          <a:lstStyle/>
          <a:p>
            <a:pPr algn="ctr"/>
            <a:r>
              <a:rPr lang="en-US" sz="2800" b="1" dirty="0"/>
              <a:t>PPAR</a:t>
            </a:r>
            <a:r>
              <a:rPr lang="el-GR" sz="2800" b="1" dirty="0"/>
              <a:t>α </a:t>
            </a:r>
            <a:r>
              <a:rPr lang="en-US" sz="2800" b="1" dirty="0"/>
              <a:t>Activation by N-Palmitoyl ethanolamine Enables Glucocorticoid Dose Reduction in Experimental Arthritis</a:t>
            </a:r>
          </a:p>
        </p:txBody>
      </p:sp>
      <p:sp>
        <p:nvSpPr>
          <p:cNvPr id="2" name="Google Shape;769;p36">
            <a:extLst>
              <a:ext uri="{FF2B5EF4-FFF2-40B4-BE49-F238E27FC236}">
                <a16:creationId xmlns:a16="http://schemas.microsoft.com/office/drawing/2014/main" id="{9CA141E5-D00C-EEA2-C5C6-BE48CA81DF0D}"/>
              </a:ext>
            </a:extLst>
          </p:cNvPr>
          <p:cNvSpPr txBox="1">
            <a:spLocks/>
          </p:cNvSpPr>
          <p:nvPr/>
        </p:nvSpPr>
        <p:spPr>
          <a:xfrm>
            <a:off x="1712538" y="2639770"/>
            <a:ext cx="6074524" cy="1153183"/>
          </a:xfrm>
          <a:prstGeom prst="rect">
            <a:avLst/>
          </a:prstGeom>
          <a:solidFill>
            <a:schemeClr val="accent2"/>
          </a:solidFill>
          <a:ln>
            <a:noFill/>
          </a:ln>
          <a:effectLst>
            <a:outerShdw dist="95250" dir="3000000" algn="bl" rotWithShape="0">
              <a:schemeClr val="lt2"/>
            </a:outerShdw>
          </a:effectLst>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L="457200" marR="0" lvl="0" indent="-317500" algn="l" rtl="0">
              <a:lnSpc>
                <a:spcPct val="100000"/>
              </a:lnSpc>
              <a:spcBef>
                <a:spcPts val="0"/>
              </a:spcBef>
              <a:spcAft>
                <a:spcPts val="0"/>
              </a:spcAft>
              <a:buClr>
                <a:schemeClr val="dk1"/>
              </a:buClr>
              <a:buSzPts val="1400"/>
              <a:buFont typeface="Nunito"/>
              <a:buNone/>
              <a:defRPr sz="1600" b="0" i="0" u="none" strike="noStrike" cap="none">
                <a:solidFill>
                  <a:schemeClr val="dk1"/>
                </a:solidFill>
                <a:latin typeface="Nunito"/>
                <a:ea typeface="Nunito"/>
                <a:cs typeface="Nunito"/>
                <a:sym typeface="Nunito"/>
              </a:defRPr>
            </a:lvl1pPr>
            <a:lvl2pPr marL="914400" marR="0" lvl="1" indent="-317500" algn="ctr" rtl="0">
              <a:lnSpc>
                <a:spcPct val="100000"/>
              </a:lnSpc>
              <a:spcBef>
                <a:spcPts val="0"/>
              </a:spcBef>
              <a:spcAft>
                <a:spcPts val="0"/>
              </a:spcAft>
              <a:buClr>
                <a:schemeClr val="dk1"/>
              </a:buClr>
              <a:buSzPts val="1800"/>
              <a:buFont typeface="Nunito"/>
              <a:buNone/>
              <a:defRPr sz="1800" b="0" i="0" u="none" strike="noStrike" cap="none">
                <a:solidFill>
                  <a:schemeClr val="dk1"/>
                </a:solidFill>
                <a:latin typeface="Nunito"/>
                <a:ea typeface="Nunito"/>
                <a:cs typeface="Nunito"/>
                <a:sym typeface="Nunito"/>
              </a:defRPr>
            </a:lvl2pPr>
            <a:lvl3pPr marL="1371600" marR="0" lvl="2" indent="-317500" algn="ctr" rtl="0">
              <a:lnSpc>
                <a:spcPct val="100000"/>
              </a:lnSpc>
              <a:spcBef>
                <a:spcPts val="0"/>
              </a:spcBef>
              <a:spcAft>
                <a:spcPts val="0"/>
              </a:spcAft>
              <a:buClr>
                <a:schemeClr val="dk1"/>
              </a:buClr>
              <a:buSzPts val="1800"/>
              <a:buFont typeface="Nunito"/>
              <a:buNone/>
              <a:defRPr sz="1800" b="0" i="0" u="none" strike="noStrike" cap="none">
                <a:solidFill>
                  <a:schemeClr val="dk1"/>
                </a:solidFill>
                <a:latin typeface="Nunito"/>
                <a:ea typeface="Nunito"/>
                <a:cs typeface="Nunito"/>
                <a:sym typeface="Nunito"/>
              </a:defRPr>
            </a:lvl3pPr>
            <a:lvl4pPr marL="1828800" marR="0" lvl="3" indent="-317500" algn="ctr" rtl="0">
              <a:lnSpc>
                <a:spcPct val="100000"/>
              </a:lnSpc>
              <a:spcBef>
                <a:spcPts val="0"/>
              </a:spcBef>
              <a:spcAft>
                <a:spcPts val="0"/>
              </a:spcAft>
              <a:buClr>
                <a:schemeClr val="dk1"/>
              </a:buClr>
              <a:buSzPts val="1800"/>
              <a:buFont typeface="Nunito"/>
              <a:buNone/>
              <a:defRPr sz="1800" b="0" i="0" u="none" strike="noStrike" cap="none">
                <a:solidFill>
                  <a:schemeClr val="dk1"/>
                </a:solidFill>
                <a:latin typeface="Nunito"/>
                <a:ea typeface="Nunito"/>
                <a:cs typeface="Nunito"/>
                <a:sym typeface="Nunito"/>
              </a:defRPr>
            </a:lvl4pPr>
            <a:lvl5pPr marL="2286000" marR="0" lvl="4" indent="-317500" algn="ctr" rtl="0">
              <a:lnSpc>
                <a:spcPct val="100000"/>
              </a:lnSpc>
              <a:spcBef>
                <a:spcPts val="0"/>
              </a:spcBef>
              <a:spcAft>
                <a:spcPts val="0"/>
              </a:spcAft>
              <a:buClr>
                <a:schemeClr val="dk1"/>
              </a:buClr>
              <a:buSzPts val="1800"/>
              <a:buFont typeface="Nunito"/>
              <a:buNone/>
              <a:defRPr sz="1800" b="0" i="0" u="none" strike="noStrike" cap="none">
                <a:solidFill>
                  <a:schemeClr val="dk1"/>
                </a:solidFill>
                <a:latin typeface="Nunito"/>
                <a:ea typeface="Nunito"/>
                <a:cs typeface="Nunito"/>
                <a:sym typeface="Nunito"/>
              </a:defRPr>
            </a:lvl5pPr>
            <a:lvl6pPr marL="2743200" marR="0" lvl="5" indent="-317500" algn="ctr" rtl="0">
              <a:lnSpc>
                <a:spcPct val="100000"/>
              </a:lnSpc>
              <a:spcBef>
                <a:spcPts val="0"/>
              </a:spcBef>
              <a:spcAft>
                <a:spcPts val="0"/>
              </a:spcAft>
              <a:buClr>
                <a:schemeClr val="dk1"/>
              </a:buClr>
              <a:buSzPts val="1800"/>
              <a:buFont typeface="Nunito"/>
              <a:buNone/>
              <a:defRPr sz="1800" b="0" i="0" u="none" strike="noStrike" cap="none">
                <a:solidFill>
                  <a:schemeClr val="dk1"/>
                </a:solidFill>
                <a:latin typeface="Nunito"/>
                <a:ea typeface="Nunito"/>
                <a:cs typeface="Nunito"/>
                <a:sym typeface="Nunito"/>
              </a:defRPr>
            </a:lvl6pPr>
            <a:lvl7pPr marL="3200400" marR="0" lvl="6" indent="-317500" algn="ctr" rtl="0">
              <a:lnSpc>
                <a:spcPct val="100000"/>
              </a:lnSpc>
              <a:spcBef>
                <a:spcPts val="0"/>
              </a:spcBef>
              <a:spcAft>
                <a:spcPts val="0"/>
              </a:spcAft>
              <a:buClr>
                <a:schemeClr val="dk1"/>
              </a:buClr>
              <a:buSzPts val="1800"/>
              <a:buFont typeface="Nunito"/>
              <a:buNone/>
              <a:defRPr sz="1800" b="0" i="0" u="none" strike="noStrike" cap="none">
                <a:solidFill>
                  <a:schemeClr val="dk1"/>
                </a:solidFill>
                <a:latin typeface="Nunito"/>
                <a:ea typeface="Nunito"/>
                <a:cs typeface="Nunito"/>
                <a:sym typeface="Nunito"/>
              </a:defRPr>
            </a:lvl7pPr>
            <a:lvl8pPr marL="3657600" marR="0" lvl="7" indent="-317500" algn="ctr" rtl="0">
              <a:lnSpc>
                <a:spcPct val="100000"/>
              </a:lnSpc>
              <a:spcBef>
                <a:spcPts val="0"/>
              </a:spcBef>
              <a:spcAft>
                <a:spcPts val="0"/>
              </a:spcAft>
              <a:buClr>
                <a:schemeClr val="dk1"/>
              </a:buClr>
              <a:buSzPts val="1800"/>
              <a:buFont typeface="Nunito"/>
              <a:buNone/>
              <a:defRPr sz="1800" b="0" i="0" u="none" strike="noStrike" cap="none">
                <a:solidFill>
                  <a:schemeClr val="dk1"/>
                </a:solidFill>
                <a:latin typeface="Nunito"/>
                <a:ea typeface="Nunito"/>
                <a:cs typeface="Nunito"/>
                <a:sym typeface="Nunito"/>
              </a:defRPr>
            </a:lvl8pPr>
            <a:lvl9pPr marL="4114800" marR="0" lvl="8" indent="-317500" algn="ctr" rtl="0">
              <a:lnSpc>
                <a:spcPct val="100000"/>
              </a:lnSpc>
              <a:spcBef>
                <a:spcPts val="0"/>
              </a:spcBef>
              <a:spcAft>
                <a:spcPts val="0"/>
              </a:spcAft>
              <a:buClr>
                <a:schemeClr val="dk1"/>
              </a:buClr>
              <a:buSzPts val="1800"/>
              <a:buFont typeface="Nunito"/>
              <a:buNone/>
              <a:defRPr sz="1800" b="0" i="0" u="none" strike="noStrike" cap="none">
                <a:solidFill>
                  <a:schemeClr val="dk1"/>
                </a:solidFill>
                <a:latin typeface="Nunito"/>
                <a:ea typeface="Nunito"/>
                <a:cs typeface="Nunito"/>
                <a:sym typeface="Nunito"/>
              </a:defRPr>
            </a:lvl9pPr>
          </a:lstStyle>
          <a:p>
            <a:pPr marL="0" indent="0"/>
            <a:r>
              <a:rPr lang="en-US" dirty="0"/>
              <a:t>Supervised By: </a:t>
            </a:r>
          </a:p>
          <a:p>
            <a:pPr marL="0" indent="0"/>
            <a:r>
              <a:rPr lang="en-US" dirty="0"/>
              <a:t>Associate. Prof Ahmed abo-</a:t>
            </a:r>
            <a:r>
              <a:rPr lang="en-US" dirty="0" err="1"/>
              <a:t>elfotoh</a:t>
            </a:r>
            <a:r>
              <a:rPr lang="en-US" dirty="0"/>
              <a:t> Morad</a:t>
            </a:r>
          </a:p>
          <a:p>
            <a:pPr marL="0" indent="0"/>
            <a:r>
              <a:rPr lang="en-US" dirty="0"/>
              <a:t>Associate. Prof Ahmed </a:t>
            </a:r>
            <a:r>
              <a:rPr lang="en-US" dirty="0" err="1"/>
              <a:t>Gafaar</a:t>
            </a:r>
            <a:r>
              <a:rPr lang="en-US" dirty="0"/>
              <a:t> </a:t>
            </a:r>
            <a:r>
              <a:rPr lang="en-US" dirty="0" err="1"/>
              <a:t>Gafaar</a:t>
            </a:r>
            <a:endParaRPr lang="en-US" dirty="0"/>
          </a:p>
          <a:p>
            <a:pPr marL="0" indent="0"/>
            <a:r>
              <a:rPr lang="en-US" dirty="0"/>
              <a:t>Associate. Prof Ahmed Saad </a:t>
            </a:r>
            <a:r>
              <a:rPr lang="en-US" dirty="0" err="1"/>
              <a:t>Saad</a:t>
            </a:r>
            <a:endParaRPr lang="en-US" dirty="0"/>
          </a:p>
        </p:txBody>
      </p:sp>
      <p:pic>
        <p:nvPicPr>
          <p:cNvPr id="3" name="Picture 2">
            <a:extLst>
              <a:ext uri="{FF2B5EF4-FFF2-40B4-BE49-F238E27FC236}">
                <a16:creationId xmlns:a16="http://schemas.microsoft.com/office/drawing/2014/main" id="{087E0A1E-0344-EEA5-80F2-12850C237848}"/>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8000675" y="-32727"/>
            <a:ext cx="1078608" cy="753016"/>
          </a:xfrm>
          <a:prstGeom prst="roundRect">
            <a:avLst>
              <a:gd name="adj" fmla="val 50000"/>
            </a:avLst>
          </a:prstGeom>
          <a:solidFill>
            <a:srgbClr val="FFFFFF">
              <a:shade val="85000"/>
            </a:srgbClr>
          </a:solidFill>
          <a:ln>
            <a:noFill/>
          </a:ln>
          <a:effectLst>
            <a:reflection blurRad="12700" stA="38000" endPos="28000" dist="5000" dir="5400000" sy="-100000" algn="bl" rotWithShape="0"/>
          </a:effectLst>
        </p:spPr>
      </p:pic>
      <p:pic>
        <p:nvPicPr>
          <p:cNvPr id="4" name="Picture 3">
            <a:extLst>
              <a:ext uri="{FF2B5EF4-FFF2-40B4-BE49-F238E27FC236}">
                <a16:creationId xmlns:a16="http://schemas.microsoft.com/office/drawing/2014/main" id="{DC423421-5C40-E8C8-AE87-36E173BF307F}"/>
              </a:ext>
            </a:extLst>
          </p:cNvPr>
          <p:cNvPicPr>
            <a:picLocks noChangeAspect="1"/>
          </p:cNvPicPr>
          <p:nvPr/>
        </p:nvPicPr>
        <p:blipFill>
          <a:blip r:embed="rId4">
            <a:extLst>
              <a:ext uri="{28A0092B-C50C-407E-A947-70E740481C1C}">
                <a14:useLocalDpi xmlns:a14="http://schemas.microsoft.com/office/drawing/2010/main" val="0"/>
              </a:ext>
            </a:extLst>
          </a:blip>
          <a:srcRect/>
          <a:stretch>
            <a:fillRect/>
          </a:stretch>
        </p:blipFill>
        <p:spPr bwMode="auto">
          <a:xfrm>
            <a:off x="0" y="32580"/>
            <a:ext cx="1224501" cy="687709"/>
          </a:xfrm>
          <a:prstGeom prst="roundRect">
            <a:avLst>
              <a:gd name="adj" fmla="val 50000"/>
            </a:avLst>
          </a:prstGeom>
          <a:solidFill>
            <a:srgbClr val="FFFFFF">
              <a:shade val="85000"/>
            </a:srgbClr>
          </a:solidFill>
          <a:ln>
            <a:noFill/>
          </a:ln>
          <a:effectLst>
            <a:reflection blurRad="12700" stA="38000" endPos="28000" dist="5000" dir="5400000" sy="-100000" algn="bl" rotWithShape="0"/>
          </a:effectLst>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1220">
          <a:extLst>
            <a:ext uri="{FF2B5EF4-FFF2-40B4-BE49-F238E27FC236}">
              <a16:creationId xmlns:a16="http://schemas.microsoft.com/office/drawing/2014/main" id="{61495588-BF96-224B-8FCF-8F4F0CA88A3A}"/>
            </a:ext>
          </a:extLst>
        </p:cNvPr>
        <p:cNvGrpSpPr/>
        <p:nvPr/>
      </p:nvGrpSpPr>
      <p:grpSpPr>
        <a:xfrm>
          <a:off x="0" y="0"/>
          <a:ext cx="0" cy="0"/>
          <a:chOff x="0" y="0"/>
          <a:chExt cx="0" cy="0"/>
        </a:xfrm>
      </p:grpSpPr>
      <p:grpSp>
        <p:nvGrpSpPr>
          <p:cNvPr id="1222" name="Google Shape;1222;p47">
            <a:extLst>
              <a:ext uri="{FF2B5EF4-FFF2-40B4-BE49-F238E27FC236}">
                <a16:creationId xmlns:a16="http://schemas.microsoft.com/office/drawing/2014/main" id="{17FC20E2-6E1D-7ECF-50FE-73B961B2BBAF}"/>
              </a:ext>
            </a:extLst>
          </p:cNvPr>
          <p:cNvGrpSpPr/>
          <p:nvPr/>
        </p:nvGrpSpPr>
        <p:grpSpPr>
          <a:xfrm>
            <a:off x="275849" y="358731"/>
            <a:ext cx="623693" cy="542353"/>
            <a:chOff x="1082169" y="2497002"/>
            <a:chExt cx="1663996" cy="1720378"/>
          </a:xfrm>
        </p:grpSpPr>
        <p:sp>
          <p:nvSpPr>
            <p:cNvPr id="1223" name="Google Shape;1223;p47">
              <a:extLst>
                <a:ext uri="{FF2B5EF4-FFF2-40B4-BE49-F238E27FC236}">
                  <a16:creationId xmlns:a16="http://schemas.microsoft.com/office/drawing/2014/main" id="{73633206-8D2F-47BD-0FA7-F1EDA58CD4B0}"/>
                </a:ext>
              </a:extLst>
            </p:cNvPr>
            <p:cNvSpPr/>
            <p:nvPr/>
          </p:nvSpPr>
          <p:spPr>
            <a:xfrm rot="-1002475">
              <a:off x="1255753" y="2656719"/>
              <a:ext cx="1316828" cy="1400943"/>
            </a:xfrm>
            <a:custGeom>
              <a:avLst/>
              <a:gdLst/>
              <a:ahLst/>
              <a:cxnLst/>
              <a:rect l="l" t="t" r="r" b="b"/>
              <a:pathLst>
                <a:path w="33267" h="35392" extrusionOk="0">
                  <a:moveTo>
                    <a:pt x="16501" y="1"/>
                  </a:moveTo>
                  <a:cubicBezTo>
                    <a:pt x="15873" y="110"/>
                    <a:pt x="14762" y="293"/>
                    <a:pt x="14762" y="293"/>
                  </a:cubicBezTo>
                  <a:cubicBezTo>
                    <a:pt x="12749" y="761"/>
                    <a:pt x="10902" y="1778"/>
                    <a:pt x="9405" y="3270"/>
                  </a:cubicBezTo>
                  <a:cubicBezTo>
                    <a:pt x="7289" y="5379"/>
                    <a:pt x="6118" y="8189"/>
                    <a:pt x="6108" y="11183"/>
                  </a:cubicBezTo>
                  <a:cubicBezTo>
                    <a:pt x="6102" y="13317"/>
                    <a:pt x="6696" y="15394"/>
                    <a:pt x="7829" y="17192"/>
                  </a:cubicBezTo>
                  <a:cubicBezTo>
                    <a:pt x="8647" y="18490"/>
                    <a:pt x="9079" y="19998"/>
                    <a:pt x="9079" y="21552"/>
                  </a:cubicBezTo>
                  <a:lnTo>
                    <a:pt x="9079" y="24669"/>
                  </a:lnTo>
                  <a:lnTo>
                    <a:pt x="9118" y="25929"/>
                  </a:lnTo>
                  <a:lnTo>
                    <a:pt x="9079" y="26273"/>
                  </a:lnTo>
                  <a:lnTo>
                    <a:pt x="9079" y="28907"/>
                  </a:lnTo>
                  <a:cubicBezTo>
                    <a:pt x="9079" y="29271"/>
                    <a:pt x="8783" y="29566"/>
                    <a:pt x="8418" y="29566"/>
                  </a:cubicBezTo>
                  <a:lnTo>
                    <a:pt x="5260" y="29566"/>
                  </a:lnTo>
                  <a:cubicBezTo>
                    <a:pt x="2360" y="29566"/>
                    <a:pt x="1" y="31925"/>
                    <a:pt x="1" y="34825"/>
                  </a:cubicBezTo>
                  <a:cubicBezTo>
                    <a:pt x="1" y="35137"/>
                    <a:pt x="254" y="35392"/>
                    <a:pt x="568" y="35392"/>
                  </a:cubicBezTo>
                  <a:cubicBezTo>
                    <a:pt x="881" y="35392"/>
                    <a:pt x="1134" y="35137"/>
                    <a:pt x="1134" y="34825"/>
                  </a:cubicBezTo>
                  <a:lnTo>
                    <a:pt x="1134" y="34824"/>
                  </a:lnTo>
                  <a:lnTo>
                    <a:pt x="32132" y="34824"/>
                  </a:lnTo>
                  <a:cubicBezTo>
                    <a:pt x="32132" y="35137"/>
                    <a:pt x="32386" y="35392"/>
                    <a:pt x="32700" y="35392"/>
                  </a:cubicBezTo>
                  <a:cubicBezTo>
                    <a:pt x="33012" y="35392"/>
                    <a:pt x="33266" y="35137"/>
                    <a:pt x="33266" y="34824"/>
                  </a:cubicBezTo>
                  <a:cubicBezTo>
                    <a:pt x="33266" y="33420"/>
                    <a:pt x="32719" y="32099"/>
                    <a:pt x="31726" y="31107"/>
                  </a:cubicBezTo>
                  <a:cubicBezTo>
                    <a:pt x="30734" y="30114"/>
                    <a:pt x="29413" y="29567"/>
                    <a:pt x="28007" y="29567"/>
                  </a:cubicBezTo>
                  <a:lnTo>
                    <a:pt x="20189" y="29567"/>
                  </a:lnTo>
                  <a:cubicBezTo>
                    <a:pt x="19825" y="29567"/>
                    <a:pt x="19528" y="29271"/>
                    <a:pt x="19528" y="28907"/>
                  </a:cubicBezTo>
                  <a:lnTo>
                    <a:pt x="19528" y="25916"/>
                  </a:lnTo>
                  <a:cubicBezTo>
                    <a:pt x="19528" y="25553"/>
                    <a:pt x="19825" y="25256"/>
                    <a:pt x="20189" y="25256"/>
                  </a:cubicBezTo>
                  <a:cubicBezTo>
                    <a:pt x="20502" y="25256"/>
                    <a:pt x="20756" y="25003"/>
                    <a:pt x="20756" y="24689"/>
                  </a:cubicBezTo>
                  <a:lnTo>
                    <a:pt x="22273" y="24689"/>
                  </a:lnTo>
                  <a:cubicBezTo>
                    <a:pt x="22273" y="25003"/>
                    <a:pt x="22527" y="25256"/>
                    <a:pt x="22840" y="25256"/>
                  </a:cubicBezTo>
                  <a:lnTo>
                    <a:pt x="24457" y="25256"/>
                  </a:lnTo>
                  <a:cubicBezTo>
                    <a:pt x="26005" y="25256"/>
                    <a:pt x="27282" y="24094"/>
                    <a:pt x="27428" y="22553"/>
                  </a:cubicBezTo>
                  <a:lnTo>
                    <a:pt x="27777" y="18874"/>
                  </a:lnTo>
                  <a:lnTo>
                    <a:pt x="28243" y="18874"/>
                  </a:lnTo>
                  <a:cubicBezTo>
                    <a:pt x="28800" y="18874"/>
                    <a:pt x="29307" y="18590"/>
                    <a:pt x="29600" y="18115"/>
                  </a:cubicBezTo>
                  <a:cubicBezTo>
                    <a:pt x="29891" y="17639"/>
                    <a:pt x="29914" y="17059"/>
                    <a:pt x="29663" y="16563"/>
                  </a:cubicBezTo>
                  <a:lnTo>
                    <a:pt x="28544" y="14356"/>
                  </a:lnTo>
                  <a:lnTo>
                    <a:pt x="28546" y="11219"/>
                  </a:lnTo>
                  <a:cubicBezTo>
                    <a:pt x="28546" y="5964"/>
                    <a:pt x="24928" y="1470"/>
                    <a:pt x="20024" y="330"/>
                  </a:cubicBezTo>
                  <a:cubicBezTo>
                    <a:pt x="18622" y="4"/>
                    <a:pt x="19051" y="233"/>
                    <a:pt x="18416" y="58"/>
                  </a:cubicBezTo>
                  <a:cubicBezTo>
                    <a:pt x="18414" y="58"/>
                    <a:pt x="18412" y="59"/>
                    <a:pt x="18409" y="59"/>
                  </a:cubicBezTo>
                  <a:cubicBezTo>
                    <a:pt x="18347" y="59"/>
                    <a:pt x="18049" y="1"/>
                    <a:pt x="18007" y="1"/>
                  </a:cubicBezTo>
                  <a:close/>
                </a:path>
              </a:pathLst>
            </a:custGeom>
            <a:solidFill>
              <a:schemeClr val="accent2"/>
            </a:solidFill>
            <a:ln w="114300" cap="flat" cmpd="sng">
              <a:solidFill>
                <a:schemeClr val="accent2"/>
              </a:solidFill>
              <a:prstDash val="solid"/>
              <a:round/>
              <a:headEnd type="none" w="sm" len="sm"/>
              <a:tailEnd type="none" w="sm" len="sm"/>
            </a:ln>
            <a:effectLst>
              <a:outerShdw dist="76200" dir="1800000" algn="bl" rotWithShape="0">
                <a:schemeClr val="lt2"/>
              </a:outerShdw>
            </a:effectLst>
          </p:spPr>
          <p:txBody>
            <a:bodyPr spcFirstLastPara="1" wrap="square" lIns="91425" tIns="91425" rIns="91425" bIns="91425" anchor="ctr" anchorCtr="0">
              <a:noAutofit/>
            </a:bodyPr>
            <a:lstStyle/>
            <a:p>
              <a:pPr marL="0" marR="0" lvl="0" indent="0" algn="l" rtl="0">
                <a:lnSpc>
                  <a:spcPct val="100000"/>
                </a:lnSpc>
                <a:spcBef>
                  <a:spcPts val="0"/>
                </a:spcBef>
                <a:spcAft>
                  <a:spcPts val="0"/>
                </a:spcAft>
                <a:buNone/>
              </a:pPr>
              <a:endParaRPr/>
            </a:p>
          </p:txBody>
        </p:sp>
        <p:sp>
          <p:nvSpPr>
            <p:cNvPr id="1224" name="Google Shape;1224;p47">
              <a:extLst>
                <a:ext uri="{FF2B5EF4-FFF2-40B4-BE49-F238E27FC236}">
                  <a16:creationId xmlns:a16="http://schemas.microsoft.com/office/drawing/2014/main" id="{A63F20CD-BE78-6833-EF8E-A88CF4414FAC}"/>
                </a:ext>
              </a:extLst>
            </p:cNvPr>
            <p:cNvSpPr/>
            <p:nvPr/>
          </p:nvSpPr>
          <p:spPr>
            <a:xfrm rot="-1002475">
              <a:off x="1278198" y="2679168"/>
              <a:ext cx="1271901" cy="1356055"/>
            </a:xfrm>
            <a:custGeom>
              <a:avLst/>
              <a:gdLst/>
              <a:ahLst/>
              <a:cxnLst/>
              <a:rect l="l" t="t" r="r" b="b"/>
              <a:pathLst>
                <a:path w="32132" h="34258" extrusionOk="0">
                  <a:moveTo>
                    <a:pt x="16761" y="0"/>
                  </a:moveTo>
                  <a:cubicBezTo>
                    <a:pt x="10884" y="0"/>
                    <a:pt x="6127" y="4741"/>
                    <a:pt x="6108" y="10618"/>
                  </a:cubicBezTo>
                  <a:cubicBezTo>
                    <a:pt x="6102" y="12715"/>
                    <a:pt x="6701" y="14672"/>
                    <a:pt x="7741" y="16323"/>
                  </a:cubicBezTo>
                  <a:cubicBezTo>
                    <a:pt x="8620" y="17718"/>
                    <a:pt x="9079" y="19337"/>
                    <a:pt x="9079" y="20986"/>
                  </a:cubicBezTo>
                  <a:lnTo>
                    <a:pt x="9079" y="28340"/>
                  </a:lnTo>
                  <a:cubicBezTo>
                    <a:pt x="9079" y="29017"/>
                    <a:pt x="8529" y="29567"/>
                    <a:pt x="7851" y="29567"/>
                  </a:cubicBezTo>
                  <a:lnTo>
                    <a:pt x="4693" y="29567"/>
                  </a:lnTo>
                  <a:cubicBezTo>
                    <a:pt x="2101" y="29567"/>
                    <a:pt x="1" y="31667"/>
                    <a:pt x="1" y="34258"/>
                  </a:cubicBezTo>
                  <a:lnTo>
                    <a:pt x="32131" y="34258"/>
                  </a:lnTo>
                  <a:cubicBezTo>
                    <a:pt x="32131" y="31667"/>
                    <a:pt x="30032" y="29567"/>
                    <a:pt x="27440" y="29567"/>
                  </a:cubicBezTo>
                  <a:lnTo>
                    <a:pt x="19622" y="29567"/>
                  </a:lnTo>
                  <a:cubicBezTo>
                    <a:pt x="18944" y="29567"/>
                    <a:pt x="18395" y="29017"/>
                    <a:pt x="18395" y="28339"/>
                  </a:cubicBezTo>
                  <a:lnTo>
                    <a:pt x="18395" y="25349"/>
                  </a:lnTo>
                  <a:cubicBezTo>
                    <a:pt x="18395" y="24671"/>
                    <a:pt x="18944" y="24122"/>
                    <a:pt x="19622" y="24122"/>
                  </a:cubicBezTo>
                  <a:lnTo>
                    <a:pt x="23890" y="24122"/>
                  </a:lnTo>
                  <a:cubicBezTo>
                    <a:pt x="25137" y="24122"/>
                    <a:pt x="26179" y="23174"/>
                    <a:pt x="26297" y="21933"/>
                  </a:cubicBezTo>
                  <a:lnTo>
                    <a:pt x="26694" y="17739"/>
                  </a:lnTo>
                  <a:lnTo>
                    <a:pt x="27676" y="17739"/>
                  </a:lnTo>
                  <a:cubicBezTo>
                    <a:pt x="28440" y="17739"/>
                    <a:pt x="28935" y="16934"/>
                    <a:pt x="28590" y="16252"/>
                  </a:cubicBezTo>
                  <a:lnTo>
                    <a:pt x="27410" y="13924"/>
                  </a:lnTo>
                  <a:lnTo>
                    <a:pt x="27412" y="10652"/>
                  </a:lnTo>
                  <a:cubicBezTo>
                    <a:pt x="27412" y="4770"/>
                    <a:pt x="22643" y="1"/>
                    <a:pt x="16761"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25" name="Google Shape;1225;p47">
              <a:extLst>
                <a:ext uri="{FF2B5EF4-FFF2-40B4-BE49-F238E27FC236}">
                  <a16:creationId xmlns:a16="http://schemas.microsoft.com/office/drawing/2014/main" id="{5700E3EB-B9F5-0426-5347-D833B3046065}"/>
                </a:ext>
              </a:extLst>
            </p:cNvPr>
            <p:cNvSpPr/>
            <p:nvPr/>
          </p:nvSpPr>
          <p:spPr>
            <a:xfrm rot="-1002475">
              <a:off x="1517787" y="2809192"/>
              <a:ext cx="566046" cy="422120"/>
            </a:xfrm>
            <a:custGeom>
              <a:avLst/>
              <a:gdLst/>
              <a:ahLst/>
              <a:cxnLst/>
              <a:rect l="l" t="t" r="r" b="b"/>
              <a:pathLst>
                <a:path w="14300" h="10664" extrusionOk="0">
                  <a:moveTo>
                    <a:pt x="7108" y="1"/>
                  </a:moveTo>
                  <a:cubicBezTo>
                    <a:pt x="3183" y="1"/>
                    <a:pt x="0" y="3182"/>
                    <a:pt x="0" y="7109"/>
                  </a:cubicBezTo>
                  <a:lnTo>
                    <a:pt x="0" y="9508"/>
                  </a:lnTo>
                  <a:cubicBezTo>
                    <a:pt x="0" y="10145"/>
                    <a:pt x="517" y="10663"/>
                    <a:pt x="1156" y="10663"/>
                  </a:cubicBezTo>
                  <a:lnTo>
                    <a:pt x="2112" y="10663"/>
                  </a:lnTo>
                  <a:cubicBezTo>
                    <a:pt x="2499" y="10663"/>
                    <a:pt x="2860" y="10469"/>
                    <a:pt x="3074" y="10148"/>
                  </a:cubicBezTo>
                  <a:lnTo>
                    <a:pt x="3929" y="8864"/>
                  </a:lnTo>
                  <a:lnTo>
                    <a:pt x="9030" y="8864"/>
                  </a:lnTo>
                  <a:cubicBezTo>
                    <a:pt x="10564" y="8864"/>
                    <a:pt x="11809" y="7620"/>
                    <a:pt x="11809" y="6085"/>
                  </a:cubicBezTo>
                  <a:cubicBezTo>
                    <a:pt x="13184" y="6085"/>
                    <a:pt x="14300" y="4969"/>
                    <a:pt x="14300" y="3594"/>
                  </a:cubicBezTo>
                  <a:cubicBezTo>
                    <a:pt x="14300" y="1609"/>
                    <a:pt x="12691" y="1"/>
                    <a:pt x="10707"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26" name="Google Shape;1226;p47">
              <a:extLst>
                <a:ext uri="{FF2B5EF4-FFF2-40B4-BE49-F238E27FC236}">
                  <a16:creationId xmlns:a16="http://schemas.microsoft.com/office/drawing/2014/main" id="{F0253AAC-C476-B439-7E78-794F0F800CC6}"/>
                </a:ext>
              </a:extLst>
            </p:cNvPr>
            <p:cNvSpPr/>
            <p:nvPr/>
          </p:nvSpPr>
          <p:spPr>
            <a:xfrm rot="-1002475">
              <a:off x="2105720" y="3486731"/>
              <a:ext cx="588727" cy="446107"/>
            </a:xfrm>
            <a:custGeom>
              <a:avLst/>
              <a:gdLst/>
              <a:ahLst/>
              <a:cxnLst/>
              <a:rect l="l" t="t" r="r" b="b"/>
              <a:pathLst>
                <a:path w="14873" h="11270" extrusionOk="0">
                  <a:moveTo>
                    <a:pt x="1795" y="1"/>
                  </a:moveTo>
                  <a:cubicBezTo>
                    <a:pt x="805" y="1"/>
                    <a:pt x="1" y="805"/>
                    <a:pt x="1" y="1794"/>
                  </a:cubicBezTo>
                  <a:lnTo>
                    <a:pt x="1" y="4785"/>
                  </a:lnTo>
                  <a:cubicBezTo>
                    <a:pt x="1" y="5774"/>
                    <a:pt x="805" y="6578"/>
                    <a:pt x="1795" y="6578"/>
                  </a:cubicBezTo>
                  <a:lnTo>
                    <a:pt x="9613" y="6578"/>
                  </a:lnTo>
                  <a:cubicBezTo>
                    <a:pt x="10716" y="6578"/>
                    <a:pt x="11751" y="7008"/>
                    <a:pt x="12531" y="7787"/>
                  </a:cubicBezTo>
                  <a:cubicBezTo>
                    <a:pt x="13309" y="8565"/>
                    <a:pt x="13739" y="9601"/>
                    <a:pt x="13739" y="10703"/>
                  </a:cubicBezTo>
                  <a:cubicBezTo>
                    <a:pt x="13739" y="11016"/>
                    <a:pt x="13992" y="11270"/>
                    <a:pt x="14306" y="11270"/>
                  </a:cubicBezTo>
                  <a:cubicBezTo>
                    <a:pt x="14619" y="11270"/>
                    <a:pt x="14872" y="11016"/>
                    <a:pt x="14872" y="10703"/>
                  </a:cubicBezTo>
                  <a:cubicBezTo>
                    <a:pt x="14872" y="9297"/>
                    <a:pt x="14325" y="7977"/>
                    <a:pt x="13332" y="6985"/>
                  </a:cubicBezTo>
                  <a:cubicBezTo>
                    <a:pt x="12339" y="5992"/>
                    <a:pt x="11019" y="5445"/>
                    <a:pt x="9613" y="5445"/>
                  </a:cubicBezTo>
                  <a:lnTo>
                    <a:pt x="1795" y="5445"/>
                  </a:lnTo>
                  <a:cubicBezTo>
                    <a:pt x="1431" y="5445"/>
                    <a:pt x="1134" y="5149"/>
                    <a:pt x="1134" y="4785"/>
                  </a:cubicBezTo>
                  <a:lnTo>
                    <a:pt x="1134" y="1794"/>
                  </a:lnTo>
                  <a:cubicBezTo>
                    <a:pt x="1134" y="1431"/>
                    <a:pt x="1431" y="1134"/>
                    <a:pt x="1795" y="1134"/>
                  </a:cubicBezTo>
                  <a:cubicBezTo>
                    <a:pt x="2108" y="1134"/>
                    <a:pt x="2362" y="881"/>
                    <a:pt x="2362" y="567"/>
                  </a:cubicBezTo>
                  <a:cubicBezTo>
                    <a:pt x="2362" y="254"/>
                    <a:pt x="2108" y="1"/>
                    <a:pt x="179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27" name="Google Shape;1227;p47">
              <a:extLst>
                <a:ext uri="{FF2B5EF4-FFF2-40B4-BE49-F238E27FC236}">
                  <a16:creationId xmlns:a16="http://schemas.microsoft.com/office/drawing/2014/main" id="{EBA5D8B6-D3CF-6B80-A701-1EBC479711C5}"/>
                </a:ext>
              </a:extLst>
            </p:cNvPr>
            <p:cNvSpPr/>
            <p:nvPr/>
          </p:nvSpPr>
          <p:spPr>
            <a:xfrm rot="-1002475">
              <a:off x="1258555" y="2675798"/>
              <a:ext cx="1184104" cy="1400943"/>
            </a:xfrm>
            <a:custGeom>
              <a:avLst/>
              <a:gdLst/>
              <a:ahLst/>
              <a:cxnLst/>
              <a:rect l="l" t="t" r="r" b="b"/>
              <a:pathLst>
                <a:path w="29914" h="35392" extrusionOk="0">
                  <a:moveTo>
                    <a:pt x="16501" y="1"/>
                  </a:moveTo>
                  <a:cubicBezTo>
                    <a:pt x="15873" y="110"/>
                    <a:pt x="14762" y="294"/>
                    <a:pt x="14760" y="294"/>
                  </a:cubicBezTo>
                  <a:cubicBezTo>
                    <a:pt x="12748" y="761"/>
                    <a:pt x="10901" y="1778"/>
                    <a:pt x="9404" y="3270"/>
                  </a:cubicBezTo>
                  <a:cubicBezTo>
                    <a:pt x="7288" y="5380"/>
                    <a:pt x="6118" y="8190"/>
                    <a:pt x="6108" y="11184"/>
                  </a:cubicBezTo>
                  <a:cubicBezTo>
                    <a:pt x="6101" y="13318"/>
                    <a:pt x="6696" y="15395"/>
                    <a:pt x="7829" y="17192"/>
                  </a:cubicBezTo>
                  <a:cubicBezTo>
                    <a:pt x="8647" y="18491"/>
                    <a:pt x="9078" y="19998"/>
                    <a:pt x="9078" y="21553"/>
                  </a:cubicBezTo>
                  <a:lnTo>
                    <a:pt x="9078" y="24671"/>
                  </a:lnTo>
                  <a:lnTo>
                    <a:pt x="9117" y="25929"/>
                  </a:lnTo>
                  <a:lnTo>
                    <a:pt x="9078" y="26273"/>
                  </a:lnTo>
                  <a:lnTo>
                    <a:pt x="9078" y="28907"/>
                  </a:lnTo>
                  <a:cubicBezTo>
                    <a:pt x="9078" y="29271"/>
                    <a:pt x="8783" y="29567"/>
                    <a:pt x="8418" y="29567"/>
                  </a:cubicBezTo>
                  <a:lnTo>
                    <a:pt x="5259" y="29567"/>
                  </a:lnTo>
                  <a:cubicBezTo>
                    <a:pt x="2359" y="29567"/>
                    <a:pt x="1" y="31926"/>
                    <a:pt x="1" y="34825"/>
                  </a:cubicBezTo>
                  <a:cubicBezTo>
                    <a:pt x="1" y="35138"/>
                    <a:pt x="254" y="35392"/>
                    <a:pt x="568" y="35392"/>
                  </a:cubicBezTo>
                  <a:cubicBezTo>
                    <a:pt x="881" y="35392"/>
                    <a:pt x="1134" y="35138"/>
                    <a:pt x="1134" y="34825"/>
                  </a:cubicBezTo>
                  <a:cubicBezTo>
                    <a:pt x="1134" y="32551"/>
                    <a:pt x="2984" y="30700"/>
                    <a:pt x="5259" y="30700"/>
                  </a:cubicBezTo>
                  <a:lnTo>
                    <a:pt x="8418" y="30700"/>
                  </a:lnTo>
                  <a:cubicBezTo>
                    <a:pt x="9407" y="30700"/>
                    <a:pt x="10213" y="29896"/>
                    <a:pt x="10213" y="28907"/>
                  </a:cubicBezTo>
                  <a:lnTo>
                    <a:pt x="10213" y="27408"/>
                  </a:lnTo>
                  <a:lnTo>
                    <a:pt x="10213" y="25804"/>
                  </a:lnTo>
                  <a:lnTo>
                    <a:pt x="10213" y="21553"/>
                  </a:lnTo>
                  <a:cubicBezTo>
                    <a:pt x="10213" y="19785"/>
                    <a:pt x="9719" y="18068"/>
                    <a:pt x="8787" y="16587"/>
                  </a:cubicBezTo>
                  <a:cubicBezTo>
                    <a:pt x="7770" y="14973"/>
                    <a:pt x="7236" y="13105"/>
                    <a:pt x="7242" y="11187"/>
                  </a:cubicBezTo>
                  <a:cubicBezTo>
                    <a:pt x="7250" y="8496"/>
                    <a:pt x="8303" y="5970"/>
                    <a:pt x="10204" y="4074"/>
                  </a:cubicBezTo>
                  <a:cubicBezTo>
                    <a:pt x="12105" y="2181"/>
                    <a:pt x="14630" y="1137"/>
                    <a:pt x="17318" y="1134"/>
                  </a:cubicBezTo>
                  <a:lnTo>
                    <a:pt x="17337" y="1134"/>
                  </a:lnTo>
                  <a:cubicBezTo>
                    <a:pt x="22893" y="1140"/>
                    <a:pt x="27411" y="5662"/>
                    <a:pt x="27411" y="11219"/>
                  </a:cubicBezTo>
                  <a:lnTo>
                    <a:pt x="27409" y="14491"/>
                  </a:lnTo>
                  <a:cubicBezTo>
                    <a:pt x="27409" y="14580"/>
                    <a:pt x="27430" y="14668"/>
                    <a:pt x="27471" y="14748"/>
                  </a:cubicBezTo>
                  <a:lnTo>
                    <a:pt x="28651" y="17076"/>
                  </a:lnTo>
                  <a:cubicBezTo>
                    <a:pt x="28755" y="17282"/>
                    <a:pt x="28673" y="17456"/>
                    <a:pt x="28633" y="17522"/>
                  </a:cubicBezTo>
                  <a:cubicBezTo>
                    <a:pt x="28593" y="17587"/>
                    <a:pt x="28474" y="17740"/>
                    <a:pt x="28242" y="17740"/>
                  </a:cubicBezTo>
                  <a:lnTo>
                    <a:pt x="27261" y="17740"/>
                  </a:lnTo>
                  <a:cubicBezTo>
                    <a:pt x="26969" y="17740"/>
                    <a:pt x="26724" y="17963"/>
                    <a:pt x="26697" y="18254"/>
                  </a:cubicBezTo>
                  <a:lnTo>
                    <a:pt x="26299" y="22446"/>
                  </a:lnTo>
                  <a:cubicBezTo>
                    <a:pt x="26209" y="23402"/>
                    <a:pt x="25417" y="24123"/>
                    <a:pt x="24457" y="24123"/>
                  </a:cubicBezTo>
                  <a:lnTo>
                    <a:pt x="22840" y="24123"/>
                  </a:lnTo>
                  <a:cubicBezTo>
                    <a:pt x="22526" y="24123"/>
                    <a:pt x="22273" y="24377"/>
                    <a:pt x="22273" y="24689"/>
                  </a:cubicBezTo>
                  <a:cubicBezTo>
                    <a:pt x="22273" y="25003"/>
                    <a:pt x="22526" y="25257"/>
                    <a:pt x="22840" y="25257"/>
                  </a:cubicBezTo>
                  <a:lnTo>
                    <a:pt x="24457" y="25257"/>
                  </a:lnTo>
                  <a:cubicBezTo>
                    <a:pt x="26005" y="25257"/>
                    <a:pt x="27282" y="24094"/>
                    <a:pt x="27428" y="22553"/>
                  </a:cubicBezTo>
                  <a:lnTo>
                    <a:pt x="27777" y="18874"/>
                  </a:lnTo>
                  <a:lnTo>
                    <a:pt x="28242" y="18874"/>
                  </a:lnTo>
                  <a:cubicBezTo>
                    <a:pt x="28800" y="18874"/>
                    <a:pt x="29307" y="18590"/>
                    <a:pt x="29600" y="18115"/>
                  </a:cubicBezTo>
                  <a:cubicBezTo>
                    <a:pt x="29891" y="17639"/>
                    <a:pt x="29914" y="17060"/>
                    <a:pt x="29661" y="16563"/>
                  </a:cubicBezTo>
                  <a:lnTo>
                    <a:pt x="28544" y="14356"/>
                  </a:lnTo>
                  <a:lnTo>
                    <a:pt x="28546" y="11219"/>
                  </a:lnTo>
                  <a:cubicBezTo>
                    <a:pt x="28546" y="5964"/>
                    <a:pt x="24928" y="1470"/>
                    <a:pt x="20024" y="330"/>
                  </a:cubicBezTo>
                  <a:cubicBezTo>
                    <a:pt x="18622" y="4"/>
                    <a:pt x="19051" y="234"/>
                    <a:pt x="18416" y="58"/>
                  </a:cubicBezTo>
                  <a:cubicBezTo>
                    <a:pt x="18414" y="58"/>
                    <a:pt x="18412" y="59"/>
                    <a:pt x="18409" y="59"/>
                  </a:cubicBezTo>
                  <a:cubicBezTo>
                    <a:pt x="18347" y="59"/>
                    <a:pt x="18049" y="1"/>
                    <a:pt x="18007"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28" name="Google Shape;1228;p47">
              <a:extLst>
                <a:ext uri="{FF2B5EF4-FFF2-40B4-BE49-F238E27FC236}">
                  <a16:creationId xmlns:a16="http://schemas.microsoft.com/office/drawing/2014/main" id="{61833977-0AD0-B41E-B83F-AC0E7460B1BE}"/>
                </a:ext>
              </a:extLst>
            </p:cNvPr>
            <p:cNvSpPr/>
            <p:nvPr/>
          </p:nvSpPr>
          <p:spPr>
            <a:xfrm rot="-1002475">
              <a:off x="1495332" y="2786710"/>
              <a:ext cx="610933" cy="467007"/>
            </a:xfrm>
            <a:custGeom>
              <a:avLst/>
              <a:gdLst/>
              <a:ahLst/>
              <a:cxnLst/>
              <a:rect l="l" t="t" r="r" b="b"/>
              <a:pathLst>
                <a:path w="15434" h="11798" extrusionOk="0">
                  <a:moveTo>
                    <a:pt x="9688" y="1"/>
                  </a:moveTo>
                  <a:cubicBezTo>
                    <a:pt x="9374" y="1"/>
                    <a:pt x="9121" y="254"/>
                    <a:pt x="9121" y="568"/>
                  </a:cubicBezTo>
                  <a:cubicBezTo>
                    <a:pt x="9121" y="881"/>
                    <a:pt x="9374" y="1134"/>
                    <a:pt x="9688" y="1134"/>
                  </a:cubicBezTo>
                  <a:lnTo>
                    <a:pt x="11274" y="1134"/>
                  </a:lnTo>
                  <a:cubicBezTo>
                    <a:pt x="12943" y="1134"/>
                    <a:pt x="14300" y="2492"/>
                    <a:pt x="14300" y="4161"/>
                  </a:cubicBezTo>
                  <a:cubicBezTo>
                    <a:pt x="14300" y="5030"/>
                    <a:pt x="13721" y="5767"/>
                    <a:pt x="12928" y="6005"/>
                  </a:cubicBezTo>
                  <a:cubicBezTo>
                    <a:pt x="12879" y="5505"/>
                    <a:pt x="12725" y="4834"/>
                    <a:pt x="12287" y="4314"/>
                  </a:cubicBezTo>
                  <a:cubicBezTo>
                    <a:pt x="12486" y="3967"/>
                    <a:pt x="12579" y="3582"/>
                    <a:pt x="12560" y="3174"/>
                  </a:cubicBezTo>
                  <a:cubicBezTo>
                    <a:pt x="12547" y="2870"/>
                    <a:pt x="12299" y="2633"/>
                    <a:pt x="11995" y="2633"/>
                  </a:cubicBezTo>
                  <a:cubicBezTo>
                    <a:pt x="11986" y="2633"/>
                    <a:pt x="11977" y="2633"/>
                    <a:pt x="11968" y="2633"/>
                  </a:cubicBezTo>
                  <a:cubicBezTo>
                    <a:pt x="11655" y="2648"/>
                    <a:pt x="11413" y="2913"/>
                    <a:pt x="11428" y="3225"/>
                  </a:cubicBezTo>
                  <a:cubicBezTo>
                    <a:pt x="11443" y="3572"/>
                    <a:pt x="11289" y="3872"/>
                    <a:pt x="10956" y="4140"/>
                  </a:cubicBezTo>
                  <a:cubicBezTo>
                    <a:pt x="10668" y="4372"/>
                    <a:pt x="10358" y="4483"/>
                    <a:pt x="10348" y="4487"/>
                  </a:cubicBezTo>
                  <a:cubicBezTo>
                    <a:pt x="10052" y="4588"/>
                    <a:pt x="9894" y="4909"/>
                    <a:pt x="9994" y="5204"/>
                  </a:cubicBezTo>
                  <a:cubicBezTo>
                    <a:pt x="10073" y="5441"/>
                    <a:pt x="10294" y="5591"/>
                    <a:pt x="10531" y="5591"/>
                  </a:cubicBezTo>
                  <a:cubicBezTo>
                    <a:pt x="10591" y="5591"/>
                    <a:pt x="10651" y="5581"/>
                    <a:pt x="10712" y="5560"/>
                  </a:cubicBezTo>
                  <a:cubicBezTo>
                    <a:pt x="10755" y="5546"/>
                    <a:pt x="11110" y="5421"/>
                    <a:pt x="11498" y="5150"/>
                  </a:cubicBezTo>
                  <a:cubicBezTo>
                    <a:pt x="11809" y="5617"/>
                    <a:pt x="11834" y="6323"/>
                    <a:pt x="11810" y="6602"/>
                  </a:cubicBezTo>
                  <a:cubicBezTo>
                    <a:pt x="11810" y="6610"/>
                    <a:pt x="11810" y="6617"/>
                    <a:pt x="11809" y="6626"/>
                  </a:cubicBezTo>
                  <a:cubicBezTo>
                    <a:pt x="11809" y="6634"/>
                    <a:pt x="11808" y="6644"/>
                    <a:pt x="11808" y="6653"/>
                  </a:cubicBezTo>
                  <a:cubicBezTo>
                    <a:pt x="11808" y="7872"/>
                    <a:pt x="10816" y="8864"/>
                    <a:pt x="9597" y="8864"/>
                  </a:cubicBezTo>
                  <a:lnTo>
                    <a:pt x="4495" y="8864"/>
                  </a:lnTo>
                  <a:cubicBezTo>
                    <a:pt x="4305" y="8864"/>
                    <a:pt x="4128" y="8960"/>
                    <a:pt x="4023" y="9118"/>
                  </a:cubicBezTo>
                  <a:lnTo>
                    <a:pt x="3168" y="10401"/>
                  </a:lnTo>
                  <a:cubicBezTo>
                    <a:pt x="3058" y="10566"/>
                    <a:pt x="2876" y="10663"/>
                    <a:pt x="2678" y="10663"/>
                  </a:cubicBezTo>
                  <a:lnTo>
                    <a:pt x="1722" y="10663"/>
                  </a:lnTo>
                  <a:cubicBezTo>
                    <a:pt x="1397" y="10663"/>
                    <a:pt x="1133" y="10399"/>
                    <a:pt x="1133" y="10076"/>
                  </a:cubicBezTo>
                  <a:lnTo>
                    <a:pt x="1133" y="7677"/>
                  </a:lnTo>
                  <a:cubicBezTo>
                    <a:pt x="1133" y="6032"/>
                    <a:pt x="1746" y="4459"/>
                    <a:pt x="2858" y="3249"/>
                  </a:cubicBezTo>
                  <a:cubicBezTo>
                    <a:pt x="3964" y="2047"/>
                    <a:pt x="5466" y="1305"/>
                    <a:pt x="7085" y="1160"/>
                  </a:cubicBezTo>
                  <a:cubicBezTo>
                    <a:pt x="7399" y="1133"/>
                    <a:pt x="7628" y="858"/>
                    <a:pt x="7601" y="547"/>
                  </a:cubicBezTo>
                  <a:cubicBezTo>
                    <a:pt x="7574" y="252"/>
                    <a:pt x="7328" y="30"/>
                    <a:pt x="7039" y="30"/>
                  </a:cubicBezTo>
                  <a:cubicBezTo>
                    <a:pt x="7022" y="30"/>
                    <a:pt x="7004" y="31"/>
                    <a:pt x="6986" y="32"/>
                  </a:cubicBezTo>
                  <a:cubicBezTo>
                    <a:pt x="5084" y="201"/>
                    <a:pt x="3321" y="1071"/>
                    <a:pt x="2025" y="2483"/>
                  </a:cubicBezTo>
                  <a:cubicBezTo>
                    <a:pt x="719" y="3902"/>
                    <a:pt x="1" y="5747"/>
                    <a:pt x="1" y="7677"/>
                  </a:cubicBezTo>
                  <a:lnTo>
                    <a:pt x="1" y="10076"/>
                  </a:lnTo>
                  <a:cubicBezTo>
                    <a:pt x="1" y="11025"/>
                    <a:pt x="773" y="11798"/>
                    <a:pt x="1722" y="11798"/>
                  </a:cubicBezTo>
                  <a:lnTo>
                    <a:pt x="2679" y="11798"/>
                  </a:lnTo>
                  <a:cubicBezTo>
                    <a:pt x="3256" y="11798"/>
                    <a:pt x="3793" y="11511"/>
                    <a:pt x="4112" y="11030"/>
                  </a:cubicBezTo>
                  <a:lnTo>
                    <a:pt x="4800" y="9999"/>
                  </a:lnTo>
                  <a:lnTo>
                    <a:pt x="9597" y="9999"/>
                  </a:lnTo>
                  <a:cubicBezTo>
                    <a:pt x="11264" y="9999"/>
                    <a:pt x="12650" y="8772"/>
                    <a:pt x="12902" y="7175"/>
                  </a:cubicBezTo>
                  <a:cubicBezTo>
                    <a:pt x="14338" y="6924"/>
                    <a:pt x="15434" y="5668"/>
                    <a:pt x="15434" y="4162"/>
                  </a:cubicBezTo>
                  <a:cubicBezTo>
                    <a:pt x="15434" y="1868"/>
                    <a:pt x="13568" y="1"/>
                    <a:pt x="11274"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29" name="Google Shape;1229;p47">
              <a:extLst>
                <a:ext uri="{FF2B5EF4-FFF2-40B4-BE49-F238E27FC236}">
                  <a16:creationId xmlns:a16="http://schemas.microsoft.com/office/drawing/2014/main" id="{ADB64E03-9E20-F908-DDB4-6EACDFB303D0}"/>
                </a:ext>
              </a:extLst>
            </p:cNvPr>
            <p:cNvSpPr/>
            <p:nvPr/>
          </p:nvSpPr>
          <p:spPr>
            <a:xfrm rot="-1002475">
              <a:off x="1625186" y="3048514"/>
              <a:ext cx="134822" cy="82453"/>
            </a:xfrm>
            <a:custGeom>
              <a:avLst/>
              <a:gdLst/>
              <a:ahLst/>
              <a:cxnLst/>
              <a:rect l="l" t="t" r="r" b="b"/>
              <a:pathLst>
                <a:path w="3406" h="2083" extrusionOk="0">
                  <a:moveTo>
                    <a:pt x="2760" y="1"/>
                  </a:moveTo>
                  <a:cubicBezTo>
                    <a:pt x="2547" y="1"/>
                    <a:pt x="2344" y="121"/>
                    <a:pt x="2247" y="325"/>
                  </a:cubicBezTo>
                  <a:cubicBezTo>
                    <a:pt x="2098" y="638"/>
                    <a:pt x="1822" y="830"/>
                    <a:pt x="1402" y="911"/>
                  </a:cubicBezTo>
                  <a:cubicBezTo>
                    <a:pt x="1247" y="940"/>
                    <a:pt x="1100" y="949"/>
                    <a:pt x="981" y="949"/>
                  </a:cubicBezTo>
                  <a:cubicBezTo>
                    <a:pt x="817" y="949"/>
                    <a:pt x="706" y="933"/>
                    <a:pt x="701" y="931"/>
                  </a:cubicBezTo>
                  <a:cubicBezTo>
                    <a:pt x="670" y="927"/>
                    <a:pt x="640" y="924"/>
                    <a:pt x="610" y="924"/>
                  </a:cubicBezTo>
                  <a:cubicBezTo>
                    <a:pt x="338" y="924"/>
                    <a:pt x="97" y="1121"/>
                    <a:pt x="51" y="1400"/>
                  </a:cubicBezTo>
                  <a:cubicBezTo>
                    <a:pt x="1" y="1708"/>
                    <a:pt x="210" y="2000"/>
                    <a:pt x="519" y="2050"/>
                  </a:cubicBezTo>
                  <a:cubicBezTo>
                    <a:pt x="549" y="2056"/>
                    <a:pt x="726" y="2083"/>
                    <a:pt x="980" y="2083"/>
                  </a:cubicBezTo>
                  <a:cubicBezTo>
                    <a:pt x="1150" y="2083"/>
                    <a:pt x="1354" y="2071"/>
                    <a:pt x="1573" y="2033"/>
                  </a:cubicBezTo>
                  <a:cubicBezTo>
                    <a:pt x="2373" y="1890"/>
                    <a:pt x="2959" y="1468"/>
                    <a:pt x="3272" y="811"/>
                  </a:cubicBezTo>
                  <a:cubicBezTo>
                    <a:pt x="3406" y="528"/>
                    <a:pt x="3285" y="190"/>
                    <a:pt x="3002" y="56"/>
                  </a:cubicBezTo>
                  <a:cubicBezTo>
                    <a:pt x="2924" y="19"/>
                    <a:pt x="2841" y="1"/>
                    <a:pt x="2760"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242" name="Google Shape;1242;p47">
            <a:extLst>
              <a:ext uri="{FF2B5EF4-FFF2-40B4-BE49-F238E27FC236}">
                <a16:creationId xmlns:a16="http://schemas.microsoft.com/office/drawing/2014/main" id="{0DEBA063-1409-4E0D-F8AA-6C461FEBD87C}"/>
              </a:ext>
            </a:extLst>
          </p:cNvPr>
          <p:cNvSpPr/>
          <p:nvPr/>
        </p:nvSpPr>
        <p:spPr>
          <a:xfrm rot="-9388557">
            <a:off x="5248733" y="647732"/>
            <a:ext cx="112800" cy="112818"/>
          </a:xfrm>
          <a:custGeom>
            <a:avLst/>
            <a:gdLst/>
            <a:ahLst/>
            <a:cxnLst/>
            <a:rect l="l" t="t" r="r" b="b"/>
            <a:pathLst>
              <a:path w="6138" h="6139" extrusionOk="0">
                <a:moveTo>
                  <a:pt x="3069" y="0"/>
                </a:moveTo>
                <a:cubicBezTo>
                  <a:pt x="2625" y="513"/>
                  <a:pt x="2402" y="1024"/>
                  <a:pt x="2235" y="1535"/>
                </a:cubicBezTo>
                <a:cubicBezTo>
                  <a:pt x="2177" y="1722"/>
                  <a:pt x="2134" y="1909"/>
                  <a:pt x="2099" y="2097"/>
                </a:cubicBezTo>
                <a:cubicBezTo>
                  <a:pt x="1912" y="2131"/>
                  <a:pt x="1723" y="2173"/>
                  <a:pt x="1536" y="2233"/>
                </a:cubicBezTo>
                <a:cubicBezTo>
                  <a:pt x="1023" y="2398"/>
                  <a:pt x="512" y="2623"/>
                  <a:pt x="1" y="3070"/>
                </a:cubicBezTo>
                <a:cubicBezTo>
                  <a:pt x="512" y="3517"/>
                  <a:pt x="1023" y="3740"/>
                  <a:pt x="1536" y="3907"/>
                </a:cubicBezTo>
                <a:cubicBezTo>
                  <a:pt x="1722" y="3966"/>
                  <a:pt x="1909" y="4008"/>
                  <a:pt x="2096" y="4042"/>
                </a:cubicBezTo>
                <a:cubicBezTo>
                  <a:pt x="2132" y="4230"/>
                  <a:pt x="2173" y="4417"/>
                  <a:pt x="2232" y="4604"/>
                </a:cubicBezTo>
                <a:cubicBezTo>
                  <a:pt x="2399" y="5115"/>
                  <a:pt x="2622" y="5627"/>
                  <a:pt x="3069" y="6138"/>
                </a:cubicBezTo>
                <a:cubicBezTo>
                  <a:pt x="3517" y="5627"/>
                  <a:pt x="3741" y="5115"/>
                  <a:pt x="3906" y="4604"/>
                </a:cubicBezTo>
                <a:cubicBezTo>
                  <a:pt x="3966" y="4416"/>
                  <a:pt x="4008" y="4229"/>
                  <a:pt x="4042" y="4040"/>
                </a:cubicBezTo>
                <a:cubicBezTo>
                  <a:pt x="4230" y="4005"/>
                  <a:pt x="4416" y="3963"/>
                  <a:pt x="4604" y="3904"/>
                </a:cubicBezTo>
                <a:cubicBezTo>
                  <a:pt x="5115" y="3737"/>
                  <a:pt x="5626" y="3514"/>
                  <a:pt x="6138" y="3070"/>
                </a:cubicBezTo>
                <a:cubicBezTo>
                  <a:pt x="5626" y="2625"/>
                  <a:pt x="5115" y="2402"/>
                  <a:pt x="4604" y="2235"/>
                </a:cubicBezTo>
                <a:cubicBezTo>
                  <a:pt x="4416" y="2176"/>
                  <a:pt x="4228" y="2133"/>
                  <a:pt x="4040" y="2099"/>
                </a:cubicBezTo>
                <a:cubicBezTo>
                  <a:pt x="4005" y="1910"/>
                  <a:pt x="3963" y="1723"/>
                  <a:pt x="3904" y="1535"/>
                </a:cubicBezTo>
                <a:cubicBezTo>
                  <a:pt x="3738" y="1024"/>
                  <a:pt x="3514" y="513"/>
                  <a:pt x="3069"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 name="TextBox 3">
            <a:extLst>
              <a:ext uri="{FF2B5EF4-FFF2-40B4-BE49-F238E27FC236}">
                <a16:creationId xmlns:a16="http://schemas.microsoft.com/office/drawing/2014/main" id="{FE3BF34C-4573-F3FC-3565-81EFA1CAB609}"/>
              </a:ext>
            </a:extLst>
          </p:cNvPr>
          <p:cNvSpPr txBox="1"/>
          <p:nvPr/>
        </p:nvSpPr>
        <p:spPr>
          <a:xfrm>
            <a:off x="843613" y="539503"/>
            <a:ext cx="7180174" cy="523220"/>
          </a:xfrm>
          <a:prstGeom prst="rect">
            <a:avLst/>
          </a:prstGeom>
          <a:noFill/>
        </p:spPr>
        <p:txBody>
          <a:bodyPr wrap="square">
            <a:spAutoFit/>
          </a:bodyPr>
          <a:lstStyle/>
          <a:p>
            <a:pPr marL="0" marR="0" algn="ctr" rtl="0">
              <a:spcBef>
                <a:spcPts val="600"/>
              </a:spcBef>
              <a:spcAft>
                <a:spcPts val="600"/>
              </a:spcAft>
              <a:buNone/>
            </a:pPr>
            <a:r>
              <a:rPr lang="en-US" sz="2800" b="1" dirty="0">
                <a:latin typeface="ADLaM Display" panose="02010000000000000000" pitchFamily="2" charset="0"/>
                <a:ea typeface="ADLaM Display" panose="02010000000000000000" pitchFamily="2" charset="0"/>
                <a:cs typeface="ADLaM Display" panose="02010000000000000000" pitchFamily="2" charset="0"/>
              </a:rPr>
              <a:t>Introduction</a:t>
            </a:r>
            <a:endParaRPr lang="en-US" sz="2800" b="1" dirty="0">
              <a:effectLst/>
              <a:latin typeface="ADLaM Display" panose="02010000000000000000" pitchFamily="2" charset="0"/>
              <a:ea typeface="ADLaM Display" panose="02010000000000000000" pitchFamily="2" charset="0"/>
              <a:cs typeface="ADLaM Display" panose="02010000000000000000" pitchFamily="2" charset="0"/>
            </a:endParaRPr>
          </a:p>
        </p:txBody>
      </p:sp>
      <p:sp>
        <p:nvSpPr>
          <p:cNvPr id="2" name="Title 4">
            <a:extLst>
              <a:ext uri="{FF2B5EF4-FFF2-40B4-BE49-F238E27FC236}">
                <a16:creationId xmlns:a16="http://schemas.microsoft.com/office/drawing/2014/main" id="{8D02780F-06A6-D694-F0E2-ABE3E21DFBAE}"/>
              </a:ext>
            </a:extLst>
          </p:cNvPr>
          <p:cNvSpPr>
            <a:spLocks noGrp="1"/>
          </p:cNvSpPr>
          <p:nvPr>
            <p:ph type="title"/>
          </p:nvPr>
        </p:nvSpPr>
        <p:spPr>
          <a:xfrm>
            <a:off x="891321" y="1681046"/>
            <a:ext cx="5734860" cy="2636512"/>
          </a:xfrm>
        </p:spPr>
        <p:txBody>
          <a:bodyPr/>
          <a:lstStyle/>
          <a:p>
            <a:pPr algn="l"/>
            <a:r>
              <a:rPr lang="en-US" sz="2400" dirty="0">
                <a:solidFill>
                  <a:schemeClr val="tx1"/>
                </a:solidFill>
                <a:latin typeface="Fredoka One" panose="02000000000000000000" pitchFamily="2" charset="0"/>
                <a:cs typeface="FrankRuehl" panose="020F0502020204030204" pitchFamily="34" charset="-79"/>
              </a:rPr>
              <a:t>Rheumatoid arthritis (RA) is a debilitating chronic inflammatory autoimmune disease that affects approximately 1% of the global population. </a:t>
            </a:r>
            <a:br>
              <a:rPr lang="en-US" sz="2400" dirty="0">
                <a:solidFill>
                  <a:schemeClr val="tx1"/>
                </a:solidFill>
                <a:latin typeface="Fredoka One" panose="02000000000000000000" pitchFamily="2" charset="0"/>
                <a:cs typeface="FrankRuehl" panose="020F0502020204030204" pitchFamily="34" charset="-79"/>
              </a:rPr>
            </a:br>
            <a:br>
              <a:rPr lang="en-US" sz="2400" dirty="0">
                <a:solidFill>
                  <a:schemeClr val="tx1"/>
                </a:solidFill>
                <a:latin typeface="Fredoka One" panose="02000000000000000000" pitchFamily="2" charset="0"/>
                <a:cs typeface="FrankRuehl" panose="020F0502020204030204" pitchFamily="34" charset="-79"/>
              </a:rPr>
            </a:br>
            <a:r>
              <a:rPr lang="en-US" sz="2400" dirty="0">
                <a:solidFill>
                  <a:schemeClr val="tx1"/>
                </a:solidFill>
                <a:latin typeface="Fredoka One" panose="02000000000000000000" pitchFamily="2" charset="0"/>
                <a:cs typeface="FrankRuehl" panose="020F0502020204030204" pitchFamily="34" charset="-79"/>
              </a:rPr>
              <a:t>Its hallmark is a symmetrical polyarthritis, predominantly affecting the small joints of the hands and feet. </a:t>
            </a:r>
            <a:br>
              <a:rPr lang="en-US" sz="2400" dirty="0">
                <a:solidFill>
                  <a:schemeClr val="tx1"/>
                </a:solidFill>
                <a:latin typeface="Fredoka One" panose="02000000000000000000" pitchFamily="2" charset="0"/>
                <a:cs typeface="FrankRuehl" panose="020F0502020204030204" pitchFamily="34" charset="-79"/>
              </a:rPr>
            </a:br>
            <a:br>
              <a:rPr lang="en-US" sz="2400" dirty="0">
                <a:solidFill>
                  <a:schemeClr val="tx1"/>
                </a:solidFill>
                <a:latin typeface="Fredoka One" panose="02000000000000000000" pitchFamily="2" charset="0"/>
                <a:cs typeface="FrankRuehl" panose="020F0502020204030204" pitchFamily="34" charset="-79"/>
              </a:rPr>
            </a:br>
            <a:endParaRPr lang="en-US" sz="2400" dirty="0">
              <a:solidFill>
                <a:schemeClr val="tx1"/>
              </a:solidFill>
              <a:latin typeface="Fredoka One" panose="02000000000000000000" pitchFamily="2" charset="0"/>
              <a:cs typeface="FrankRuehl" panose="020F0502020204030204" pitchFamily="34" charset="-79"/>
            </a:endParaRPr>
          </a:p>
        </p:txBody>
      </p:sp>
      <p:grpSp>
        <p:nvGrpSpPr>
          <p:cNvPr id="1254" name="Google Shape;681;p38">
            <a:extLst>
              <a:ext uri="{FF2B5EF4-FFF2-40B4-BE49-F238E27FC236}">
                <a16:creationId xmlns:a16="http://schemas.microsoft.com/office/drawing/2014/main" id="{BEB6EB87-DA8E-EBA2-8639-5DEAFFB5C7D1}"/>
              </a:ext>
            </a:extLst>
          </p:cNvPr>
          <p:cNvGrpSpPr/>
          <p:nvPr/>
        </p:nvGrpSpPr>
        <p:grpSpPr>
          <a:xfrm>
            <a:off x="6967103" y="1232452"/>
            <a:ext cx="1436651" cy="3252275"/>
            <a:chOff x="5989250" y="473185"/>
            <a:chExt cx="1850700" cy="4191798"/>
          </a:xfrm>
        </p:grpSpPr>
        <p:sp>
          <p:nvSpPr>
            <p:cNvPr id="1255" name="Google Shape;682;p38">
              <a:extLst>
                <a:ext uri="{FF2B5EF4-FFF2-40B4-BE49-F238E27FC236}">
                  <a16:creationId xmlns:a16="http://schemas.microsoft.com/office/drawing/2014/main" id="{44775DE1-B2E8-2012-3889-714C36D5882B}"/>
                </a:ext>
              </a:extLst>
            </p:cNvPr>
            <p:cNvSpPr/>
            <p:nvPr/>
          </p:nvSpPr>
          <p:spPr>
            <a:xfrm>
              <a:off x="6109084" y="2240431"/>
              <a:ext cx="136411" cy="105479"/>
            </a:xfrm>
            <a:custGeom>
              <a:avLst/>
              <a:gdLst/>
              <a:ahLst/>
              <a:cxnLst/>
              <a:rect l="l" t="t" r="r" b="b"/>
              <a:pathLst>
                <a:path w="1226" h="948" extrusionOk="0">
                  <a:moveTo>
                    <a:pt x="1055" y="1"/>
                  </a:moveTo>
                  <a:cubicBezTo>
                    <a:pt x="923" y="1"/>
                    <a:pt x="693" y="114"/>
                    <a:pt x="468" y="300"/>
                  </a:cubicBezTo>
                  <a:cubicBezTo>
                    <a:pt x="175" y="543"/>
                    <a:pt x="0" y="817"/>
                    <a:pt x="80" y="912"/>
                  </a:cubicBezTo>
                  <a:cubicBezTo>
                    <a:pt x="100" y="936"/>
                    <a:pt x="131" y="947"/>
                    <a:pt x="173" y="947"/>
                  </a:cubicBezTo>
                  <a:cubicBezTo>
                    <a:pt x="304" y="947"/>
                    <a:pt x="532" y="835"/>
                    <a:pt x="757" y="650"/>
                  </a:cubicBezTo>
                  <a:cubicBezTo>
                    <a:pt x="1050" y="406"/>
                    <a:pt x="1225" y="132"/>
                    <a:pt x="1145" y="34"/>
                  </a:cubicBezTo>
                  <a:cubicBezTo>
                    <a:pt x="1127" y="11"/>
                    <a:pt x="1096" y="1"/>
                    <a:pt x="1055" y="1"/>
                  </a:cubicBezTo>
                  <a:close/>
                </a:path>
              </a:pathLst>
            </a:custGeom>
            <a:solidFill>
              <a:srgbClr val="FFE27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56" name="Google Shape;683;p38">
              <a:extLst>
                <a:ext uri="{FF2B5EF4-FFF2-40B4-BE49-F238E27FC236}">
                  <a16:creationId xmlns:a16="http://schemas.microsoft.com/office/drawing/2014/main" id="{022C73D9-FBED-E28B-E1B7-F9C339EA3E57}"/>
                </a:ext>
              </a:extLst>
            </p:cNvPr>
            <p:cNvSpPr/>
            <p:nvPr/>
          </p:nvSpPr>
          <p:spPr>
            <a:xfrm>
              <a:off x="6176845" y="2308414"/>
              <a:ext cx="240110" cy="274268"/>
            </a:xfrm>
            <a:custGeom>
              <a:avLst/>
              <a:gdLst/>
              <a:ahLst/>
              <a:cxnLst/>
              <a:rect l="l" t="t" r="r" b="b"/>
              <a:pathLst>
                <a:path w="2158" h="2465" extrusionOk="0">
                  <a:moveTo>
                    <a:pt x="738" y="1"/>
                  </a:moveTo>
                  <a:cubicBezTo>
                    <a:pt x="666" y="111"/>
                    <a:pt x="552" y="237"/>
                    <a:pt x="407" y="355"/>
                  </a:cubicBezTo>
                  <a:cubicBezTo>
                    <a:pt x="266" y="473"/>
                    <a:pt x="118" y="564"/>
                    <a:pt x="0" y="613"/>
                  </a:cubicBezTo>
                  <a:lnTo>
                    <a:pt x="2108" y="2458"/>
                  </a:lnTo>
                  <a:cubicBezTo>
                    <a:pt x="2113" y="2463"/>
                    <a:pt x="2119" y="2465"/>
                    <a:pt x="2124" y="2465"/>
                  </a:cubicBezTo>
                  <a:cubicBezTo>
                    <a:pt x="2142" y="2465"/>
                    <a:pt x="2157" y="2444"/>
                    <a:pt x="2146" y="2424"/>
                  </a:cubicBezTo>
                  <a:lnTo>
                    <a:pt x="738" y="1"/>
                  </a:lnTo>
                  <a:close/>
                </a:path>
              </a:pathLst>
            </a:custGeom>
            <a:solidFill>
              <a:srgbClr val="FFE27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57" name="Google Shape;684;p38">
              <a:extLst>
                <a:ext uri="{FF2B5EF4-FFF2-40B4-BE49-F238E27FC236}">
                  <a16:creationId xmlns:a16="http://schemas.microsoft.com/office/drawing/2014/main" id="{207D6795-BC96-B2BA-AE6E-518A4795C93B}"/>
                </a:ext>
              </a:extLst>
            </p:cNvPr>
            <p:cNvSpPr/>
            <p:nvPr/>
          </p:nvSpPr>
          <p:spPr>
            <a:xfrm>
              <a:off x="6077707" y="2698292"/>
              <a:ext cx="314991" cy="131293"/>
            </a:xfrm>
            <a:custGeom>
              <a:avLst/>
              <a:gdLst/>
              <a:ahLst/>
              <a:cxnLst/>
              <a:rect l="l" t="t" r="r" b="b"/>
              <a:pathLst>
                <a:path w="2831" h="1180" extrusionOk="0">
                  <a:moveTo>
                    <a:pt x="241" y="0"/>
                  </a:moveTo>
                  <a:cubicBezTo>
                    <a:pt x="248" y="130"/>
                    <a:pt x="229" y="301"/>
                    <a:pt x="180" y="480"/>
                  </a:cubicBezTo>
                  <a:cubicBezTo>
                    <a:pt x="134" y="659"/>
                    <a:pt x="69" y="818"/>
                    <a:pt x="1" y="929"/>
                  </a:cubicBezTo>
                  <a:lnTo>
                    <a:pt x="2793" y="1180"/>
                  </a:lnTo>
                  <a:cubicBezTo>
                    <a:pt x="2794" y="1180"/>
                    <a:pt x="2795" y="1180"/>
                    <a:pt x="2797" y="1180"/>
                  </a:cubicBezTo>
                  <a:cubicBezTo>
                    <a:pt x="2821" y="1180"/>
                    <a:pt x="2830" y="1141"/>
                    <a:pt x="2805" y="1130"/>
                  </a:cubicBezTo>
                  <a:lnTo>
                    <a:pt x="241" y="0"/>
                  </a:lnTo>
                  <a:close/>
                </a:path>
              </a:pathLst>
            </a:custGeom>
            <a:solidFill>
              <a:srgbClr val="FFE27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58" name="Google Shape;685;p38">
              <a:extLst>
                <a:ext uri="{FF2B5EF4-FFF2-40B4-BE49-F238E27FC236}">
                  <a16:creationId xmlns:a16="http://schemas.microsoft.com/office/drawing/2014/main" id="{C5FD8A86-1323-3541-0F48-D6CA9456F179}"/>
                </a:ext>
              </a:extLst>
            </p:cNvPr>
            <p:cNvSpPr/>
            <p:nvPr/>
          </p:nvSpPr>
          <p:spPr>
            <a:xfrm>
              <a:off x="5993923" y="2659460"/>
              <a:ext cx="70431" cy="149206"/>
            </a:xfrm>
            <a:custGeom>
              <a:avLst/>
              <a:gdLst/>
              <a:ahLst/>
              <a:cxnLst/>
              <a:rect l="l" t="t" r="r" b="b"/>
              <a:pathLst>
                <a:path w="633" h="1341" extrusionOk="0">
                  <a:moveTo>
                    <a:pt x="470" y="0"/>
                  </a:moveTo>
                  <a:cubicBezTo>
                    <a:pt x="350" y="0"/>
                    <a:pt x="186" y="264"/>
                    <a:pt x="100" y="612"/>
                  </a:cubicBezTo>
                  <a:cubicBezTo>
                    <a:pt x="1" y="981"/>
                    <a:pt x="24" y="1304"/>
                    <a:pt x="145" y="1338"/>
                  </a:cubicBezTo>
                  <a:cubicBezTo>
                    <a:pt x="151" y="1340"/>
                    <a:pt x="158" y="1341"/>
                    <a:pt x="164" y="1341"/>
                  </a:cubicBezTo>
                  <a:cubicBezTo>
                    <a:pt x="285" y="1341"/>
                    <a:pt x="447" y="1076"/>
                    <a:pt x="537" y="726"/>
                  </a:cubicBezTo>
                  <a:cubicBezTo>
                    <a:pt x="632" y="357"/>
                    <a:pt x="609" y="34"/>
                    <a:pt x="491" y="3"/>
                  </a:cubicBezTo>
                  <a:cubicBezTo>
                    <a:pt x="485" y="1"/>
                    <a:pt x="477" y="0"/>
                    <a:pt x="470" y="0"/>
                  </a:cubicBezTo>
                  <a:close/>
                </a:path>
              </a:pathLst>
            </a:custGeom>
            <a:solidFill>
              <a:srgbClr val="FFE27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59" name="Google Shape;686;p38">
              <a:extLst>
                <a:ext uri="{FF2B5EF4-FFF2-40B4-BE49-F238E27FC236}">
                  <a16:creationId xmlns:a16="http://schemas.microsoft.com/office/drawing/2014/main" id="{87A068FD-D5B1-AE07-45AB-9EB85BAF6081}"/>
                </a:ext>
              </a:extLst>
            </p:cNvPr>
            <p:cNvSpPr/>
            <p:nvPr/>
          </p:nvSpPr>
          <p:spPr>
            <a:xfrm>
              <a:off x="6088388" y="3420412"/>
              <a:ext cx="133852" cy="108150"/>
            </a:xfrm>
            <a:custGeom>
              <a:avLst/>
              <a:gdLst/>
              <a:ahLst/>
              <a:cxnLst/>
              <a:rect l="l" t="t" r="r" b="b"/>
              <a:pathLst>
                <a:path w="1203" h="972" extrusionOk="0">
                  <a:moveTo>
                    <a:pt x="165" y="1"/>
                  </a:moveTo>
                  <a:cubicBezTo>
                    <a:pt x="127" y="1"/>
                    <a:pt x="98" y="11"/>
                    <a:pt x="80" y="31"/>
                  </a:cubicBezTo>
                  <a:cubicBezTo>
                    <a:pt x="0" y="126"/>
                    <a:pt x="164" y="407"/>
                    <a:pt x="453" y="658"/>
                  </a:cubicBezTo>
                  <a:cubicBezTo>
                    <a:pt x="673" y="853"/>
                    <a:pt x="903" y="972"/>
                    <a:pt x="1033" y="972"/>
                  </a:cubicBezTo>
                  <a:cubicBezTo>
                    <a:pt x="1071" y="972"/>
                    <a:pt x="1100" y="961"/>
                    <a:pt x="1118" y="940"/>
                  </a:cubicBezTo>
                  <a:cubicBezTo>
                    <a:pt x="1202" y="849"/>
                    <a:pt x="1035" y="567"/>
                    <a:pt x="749" y="316"/>
                  </a:cubicBezTo>
                  <a:cubicBezTo>
                    <a:pt x="527" y="120"/>
                    <a:pt x="296" y="1"/>
                    <a:pt x="165" y="1"/>
                  </a:cubicBezTo>
                  <a:close/>
                </a:path>
              </a:pathLst>
            </a:custGeom>
            <a:solidFill>
              <a:srgbClr val="FFE27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60" name="Google Shape;687;p38">
              <a:extLst>
                <a:ext uri="{FF2B5EF4-FFF2-40B4-BE49-F238E27FC236}">
                  <a16:creationId xmlns:a16="http://schemas.microsoft.com/office/drawing/2014/main" id="{91ED08DF-8141-657C-1732-EDB71907E6EB}"/>
                </a:ext>
              </a:extLst>
            </p:cNvPr>
            <p:cNvSpPr/>
            <p:nvPr/>
          </p:nvSpPr>
          <p:spPr>
            <a:xfrm>
              <a:off x="6156929" y="3192315"/>
              <a:ext cx="246452" cy="269706"/>
            </a:xfrm>
            <a:custGeom>
              <a:avLst/>
              <a:gdLst/>
              <a:ahLst/>
              <a:cxnLst/>
              <a:rect l="l" t="t" r="r" b="b"/>
              <a:pathLst>
                <a:path w="2215" h="2424" extrusionOk="0">
                  <a:moveTo>
                    <a:pt x="2182" y="1"/>
                  </a:moveTo>
                  <a:cubicBezTo>
                    <a:pt x="2176" y="1"/>
                    <a:pt x="2170" y="3"/>
                    <a:pt x="2165" y="7"/>
                  </a:cubicBezTo>
                  <a:lnTo>
                    <a:pt x="0" y="1788"/>
                  </a:lnTo>
                  <a:cubicBezTo>
                    <a:pt x="118" y="1841"/>
                    <a:pt x="263" y="1936"/>
                    <a:pt x="404" y="2058"/>
                  </a:cubicBezTo>
                  <a:cubicBezTo>
                    <a:pt x="544" y="2180"/>
                    <a:pt x="655" y="2309"/>
                    <a:pt x="723" y="2423"/>
                  </a:cubicBezTo>
                  <a:lnTo>
                    <a:pt x="2203" y="42"/>
                  </a:lnTo>
                  <a:cubicBezTo>
                    <a:pt x="2215" y="21"/>
                    <a:pt x="2200" y="1"/>
                    <a:pt x="2182" y="1"/>
                  </a:cubicBezTo>
                  <a:close/>
                </a:path>
              </a:pathLst>
            </a:custGeom>
            <a:solidFill>
              <a:srgbClr val="FFE27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61" name="Google Shape;688;p38">
              <a:extLst>
                <a:ext uri="{FF2B5EF4-FFF2-40B4-BE49-F238E27FC236}">
                  <a16:creationId xmlns:a16="http://schemas.microsoft.com/office/drawing/2014/main" id="{D218EAE7-E80A-F298-96BB-870C38999863}"/>
                </a:ext>
              </a:extLst>
            </p:cNvPr>
            <p:cNvSpPr/>
            <p:nvPr/>
          </p:nvSpPr>
          <p:spPr>
            <a:xfrm>
              <a:off x="6097178" y="3386141"/>
              <a:ext cx="150430" cy="138859"/>
            </a:xfrm>
            <a:custGeom>
              <a:avLst/>
              <a:gdLst/>
              <a:ahLst/>
              <a:cxnLst/>
              <a:rect l="l" t="t" r="r" b="b"/>
              <a:pathLst>
                <a:path w="1352" h="1248" extrusionOk="0">
                  <a:moveTo>
                    <a:pt x="358" y="1"/>
                  </a:moveTo>
                  <a:cubicBezTo>
                    <a:pt x="320" y="1"/>
                    <a:pt x="292" y="10"/>
                    <a:pt x="275" y="31"/>
                  </a:cubicBezTo>
                  <a:lnTo>
                    <a:pt x="1" y="339"/>
                  </a:lnTo>
                  <a:cubicBezTo>
                    <a:pt x="19" y="319"/>
                    <a:pt x="48" y="309"/>
                    <a:pt x="86" y="309"/>
                  </a:cubicBezTo>
                  <a:cubicBezTo>
                    <a:pt x="217" y="309"/>
                    <a:pt x="448" y="428"/>
                    <a:pt x="670" y="624"/>
                  </a:cubicBezTo>
                  <a:cubicBezTo>
                    <a:pt x="953" y="873"/>
                    <a:pt x="1120" y="1152"/>
                    <a:pt x="1042" y="1245"/>
                  </a:cubicBezTo>
                  <a:lnTo>
                    <a:pt x="1042" y="1245"/>
                  </a:lnTo>
                  <a:lnTo>
                    <a:pt x="1310" y="940"/>
                  </a:lnTo>
                  <a:cubicBezTo>
                    <a:pt x="1351" y="894"/>
                    <a:pt x="1332" y="795"/>
                    <a:pt x="1260" y="681"/>
                  </a:cubicBezTo>
                  <a:cubicBezTo>
                    <a:pt x="1192" y="567"/>
                    <a:pt x="1081" y="438"/>
                    <a:pt x="941" y="316"/>
                  </a:cubicBezTo>
                  <a:cubicBezTo>
                    <a:pt x="800" y="194"/>
                    <a:pt x="655" y="99"/>
                    <a:pt x="537" y="46"/>
                  </a:cubicBezTo>
                  <a:cubicBezTo>
                    <a:pt x="467" y="16"/>
                    <a:pt x="406" y="1"/>
                    <a:pt x="358" y="1"/>
                  </a:cubicBezTo>
                  <a:close/>
                  <a:moveTo>
                    <a:pt x="1042" y="1245"/>
                  </a:moveTo>
                  <a:lnTo>
                    <a:pt x="1039" y="1248"/>
                  </a:lnTo>
                  <a:cubicBezTo>
                    <a:pt x="1040" y="1247"/>
                    <a:pt x="1041" y="1246"/>
                    <a:pt x="1042" y="1245"/>
                  </a:cubicBezTo>
                  <a:close/>
                </a:path>
              </a:pathLst>
            </a:custGeom>
            <a:solidFill>
              <a:srgbClr val="FFC7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62" name="Google Shape;689;p38">
              <a:extLst>
                <a:ext uri="{FF2B5EF4-FFF2-40B4-BE49-F238E27FC236}">
                  <a16:creationId xmlns:a16="http://schemas.microsoft.com/office/drawing/2014/main" id="{45874178-7308-0283-56D6-FCBA24FF9947}"/>
                </a:ext>
              </a:extLst>
            </p:cNvPr>
            <p:cNvSpPr/>
            <p:nvPr/>
          </p:nvSpPr>
          <p:spPr>
            <a:xfrm>
              <a:off x="6010056" y="2659794"/>
              <a:ext cx="95354" cy="160333"/>
            </a:xfrm>
            <a:custGeom>
              <a:avLst/>
              <a:gdLst/>
              <a:ahLst/>
              <a:cxnLst/>
              <a:rect l="l" t="t" r="r" b="b"/>
              <a:pathLst>
                <a:path w="857" h="1441" extrusionOk="0">
                  <a:moveTo>
                    <a:pt x="346" y="0"/>
                  </a:moveTo>
                  <a:cubicBezTo>
                    <a:pt x="464" y="31"/>
                    <a:pt x="487" y="354"/>
                    <a:pt x="392" y="723"/>
                  </a:cubicBezTo>
                  <a:cubicBezTo>
                    <a:pt x="302" y="1073"/>
                    <a:pt x="140" y="1338"/>
                    <a:pt x="19" y="1338"/>
                  </a:cubicBezTo>
                  <a:cubicBezTo>
                    <a:pt x="13" y="1338"/>
                    <a:pt x="6" y="1337"/>
                    <a:pt x="0" y="1335"/>
                  </a:cubicBezTo>
                  <a:lnTo>
                    <a:pt x="0" y="1335"/>
                  </a:lnTo>
                  <a:lnTo>
                    <a:pt x="396" y="1438"/>
                  </a:lnTo>
                  <a:cubicBezTo>
                    <a:pt x="402" y="1440"/>
                    <a:pt x="409" y="1440"/>
                    <a:pt x="415" y="1440"/>
                  </a:cubicBezTo>
                  <a:cubicBezTo>
                    <a:pt x="475" y="1440"/>
                    <a:pt x="544" y="1378"/>
                    <a:pt x="609" y="1275"/>
                  </a:cubicBezTo>
                  <a:cubicBezTo>
                    <a:pt x="677" y="1164"/>
                    <a:pt x="742" y="1005"/>
                    <a:pt x="788" y="826"/>
                  </a:cubicBezTo>
                  <a:cubicBezTo>
                    <a:pt x="837" y="647"/>
                    <a:pt x="856" y="476"/>
                    <a:pt x="849" y="346"/>
                  </a:cubicBezTo>
                  <a:cubicBezTo>
                    <a:pt x="841" y="209"/>
                    <a:pt x="803" y="114"/>
                    <a:pt x="742" y="99"/>
                  </a:cubicBezTo>
                  <a:lnTo>
                    <a:pt x="346" y="0"/>
                  </a:lnTo>
                  <a:close/>
                </a:path>
              </a:pathLst>
            </a:custGeom>
            <a:solidFill>
              <a:srgbClr val="FFC7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63" name="Google Shape;690;p38">
              <a:extLst>
                <a:ext uri="{FF2B5EF4-FFF2-40B4-BE49-F238E27FC236}">
                  <a16:creationId xmlns:a16="http://schemas.microsoft.com/office/drawing/2014/main" id="{5A3246DF-2D95-93DA-4591-47C1876706B2}"/>
                </a:ext>
              </a:extLst>
            </p:cNvPr>
            <p:cNvSpPr/>
            <p:nvPr/>
          </p:nvSpPr>
          <p:spPr>
            <a:xfrm>
              <a:off x="6117985" y="2244102"/>
              <a:ext cx="152099" cy="136967"/>
            </a:xfrm>
            <a:custGeom>
              <a:avLst/>
              <a:gdLst/>
              <a:ahLst/>
              <a:cxnLst/>
              <a:rect l="l" t="t" r="r" b="b"/>
              <a:pathLst>
                <a:path w="1367" h="1231" extrusionOk="0">
                  <a:moveTo>
                    <a:pt x="0" y="879"/>
                  </a:moveTo>
                  <a:cubicBezTo>
                    <a:pt x="1" y="880"/>
                    <a:pt x="1" y="880"/>
                    <a:pt x="1" y="880"/>
                  </a:cubicBezTo>
                  <a:lnTo>
                    <a:pt x="1" y="880"/>
                  </a:lnTo>
                  <a:lnTo>
                    <a:pt x="0" y="879"/>
                  </a:lnTo>
                  <a:close/>
                  <a:moveTo>
                    <a:pt x="1065" y="1"/>
                  </a:moveTo>
                  <a:cubicBezTo>
                    <a:pt x="1145" y="99"/>
                    <a:pt x="970" y="373"/>
                    <a:pt x="677" y="617"/>
                  </a:cubicBezTo>
                  <a:cubicBezTo>
                    <a:pt x="452" y="802"/>
                    <a:pt x="224" y="914"/>
                    <a:pt x="93" y="914"/>
                  </a:cubicBezTo>
                  <a:cubicBezTo>
                    <a:pt x="52" y="914"/>
                    <a:pt x="20" y="903"/>
                    <a:pt x="1" y="880"/>
                  </a:cubicBezTo>
                  <a:lnTo>
                    <a:pt x="1" y="880"/>
                  </a:lnTo>
                  <a:lnTo>
                    <a:pt x="263" y="1199"/>
                  </a:lnTo>
                  <a:cubicBezTo>
                    <a:pt x="281" y="1220"/>
                    <a:pt x="312" y="1231"/>
                    <a:pt x="354" y="1231"/>
                  </a:cubicBezTo>
                  <a:cubicBezTo>
                    <a:pt x="401" y="1231"/>
                    <a:pt x="461" y="1217"/>
                    <a:pt x="529" y="1191"/>
                  </a:cubicBezTo>
                  <a:cubicBezTo>
                    <a:pt x="647" y="1142"/>
                    <a:pt x="795" y="1051"/>
                    <a:pt x="936" y="933"/>
                  </a:cubicBezTo>
                  <a:cubicBezTo>
                    <a:pt x="1081" y="815"/>
                    <a:pt x="1195" y="689"/>
                    <a:pt x="1267" y="579"/>
                  </a:cubicBezTo>
                  <a:cubicBezTo>
                    <a:pt x="1339" y="465"/>
                    <a:pt x="1366" y="370"/>
                    <a:pt x="1328" y="320"/>
                  </a:cubicBezTo>
                  <a:lnTo>
                    <a:pt x="1065" y="1"/>
                  </a:lnTo>
                  <a:close/>
                </a:path>
              </a:pathLst>
            </a:custGeom>
            <a:solidFill>
              <a:srgbClr val="FFC7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64" name="Google Shape;691;p38">
              <a:extLst>
                <a:ext uri="{FF2B5EF4-FFF2-40B4-BE49-F238E27FC236}">
                  <a16:creationId xmlns:a16="http://schemas.microsoft.com/office/drawing/2014/main" id="{1FF912EF-2F95-A24A-C820-8DD260089862}"/>
                </a:ext>
              </a:extLst>
            </p:cNvPr>
            <p:cNvSpPr/>
            <p:nvPr/>
          </p:nvSpPr>
          <p:spPr>
            <a:xfrm>
              <a:off x="6087943" y="3413958"/>
              <a:ext cx="134297" cy="121279"/>
            </a:xfrm>
            <a:custGeom>
              <a:avLst/>
              <a:gdLst/>
              <a:ahLst/>
              <a:cxnLst/>
              <a:rect l="l" t="t" r="r" b="b"/>
              <a:pathLst>
                <a:path w="1207" h="1090" extrusionOk="0">
                  <a:moveTo>
                    <a:pt x="171" y="119"/>
                  </a:moveTo>
                  <a:cubicBezTo>
                    <a:pt x="274" y="119"/>
                    <a:pt x="487" y="222"/>
                    <a:pt x="712" y="420"/>
                  </a:cubicBezTo>
                  <a:cubicBezTo>
                    <a:pt x="947" y="625"/>
                    <a:pt x="1077" y="830"/>
                    <a:pt x="1084" y="926"/>
                  </a:cubicBezTo>
                  <a:cubicBezTo>
                    <a:pt x="1084" y="937"/>
                    <a:pt x="1084" y="952"/>
                    <a:pt x="1077" y="960"/>
                  </a:cubicBezTo>
                  <a:cubicBezTo>
                    <a:pt x="1069" y="967"/>
                    <a:pt x="1054" y="971"/>
                    <a:pt x="1046" y="971"/>
                  </a:cubicBezTo>
                  <a:cubicBezTo>
                    <a:pt x="1045" y="971"/>
                    <a:pt x="1043" y="971"/>
                    <a:pt x="1041" y="971"/>
                  </a:cubicBezTo>
                  <a:cubicBezTo>
                    <a:pt x="939" y="971"/>
                    <a:pt x="723" y="872"/>
                    <a:pt x="495" y="671"/>
                  </a:cubicBezTo>
                  <a:cubicBezTo>
                    <a:pt x="259" y="465"/>
                    <a:pt x="130" y="260"/>
                    <a:pt x="126" y="161"/>
                  </a:cubicBezTo>
                  <a:cubicBezTo>
                    <a:pt x="122" y="153"/>
                    <a:pt x="122" y="138"/>
                    <a:pt x="130" y="131"/>
                  </a:cubicBezTo>
                  <a:cubicBezTo>
                    <a:pt x="137" y="123"/>
                    <a:pt x="152" y="119"/>
                    <a:pt x="160" y="119"/>
                  </a:cubicBezTo>
                  <a:close/>
                  <a:moveTo>
                    <a:pt x="171" y="0"/>
                  </a:moveTo>
                  <a:cubicBezTo>
                    <a:pt x="165" y="0"/>
                    <a:pt x="158" y="1"/>
                    <a:pt x="152" y="1"/>
                  </a:cubicBezTo>
                  <a:cubicBezTo>
                    <a:pt x="92" y="5"/>
                    <a:pt x="57" y="32"/>
                    <a:pt x="42" y="51"/>
                  </a:cubicBezTo>
                  <a:cubicBezTo>
                    <a:pt x="23" y="73"/>
                    <a:pt x="0" y="111"/>
                    <a:pt x="4" y="172"/>
                  </a:cubicBezTo>
                  <a:cubicBezTo>
                    <a:pt x="15" y="317"/>
                    <a:pt x="175" y="549"/>
                    <a:pt x="415" y="758"/>
                  </a:cubicBezTo>
                  <a:cubicBezTo>
                    <a:pt x="647" y="964"/>
                    <a:pt x="887" y="1089"/>
                    <a:pt x="1039" y="1089"/>
                  </a:cubicBezTo>
                  <a:lnTo>
                    <a:pt x="1054" y="1089"/>
                  </a:lnTo>
                  <a:cubicBezTo>
                    <a:pt x="1115" y="1085"/>
                    <a:pt x="1149" y="1059"/>
                    <a:pt x="1168" y="1040"/>
                  </a:cubicBezTo>
                  <a:cubicBezTo>
                    <a:pt x="1187" y="1017"/>
                    <a:pt x="1206" y="979"/>
                    <a:pt x="1202" y="918"/>
                  </a:cubicBezTo>
                  <a:cubicBezTo>
                    <a:pt x="1195" y="770"/>
                    <a:pt x="1031" y="541"/>
                    <a:pt x="792" y="332"/>
                  </a:cubicBezTo>
                  <a:cubicBezTo>
                    <a:pt x="562" y="128"/>
                    <a:pt x="321" y="0"/>
                    <a:pt x="171" y="0"/>
                  </a:cubicBezTo>
                  <a:close/>
                </a:path>
              </a:pathLst>
            </a:custGeom>
            <a:solidFill>
              <a:srgbClr val="0C224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65" name="Google Shape;692;p38">
              <a:extLst>
                <a:ext uri="{FF2B5EF4-FFF2-40B4-BE49-F238E27FC236}">
                  <a16:creationId xmlns:a16="http://schemas.microsoft.com/office/drawing/2014/main" id="{69825C0A-1DA2-FCDA-D2B0-7AFDEF70B55C}"/>
                </a:ext>
              </a:extLst>
            </p:cNvPr>
            <p:cNvSpPr/>
            <p:nvPr/>
          </p:nvSpPr>
          <p:spPr>
            <a:xfrm>
              <a:off x="6092616" y="3379465"/>
              <a:ext cx="163003" cy="150208"/>
            </a:xfrm>
            <a:custGeom>
              <a:avLst/>
              <a:gdLst/>
              <a:ahLst/>
              <a:cxnLst/>
              <a:rect l="l" t="t" r="r" b="b"/>
              <a:pathLst>
                <a:path w="1465" h="1350" extrusionOk="0">
                  <a:moveTo>
                    <a:pt x="399" y="0"/>
                  </a:moveTo>
                  <a:cubicBezTo>
                    <a:pt x="333" y="0"/>
                    <a:pt x="294" y="25"/>
                    <a:pt x="270" y="52"/>
                  </a:cubicBezTo>
                  <a:lnTo>
                    <a:pt x="0" y="361"/>
                  </a:lnTo>
                  <a:lnTo>
                    <a:pt x="88" y="441"/>
                  </a:lnTo>
                  <a:lnTo>
                    <a:pt x="358" y="132"/>
                  </a:lnTo>
                  <a:cubicBezTo>
                    <a:pt x="364" y="126"/>
                    <a:pt x="379" y="121"/>
                    <a:pt x="402" y="121"/>
                  </a:cubicBezTo>
                  <a:cubicBezTo>
                    <a:pt x="435" y="121"/>
                    <a:pt x="486" y="131"/>
                    <a:pt x="555" y="163"/>
                  </a:cubicBezTo>
                  <a:cubicBezTo>
                    <a:pt x="673" y="216"/>
                    <a:pt x="810" y="307"/>
                    <a:pt x="944" y="421"/>
                  </a:cubicBezTo>
                  <a:cubicBezTo>
                    <a:pt x="1077" y="539"/>
                    <a:pt x="1183" y="661"/>
                    <a:pt x="1248" y="771"/>
                  </a:cubicBezTo>
                  <a:cubicBezTo>
                    <a:pt x="1316" y="882"/>
                    <a:pt x="1320" y="946"/>
                    <a:pt x="1305" y="962"/>
                  </a:cubicBezTo>
                  <a:lnTo>
                    <a:pt x="1035" y="1270"/>
                  </a:lnTo>
                  <a:lnTo>
                    <a:pt x="1126" y="1350"/>
                  </a:lnTo>
                  <a:lnTo>
                    <a:pt x="1396" y="1042"/>
                  </a:lnTo>
                  <a:cubicBezTo>
                    <a:pt x="1438" y="992"/>
                    <a:pt x="1465" y="897"/>
                    <a:pt x="1351" y="707"/>
                  </a:cubicBezTo>
                  <a:cubicBezTo>
                    <a:pt x="1282" y="593"/>
                    <a:pt x="1164" y="456"/>
                    <a:pt x="1020" y="330"/>
                  </a:cubicBezTo>
                  <a:cubicBezTo>
                    <a:pt x="883" y="208"/>
                    <a:pt x="734" y="110"/>
                    <a:pt x="601" y="52"/>
                  </a:cubicBezTo>
                  <a:cubicBezTo>
                    <a:pt x="515" y="15"/>
                    <a:pt x="449" y="0"/>
                    <a:pt x="399" y="0"/>
                  </a:cubicBezTo>
                  <a:close/>
                </a:path>
              </a:pathLst>
            </a:custGeom>
            <a:solidFill>
              <a:srgbClr val="0C224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66" name="Google Shape;693;p38">
              <a:extLst>
                <a:ext uri="{FF2B5EF4-FFF2-40B4-BE49-F238E27FC236}">
                  <a16:creationId xmlns:a16="http://schemas.microsoft.com/office/drawing/2014/main" id="{8F74161F-35DF-BF6A-1A7C-AB5C04CD2187}"/>
                </a:ext>
              </a:extLst>
            </p:cNvPr>
            <p:cNvSpPr/>
            <p:nvPr/>
          </p:nvSpPr>
          <p:spPr>
            <a:xfrm>
              <a:off x="6152701" y="3185862"/>
              <a:ext cx="257467" cy="279498"/>
            </a:xfrm>
            <a:custGeom>
              <a:avLst/>
              <a:gdLst/>
              <a:ahLst/>
              <a:cxnLst/>
              <a:rect l="l" t="t" r="r" b="b"/>
              <a:pathLst>
                <a:path w="2314" h="2512" extrusionOk="0">
                  <a:moveTo>
                    <a:pt x="2220" y="0"/>
                  </a:moveTo>
                  <a:cubicBezTo>
                    <a:pt x="2201" y="0"/>
                    <a:pt x="2181" y="7"/>
                    <a:pt x="2165" y="20"/>
                  </a:cubicBezTo>
                  <a:lnTo>
                    <a:pt x="0" y="1800"/>
                  </a:lnTo>
                  <a:lnTo>
                    <a:pt x="76" y="1891"/>
                  </a:lnTo>
                  <a:lnTo>
                    <a:pt x="2081" y="244"/>
                  </a:lnTo>
                  <a:lnTo>
                    <a:pt x="2081" y="244"/>
                  </a:lnTo>
                  <a:lnTo>
                    <a:pt x="712" y="2447"/>
                  </a:lnTo>
                  <a:lnTo>
                    <a:pt x="811" y="2511"/>
                  </a:lnTo>
                  <a:lnTo>
                    <a:pt x="2290" y="134"/>
                  </a:lnTo>
                  <a:cubicBezTo>
                    <a:pt x="2313" y="96"/>
                    <a:pt x="2309" y="50"/>
                    <a:pt x="2279" y="24"/>
                  </a:cubicBezTo>
                  <a:cubicBezTo>
                    <a:pt x="2261" y="8"/>
                    <a:pt x="2241" y="0"/>
                    <a:pt x="2220" y="0"/>
                  </a:cubicBezTo>
                  <a:close/>
                </a:path>
              </a:pathLst>
            </a:custGeom>
            <a:solidFill>
              <a:srgbClr val="0C224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67" name="Google Shape;694;p38">
              <a:extLst>
                <a:ext uri="{FF2B5EF4-FFF2-40B4-BE49-F238E27FC236}">
                  <a16:creationId xmlns:a16="http://schemas.microsoft.com/office/drawing/2014/main" id="{3DB85B01-4762-36D0-FBF8-12BE463A9052}"/>
                </a:ext>
              </a:extLst>
            </p:cNvPr>
            <p:cNvSpPr/>
            <p:nvPr/>
          </p:nvSpPr>
          <p:spPr>
            <a:xfrm>
              <a:off x="5989250" y="2652673"/>
              <a:ext cx="80111" cy="162558"/>
            </a:xfrm>
            <a:custGeom>
              <a:avLst/>
              <a:gdLst/>
              <a:ahLst/>
              <a:cxnLst/>
              <a:rect l="l" t="t" r="r" b="b"/>
              <a:pathLst>
                <a:path w="720" h="1461" extrusionOk="0">
                  <a:moveTo>
                    <a:pt x="518" y="121"/>
                  </a:moveTo>
                  <a:cubicBezTo>
                    <a:pt x="526" y="125"/>
                    <a:pt x="537" y="137"/>
                    <a:pt x="541" y="144"/>
                  </a:cubicBezTo>
                  <a:cubicBezTo>
                    <a:pt x="591" y="228"/>
                    <a:pt x="598" y="471"/>
                    <a:pt x="522" y="772"/>
                  </a:cubicBezTo>
                  <a:cubicBezTo>
                    <a:pt x="442" y="1076"/>
                    <a:pt x="317" y="1282"/>
                    <a:pt x="233" y="1331"/>
                  </a:cubicBezTo>
                  <a:cubicBezTo>
                    <a:pt x="225" y="1335"/>
                    <a:pt x="210" y="1342"/>
                    <a:pt x="203" y="1342"/>
                  </a:cubicBezTo>
                  <a:cubicBezTo>
                    <a:pt x="191" y="1339"/>
                    <a:pt x="183" y="1323"/>
                    <a:pt x="180" y="1316"/>
                  </a:cubicBezTo>
                  <a:cubicBezTo>
                    <a:pt x="130" y="1232"/>
                    <a:pt x="119" y="992"/>
                    <a:pt x="199" y="688"/>
                  </a:cubicBezTo>
                  <a:cubicBezTo>
                    <a:pt x="275" y="388"/>
                    <a:pt x="400" y="178"/>
                    <a:pt x="484" y="129"/>
                  </a:cubicBezTo>
                  <a:cubicBezTo>
                    <a:pt x="492" y="125"/>
                    <a:pt x="503" y="121"/>
                    <a:pt x="511" y="121"/>
                  </a:cubicBezTo>
                  <a:close/>
                  <a:moveTo>
                    <a:pt x="514" y="1"/>
                  </a:moveTo>
                  <a:cubicBezTo>
                    <a:pt x="489" y="1"/>
                    <a:pt x="459" y="6"/>
                    <a:pt x="423" y="26"/>
                  </a:cubicBezTo>
                  <a:cubicBezTo>
                    <a:pt x="294" y="102"/>
                    <a:pt x="161" y="350"/>
                    <a:pt x="81" y="658"/>
                  </a:cubicBezTo>
                  <a:cubicBezTo>
                    <a:pt x="1" y="966"/>
                    <a:pt x="1" y="1251"/>
                    <a:pt x="77" y="1377"/>
                  </a:cubicBezTo>
                  <a:cubicBezTo>
                    <a:pt x="107" y="1430"/>
                    <a:pt x="145" y="1449"/>
                    <a:pt x="172" y="1457"/>
                  </a:cubicBezTo>
                  <a:cubicBezTo>
                    <a:pt x="180" y="1460"/>
                    <a:pt x="191" y="1460"/>
                    <a:pt x="206" y="1460"/>
                  </a:cubicBezTo>
                  <a:cubicBezTo>
                    <a:pt x="229" y="1460"/>
                    <a:pt x="260" y="1453"/>
                    <a:pt x="294" y="1434"/>
                  </a:cubicBezTo>
                  <a:cubicBezTo>
                    <a:pt x="423" y="1361"/>
                    <a:pt x="556" y="1110"/>
                    <a:pt x="636" y="802"/>
                  </a:cubicBezTo>
                  <a:cubicBezTo>
                    <a:pt x="716" y="494"/>
                    <a:pt x="720" y="209"/>
                    <a:pt x="644" y="83"/>
                  </a:cubicBezTo>
                  <a:cubicBezTo>
                    <a:pt x="613" y="30"/>
                    <a:pt x="575" y="11"/>
                    <a:pt x="549" y="3"/>
                  </a:cubicBezTo>
                  <a:cubicBezTo>
                    <a:pt x="539" y="2"/>
                    <a:pt x="527" y="1"/>
                    <a:pt x="514" y="1"/>
                  </a:cubicBezTo>
                  <a:close/>
                </a:path>
              </a:pathLst>
            </a:custGeom>
            <a:solidFill>
              <a:srgbClr val="0C224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68" name="Google Shape;695;p38">
              <a:extLst>
                <a:ext uri="{FF2B5EF4-FFF2-40B4-BE49-F238E27FC236}">
                  <a16:creationId xmlns:a16="http://schemas.microsoft.com/office/drawing/2014/main" id="{DE132D39-78E4-E022-7BEB-6D7E0322A392}"/>
                </a:ext>
              </a:extLst>
            </p:cNvPr>
            <p:cNvSpPr/>
            <p:nvPr/>
          </p:nvSpPr>
          <p:spPr>
            <a:xfrm>
              <a:off x="6008387" y="2653007"/>
              <a:ext cx="103365" cy="173685"/>
            </a:xfrm>
            <a:custGeom>
              <a:avLst/>
              <a:gdLst/>
              <a:ahLst/>
              <a:cxnLst/>
              <a:rect l="l" t="t" r="r" b="b"/>
              <a:pathLst>
                <a:path w="929" h="1561" extrusionOk="0">
                  <a:moveTo>
                    <a:pt x="373" y="0"/>
                  </a:moveTo>
                  <a:lnTo>
                    <a:pt x="346" y="118"/>
                  </a:lnTo>
                  <a:lnTo>
                    <a:pt x="742" y="221"/>
                  </a:lnTo>
                  <a:cubicBezTo>
                    <a:pt x="765" y="225"/>
                    <a:pt x="795" y="282"/>
                    <a:pt x="803" y="407"/>
                  </a:cubicBezTo>
                  <a:cubicBezTo>
                    <a:pt x="810" y="537"/>
                    <a:pt x="788" y="708"/>
                    <a:pt x="746" y="872"/>
                  </a:cubicBezTo>
                  <a:cubicBezTo>
                    <a:pt x="704" y="1035"/>
                    <a:pt x="639" y="1195"/>
                    <a:pt x="571" y="1301"/>
                  </a:cubicBezTo>
                  <a:cubicBezTo>
                    <a:pt x="508" y="1402"/>
                    <a:pt x="458" y="1439"/>
                    <a:pt x="433" y="1439"/>
                  </a:cubicBezTo>
                  <a:cubicBezTo>
                    <a:pt x="430" y="1439"/>
                    <a:pt x="428" y="1439"/>
                    <a:pt x="426" y="1438"/>
                  </a:cubicBezTo>
                  <a:lnTo>
                    <a:pt x="31" y="1339"/>
                  </a:lnTo>
                  <a:lnTo>
                    <a:pt x="0" y="1454"/>
                  </a:lnTo>
                  <a:lnTo>
                    <a:pt x="396" y="1556"/>
                  </a:lnTo>
                  <a:cubicBezTo>
                    <a:pt x="407" y="1556"/>
                    <a:pt x="419" y="1560"/>
                    <a:pt x="434" y="1560"/>
                  </a:cubicBezTo>
                  <a:cubicBezTo>
                    <a:pt x="491" y="1560"/>
                    <a:pt x="574" y="1518"/>
                    <a:pt x="673" y="1366"/>
                  </a:cubicBezTo>
                  <a:cubicBezTo>
                    <a:pt x="749" y="1244"/>
                    <a:pt x="814" y="1081"/>
                    <a:pt x="864" y="902"/>
                  </a:cubicBezTo>
                  <a:cubicBezTo>
                    <a:pt x="909" y="723"/>
                    <a:pt x="928" y="544"/>
                    <a:pt x="924" y="404"/>
                  </a:cubicBezTo>
                  <a:cubicBezTo>
                    <a:pt x="909" y="183"/>
                    <a:pt x="833" y="118"/>
                    <a:pt x="772" y="103"/>
                  </a:cubicBezTo>
                  <a:lnTo>
                    <a:pt x="373" y="0"/>
                  </a:lnTo>
                  <a:close/>
                </a:path>
              </a:pathLst>
            </a:custGeom>
            <a:solidFill>
              <a:srgbClr val="0C224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69" name="Google Shape;696;p38">
              <a:extLst>
                <a:ext uri="{FF2B5EF4-FFF2-40B4-BE49-F238E27FC236}">
                  <a16:creationId xmlns:a16="http://schemas.microsoft.com/office/drawing/2014/main" id="{45021EF2-7131-A145-3DBA-B6259117B1C3}"/>
                </a:ext>
              </a:extLst>
            </p:cNvPr>
            <p:cNvSpPr/>
            <p:nvPr/>
          </p:nvSpPr>
          <p:spPr>
            <a:xfrm>
              <a:off x="6076928" y="2691505"/>
              <a:ext cx="322223" cy="144867"/>
            </a:xfrm>
            <a:custGeom>
              <a:avLst/>
              <a:gdLst/>
              <a:ahLst/>
              <a:cxnLst/>
              <a:rect l="l" t="t" r="r" b="b"/>
              <a:pathLst>
                <a:path w="2896" h="1302" extrusionOk="0">
                  <a:moveTo>
                    <a:pt x="248" y="1"/>
                  </a:moveTo>
                  <a:lnTo>
                    <a:pt x="248" y="61"/>
                  </a:lnTo>
                  <a:lnTo>
                    <a:pt x="225" y="115"/>
                  </a:lnTo>
                  <a:lnTo>
                    <a:pt x="2599" y="1165"/>
                  </a:lnTo>
                  <a:lnTo>
                    <a:pt x="2599" y="1165"/>
                  </a:lnTo>
                  <a:lnTo>
                    <a:pt x="4" y="929"/>
                  </a:lnTo>
                  <a:lnTo>
                    <a:pt x="0" y="1050"/>
                  </a:lnTo>
                  <a:lnTo>
                    <a:pt x="2793" y="1302"/>
                  </a:lnTo>
                  <a:lnTo>
                    <a:pt x="2800" y="1302"/>
                  </a:lnTo>
                  <a:cubicBezTo>
                    <a:pt x="2842" y="1302"/>
                    <a:pt x="2876" y="1275"/>
                    <a:pt x="2884" y="1237"/>
                  </a:cubicBezTo>
                  <a:cubicBezTo>
                    <a:pt x="2895" y="1195"/>
                    <a:pt x="2872" y="1153"/>
                    <a:pt x="2834" y="1138"/>
                  </a:cubicBezTo>
                  <a:lnTo>
                    <a:pt x="270" y="4"/>
                  </a:lnTo>
                  <a:lnTo>
                    <a:pt x="248" y="1"/>
                  </a:lnTo>
                  <a:close/>
                </a:path>
              </a:pathLst>
            </a:custGeom>
            <a:solidFill>
              <a:srgbClr val="0C224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70" name="Google Shape;697;p38">
              <a:extLst>
                <a:ext uri="{FF2B5EF4-FFF2-40B4-BE49-F238E27FC236}">
                  <a16:creationId xmlns:a16="http://schemas.microsoft.com/office/drawing/2014/main" id="{470A2603-D46E-695F-80F9-B7E8F1F73F5B}"/>
                </a:ext>
              </a:extLst>
            </p:cNvPr>
            <p:cNvSpPr/>
            <p:nvPr/>
          </p:nvSpPr>
          <p:spPr>
            <a:xfrm>
              <a:off x="6108639" y="2233866"/>
              <a:ext cx="137301" cy="118720"/>
            </a:xfrm>
            <a:custGeom>
              <a:avLst/>
              <a:gdLst/>
              <a:ahLst/>
              <a:cxnLst/>
              <a:rect l="l" t="t" r="r" b="b"/>
              <a:pathLst>
                <a:path w="1234" h="1067" extrusionOk="0">
                  <a:moveTo>
                    <a:pt x="1058" y="119"/>
                  </a:moveTo>
                  <a:cubicBezTo>
                    <a:pt x="1081" y="119"/>
                    <a:pt x="1096" y="123"/>
                    <a:pt x="1104" y="134"/>
                  </a:cubicBezTo>
                  <a:cubicBezTo>
                    <a:pt x="1108" y="142"/>
                    <a:pt x="1108" y="157"/>
                    <a:pt x="1108" y="165"/>
                  </a:cubicBezTo>
                  <a:cubicBezTo>
                    <a:pt x="1100" y="260"/>
                    <a:pt x="963" y="462"/>
                    <a:pt x="723" y="663"/>
                  </a:cubicBezTo>
                  <a:cubicBezTo>
                    <a:pt x="493" y="850"/>
                    <a:pt x="283" y="946"/>
                    <a:pt x="177" y="946"/>
                  </a:cubicBezTo>
                  <a:cubicBezTo>
                    <a:pt x="171" y="946"/>
                    <a:pt x="166" y="945"/>
                    <a:pt x="160" y="945"/>
                  </a:cubicBezTo>
                  <a:cubicBezTo>
                    <a:pt x="153" y="945"/>
                    <a:pt x="138" y="941"/>
                    <a:pt x="130" y="933"/>
                  </a:cubicBezTo>
                  <a:cubicBezTo>
                    <a:pt x="122" y="926"/>
                    <a:pt x="122" y="910"/>
                    <a:pt x="126" y="899"/>
                  </a:cubicBezTo>
                  <a:cubicBezTo>
                    <a:pt x="134" y="804"/>
                    <a:pt x="271" y="602"/>
                    <a:pt x="510" y="405"/>
                  </a:cubicBezTo>
                  <a:cubicBezTo>
                    <a:pt x="754" y="203"/>
                    <a:pt x="967" y="119"/>
                    <a:pt x="1058" y="119"/>
                  </a:cubicBezTo>
                  <a:close/>
                  <a:moveTo>
                    <a:pt x="1060" y="1"/>
                  </a:moveTo>
                  <a:cubicBezTo>
                    <a:pt x="896" y="1"/>
                    <a:pt x="646" y="138"/>
                    <a:pt x="434" y="313"/>
                  </a:cubicBezTo>
                  <a:cubicBezTo>
                    <a:pt x="187" y="515"/>
                    <a:pt x="20" y="743"/>
                    <a:pt x="4" y="891"/>
                  </a:cubicBezTo>
                  <a:cubicBezTo>
                    <a:pt x="1" y="949"/>
                    <a:pt x="20" y="987"/>
                    <a:pt x="39" y="1009"/>
                  </a:cubicBezTo>
                  <a:cubicBezTo>
                    <a:pt x="58" y="1032"/>
                    <a:pt x="88" y="1059"/>
                    <a:pt x="149" y="1063"/>
                  </a:cubicBezTo>
                  <a:cubicBezTo>
                    <a:pt x="157" y="1066"/>
                    <a:pt x="164" y="1066"/>
                    <a:pt x="176" y="1066"/>
                  </a:cubicBezTo>
                  <a:cubicBezTo>
                    <a:pt x="324" y="1066"/>
                    <a:pt x="564" y="945"/>
                    <a:pt x="800" y="755"/>
                  </a:cubicBezTo>
                  <a:cubicBezTo>
                    <a:pt x="1043" y="549"/>
                    <a:pt x="1214" y="325"/>
                    <a:pt x="1226" y="176"/>
                  </a:cubicBezTo>
                  <a:cubicBezTo>
                    <a:pt x="1233" y="115"/>
                    <a:pt x="1210" y="77"/>
                    <a:pt x="1195" y="55"/>
                  </a:cubicBezTo>
                  <a:cubicBezTo>
                    <a:pt x="1164" y="17"/>
                    <a:pt x="1117" y="1"/>
                    <a:pt x="1060" y="1"/>
                  </a:cubicBezTo>
                  <a:close/>
                </a:path>
              </a:pathLst>
            </a:custGeom>
            <a:solidFill>
              <a:srgbClr val="0C224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71" name="Google Shape;698;p38">
              <a:extLst>
                <a:ext uri="{FF2B5EF4-FFF2-40B4-BE49-F238E27FC236}">
                  <a16:creationId xmlns:a16="http://schemas.microsoft.com/office/drawing/2014/main" id="{6737ED1E-0607-9C2B-B997-1F529626AAF8}"/>
                </a:ext>
              </a:extLst>
            </p:cNvPr>
            <p:cNvSpPr/>
            <p:nvPr/>
          </p:nvSpPr>
          <p:spPr>
            <a:xfrm>
              <a:off x="6112867" y="2239874"/>
              <a:ext cx="164783" cy="147871"/>
            </a:xfrm>
            <a:custGeom>
              <a:avLst/>
              <a:gdLst/>
              <a:ahLst/>
              <a:cxnLst/>
              <a:rect l="l" t="t" r="r" b="b"/>
              <a:pathLst>
                <a:path w="1481" h="1329" extrusionOk="0">
                  <a:moveTo>
                    <a:pt x="1157" y="1"/>
                  </a:moveTo>
                  <a:lnTo>
                    <a:pt x="1066" y="77"/>
                  </a:lnTo>
                  <a:lnTo>
                    <a:pt x="1325" y="396"/>
                  </a:lnTo>
                  <a:cubicBezTo>
                    <a:pt x="1340" y="411"/>
                    <a:pt x="1332" y="476"/>
                    <a:pt x="1264" y="586"/>
                  </a:cubicBezTo>
                  <a:cubicBezTo>
                    <a:pt x="1191" y="693"/>
                    <a:pt x="1081" y="815"/>
                    <a:pt x="944" y="925"/>
                  </a:cubicBezTo>
                  <a:cubicBezTo>
                    <a:pt x="811" y="1035"/>
                    <a:pt x="670" y="1123"/>
                    <a:pt x="552" y="1172"/>
                  </a:cubicBezTo>
                  <a:cubicBezTo>
                    <a:pt x="482" y="1201"/>
                    <a:pt x="431" y="1210"/>
                    <a:pt x="398" y="1210"/>
                  </a:cubicBezTo>
                  <a:cubicBezTo>
                    <a:pt x="374" y="1210"/>
                    <a:pt x="359" y="1205"/>
                    <a:pt x="354" y="1199"/>
                  </a:cubicBezTo>
                  <a:lnTo>
                    <a:pt x="92" y="879"/>
                  </a:lnTo>
                  <a:lnTo>
                    <a:pt x="1" y="955"/>
                  </a:lnTo>
                  <a:lnTo>
                    <a:pt x="259" y="1271"/>
                  </a:lnTo>
                  <a:cubicBezTo>
                    <a:pt x="286" y="1302"/>
                    <a:pt x="328" y="1328"/>
                    <a:pt x="400" y="1328"/>
                  </a:cubicBezTo>
                  <a:cubicBezTo>
                    <a:pt x="450" y="1328"/>
                    <a:pt x="514" y="1317"/>
                    <a:pt x="598" y="1283"/>
                  </a:cubicBezTo>
                  <a:cubicBezTo>
                    <a:pt x="727" y="1229"/>
                    <a:pt x="876" y="1134"/>
                    <a:pt x="1020" y="1016"/>
                  </a:cubicBezTo>
                  <a:cubicBezTo>
                    <a:pt x="1165" y="898"/>
                    <a:pt x="1286" y="769"/>
                    <a:pt x="1363" y="651"/>
                  </a:cubicBezTo>
                  <a:cubicBezTo>
                    <a:pt x="1480" y="465"/>
                    <a:pt x="1458" y="370"/>
                    <a:pt x="1420" y="320"/>
                  </a:cubicBezTo>
                  <a:lnTo>
                    <a:pt x="1157" y="1"/>
                  </a:lnTo>
                  <a:close/>
                </a:path>
              </a:pathLst>
            </a:custGeom>
            <a:solidFill>
              <a:srgbClr val="0C224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72" name="Google Shape;699;p38">
              <a:extLst>
                <a:ext uri="{FF2B5EF4-FFF2-40B4-BE49-F238E27FC236}">
                  <a16:creationId xmlns:a16="http://schemas.microsoft.com/office/drawing/2014/main" id="{BD75168B-8004-FCE4-A56D-2704109EA187}"/>
                </a:ext>
              </a:extLst>
            </p:cNvPr>
            <p:cNvSpPr/>
            <p:nvPr/>
          </p:nvSpPr>
          <p:spPr>
            <a:xfrm>
              <a:off x="6172172" y="2305076"/>
              <a:ext cx="251459" cy="284060"/>
            </a:xfrm>
            <a:custGeom>
              <a:avLst/>
              <a:gdLst/>
              <a:ahLst/>
              <a:cxnLst/>
              <a:rect l="l" t="t" r="r" b="b"/>
              <a:pathLst>
                <a:path w="2260" h="2553" extrusionOk="0">
                  <a:moveTo>
                    <a:pt x="833" y="0"/>
                  </a:moveTo>
                  <a:lnTo>
                    <a:pt x="727" y="61"/>
                  </a:lnTo>
                  <a:lnTo>
                    <a:pt x="2032" y="2306"/>
                  </a:lnTo>
                  <a:lnTo>
                    <a:pt x="80" y="598"/>
                  </a:lnTo>
                  <a:lnTo>
                    <a:pt x="0" y="685"/>
                  </a:lnTo>
                  <a:lnTo>
                    <a:pt x="2112" y="2534"/>
                  </a:lnTo>
                  <a:cubicBezTo>
                    <a:pt x="2127" y="2545"/>
                    <a:pt x="2146" y="2553"/>
                    <a:pt x="2165" y="2553"/>
                  </a:cubicBezTo>
                  <a:cubicBezTo>
                    <a:pt x="2188" y="2553"/>
                    <a:pt x="2207" y="2545"/>
                    <a:pt x="2222" y="2534"/>
                  </a:cubicBezTo>
                  <a:cubicBezTo>
                    <a:pt x="2256" y="2503"/>
                    <a:pt x="2260" y="2462"/>
                    <a:pt x="2241" y="2424"/>
                  </a:cubicBezTo>
                  <a:lnTo>
                    <a:pt x="833" y="0"/>
                  </a:lnTo>
                  <a:close/>
                </a:path>
              </a:pathLst>
            </a:custGeom>
            <a:solidFill>
              <a:srgbClr val="0C224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73" name="Google Shape;700;p38">
              <a:extLst>
                <a:ext uri="{FF2B5EF4-FFF2-40B4-BE49-F238E27FC236}">
                  <a16:creationId xmlns:a16="http://schemas.microsoft.com/office/drawing/2014/main" id="{2EB0ED33-823F-A285-D7C7-BA47A5BAD42F}"/>
                </a:ext>
              </a:extLst>
            </p:cNvPr>
            <p:cNvSpPr/>
            <p:nvPr/>
          </p:nvSpPr>
          <p:spPr>
            <a:xfrm>
              <a:off x="6489171" y="586121"/>
              <a:ext cx="421249" cy="2150307"/>
            </a:xfrm>
            <a:custGeom>
              <a:avLst/>
              <a:gdLst/>
              <a:ahLst/>
              <a:cxnLst/>
              <a:rect l="l" t="t" r="r" b="b"/>
              <a:pathLst>
                <a:path w="3786" h="19326" extrusionOk="0">
                  <a:moveTo>
                    <a:pt x="1191" y="1"/>
                  </a:moveTo>
                  <a:cubicBezTo>
                    <a:pt x="796" y="104"/>
                    <a:pt x="396" y="202"/>
                    <a:pt x="1" y="301"/>
                  </a:cubicBezTo>
                  <a:cubicBezTo>
                    <a:pt x="255" y="2162"/>
                    <a:pt x="537" y="4014"/>
                    <a:pt x="841" y="5863"/>
                  </a:cubicBezTo>
                  <a:cubicBezTo>
                    <a:pt x="1237" y="8256"/>
                    <a:pt x="1667" y="10637"/>
                    <a:pt x="2138" y="13015"/>
                  </a:cubicBezTo>
                  <a:cubicBezTo>
                    <a:pt x="2336" y="14015"/>
                    <a:pt x="2538" y="15008"/>
                    <a:pt x="2751" y="16005"/>
                  </a:cubicBezTo>
                  <a:cubicBezTo>
                    <a:pt x="2857" y="16503"/>
                    <a:pt x="2964" y="16998"/>
                    <a:pt x="3074" y="17496"/>
                  </a:cubicBezTo>
                  <a:cubicBezTo>
                    <a:pt x="3124" y="17728"/>
                    <a:pt x="3196" y="17964"/>
                    <a:pt x="3234" y="18196"/>
                  </a:cubicBezTo>
                  <a:cubicBezTo>
                    <a:pt x="3272" y="18420"/>
                    <a:pt x="3287" y="18637"/>
                    <a:pt x="3360" y="18858"/>
                  </a:cubicBezTo>
                  <a:cubicBezTo>
                    <a:pt x="3413" y="19010"/>
                    <a:pt x="3481" y="19170"/>
                    <a:pt x="3451" y="19326"/>
                  </a:cubicBezTo>
                  <a:cubicBezTo>
                    <a:pt x="3755" y="18911"/>
                    <a:pt x="3786" y="18588"/>
                    <a:pt x="3751" y="17952"/>
                  </a:cubicBezTo>
                  <a:cubicBezTo>
                    <a:pt x="3713" y="17203"/>
                    <a:pt x="3603" y="16457"/>
                    <a:pt x="3493" y="15719"/>
                  </a:cubicBezTo>
                  <a:cubicBezTo>
                    <a:pt x="2724" y="10477"/>
                    <a:pt x="1960" y="5239"/>
                    <a:pt x="1191" y="1"/>
                  </a:cubicBezTo>
                  <a:close/>
                </a:path>
              </a:pathLst>
            </a:custGeom>
            <a:solidFill>
              <a:schemeClr val="accent6"/>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74" name="Google Shape;701;p38">
              <a:extLst>
                <a:ext uri="{FF2B5EF4-FFF2-40B4-BE49-F238E27FC236}">
                  <a16:creationId xmlns:a16="http://schemas.microsoft.com/office/drawing/2014/main" id="{AA7A2FC6-146C-F622-35F1-A9658C137309}"/>
                </a:ext>
              </a:extLst>
            </p:cNvPr>
            <p:cNvSpPr/>
            <p:nvPr/>
          </p:nvSpPr>
          <p:spPr>
            <a:xfrm>
              <a:off x="6137902" y="473185"/>
              <a:ext cx="1219019" cy="4191798"/>
            </a:xfrm>
            <a:custGeom>
              <a:avLst/>
              <a:gdLst/>
              <a:ahLst/>
              <a:cxnLst/>
              <a:rect l="l" t="t" r="r" b="b"/>
              <a:pathLst>
                <a:path w="10956" h="37674" extrusionOk="0">
                  <a:moveTo>
                    <a:pt x="8453" y="0"/>
                  </a:moveTo>
                  <a:cubicBezTo>
                    <a:pt x="7761" y="156"/>
                    <a:pt x="7072" y="323"/>
                    <a:pt x="6383" y="495"/>
                  </a:cubicBezTo>
                  <a:cubicBezTo>
                    <a:pt x="6178" y="544"/>
                    <a:pt x="5976" y="597"/>
                    <a:pt x="5771" y="651"/>
                  </a:cubicBezTo>
                  <a:cubicBezTo>
                    <a:pt x="5779" y="689"/>
                    <a:pt x="5782" y="723"/>
                    <a:pt x="5790" y="761"/>
                  </a:cubicBezTo>
                  <a:cubicBezTo>
                    <a:pt x="6125" y="2823"/>
                    <a:pt x="6460" y="4885"/>
                    <a:pt x="6798" y="6946"/>
                  </a:cubicBezTo>
                  <a:cubicBezTo>
                    <a:pt x="7468" y="11070"/>
                    <a:pt x="8137" y="15194"/>
                    <a:pt x="8810" y="19317"/>
                  </a:cubicBezTo>
                  <a:cubicBezTo>
                    <a:pt x="8898" y="19858"/>
                    <a:pt x="8985" y="20402"/>
                    <a:pt x="9195" y="20908"/>
                  </a:cubicBezTo>
                  <a:cubicBezTo>
                    <a:pt x="9351" y="21288"/>
                    <a:pt x="9575" y="21668"/>
                    <a:pt x="9510" y="22072"/>
                  </a:cubicBezTo>
                  <a:cubicBezTo>
                    <a:pt x="9458" y="22407"/>
                    <a:pt x="9194" y="22585"/>
                    <a:pt x="8915" y="22585"/>
                  </a:cubicBezTo>
                  <a:cubicBezTo>
                    <a:pt x="8910" y="22585"/>
                    <a:pt x="8904" y="22585"/>
                    <a:pt x="8898" y="22585"/>
                  </a:cubicBezTo>
                  <a:lnTo>
                    <a:pt x="8898" y="22585"/>
                  </a:lnTo>
                  <a:cubicBezTo>
                    <a:pt x="8966" y="22973"/>
                    <a:pt x="9031" y="23357"/>
                    <a:pt x="9100" y="23742"/>
                  </a:cubicBezTo>
                  <a:cubicBezTo>
                    <a:pt x="9141" y="23981"/>
                    <a:pt x="9183" y="24229"/>
                    <a:pt x="9157" y="24468"/>
                  </a:cubicBezTo>
                  <a:cubicBezTo>
                    <a:pt x="9149" y="24544"/>
                    <a:pt x="9138" y="24617"/>
                    <a:pt x="9111" y="24689"/>
                  </a:cubicBezTo>
                  <a:lnTo>
                    <a:pt x="9126" y="24693"/>
                  </a:lnTo>
                  <a:cubicBezTo>
                    <a:pt x="9195" y="24773"/>
                    <a:pt x="9198" y="24891"/>
                    <a:pt x="9195" y="24997"/>
                  </a:cubicBezTo>
                  <a:cubicBezTo>
                    <a:pt x="9164" y="26180"/>
                    <a:pt x="9084" y="27390"/>
                    <a:pt x="9381" y="28550"/>
                  </a:cubicBezTo>
                  <a:cubicBezTo>
                    <a:pt x="9446" y="28790"/>
                    <a:pt x="9522" y="29041"/>
                    <a:pt x="9472" y="29284"/>
                  </a:cubicBezTo>
                  <a:cubicBezTo>
                    <a:pt x="9434" y="29463"/>
                    <a:pt x="9313" y="29615"/>
                    <a:pt x="9160" y="29714"/>
                  </a:cubicBezTo>
                  <a:cubicBezTo>
                    <a:pt x="9400" y="29958"/>
                    <a:pt x="9252" y="30479"/>
                    <a:pt x="9160" y="30756"/>
                  </a:cubicBezTo>
                  <a:cubicBezTo>
                    <a:pt x="9058" y="31065"/>
                    <a:pt x="8909" y="31361"/>
                    <a:pt x="8841" y="31681"/>
                  </a:cubicBezTo>
                  <a:cubicBezTo>
                    <a:pt x="8753" y="32084"/>
                    <a:pt x="8769" y="32575"/>
                    <a:pt x="8434" y="32818"/>
                  </a:cubicBezTo>
                  <a:cubicBezTo>
                    <a:pt x="8392" y="32845"/>
                    <a:pt x="8358" y="32868"/>
                    <a:pt x="8324" y="32883"/>
                  </a:cubicBezTo>
                  <a:cubicBezTo>
                    <a:pt x="8316" y="32959"/>
                    <a:pt x="8305" y="33035"/>
                    <a:pt x="8285" y="33107"/>
                  </a:cubicBezTo>
                  <a:cubicBezTo>
                    <a:pt x="8251" y="33256"/>
                    <a:pt x="8198" y="33397"/>
                    <a:pt x="8145" y="33537"/>
                  </a:cubicBezTo>
                  <a:cubicBezTo>
                    <a:pt x="7985" y="33971"/>
                    <a:pt x="7844" y="34416"/>
                    <a:pt x="7665" y="34842"/>
                  </a:cubicBezTo>
                  <a:cubicBezTo>
                    <a:pt x="7525" y="35173"/>
                    <a:pt x="7411" y="35527"/>
                    <a:pt x="7186" y="35816"/>
                  </a:cubicBezTo>
                  <a:cubicBezTo>
                    <a:pt x="7042" y="35999"/>
                    <a:pt x="6848" y="36151"/>
                    <a:pt x="6627" y="36227"/>
                  </a:cubicBezTo>
                  <a:cubicBezTo>
                    <a:pt x="6531" y="36260"/>
                    <a:pt x="6385" y="36295"/>
                    <a:pt x="6250" y="36295"/>
                  </a:cubicBezTo>
                  <a:cubicBezTo>
                    <a:pt x="6154" y="36295"/>
                    <a:pt x="6064" y="36278"/>
                    <a:pt x="5999" y="36231"/>
                  </a:cubicBezTo>
                  <a:cubicBezTo>
                    <a:pt x="5839" y="36330"/>
                    <a:pt x="5657" y="36390"/>
                    <a:pt x="5474" y="36436"/>
                  </a:cubicBezTo>
                  <a:cubicBezTo>
                    <a:pt x="5369" y="36460"/>
                    <a:pt x="5261" y="36483"/>
                    <a:pt x="5155" y="36483"/>
                  </a:cubicBezTo>
                  <a:cubicBezTo>
                    <a:pt x="5111" y="36483"/>
                    <a:pt x="5068" y="36479"/>
                    <a:pt x="5025" y="36470"/>
                  </a:cubicBezTo>
                  <a:cubicBezTo>
                    <a:pt x="4877" y="36436"/>
                    <a:pt x="4736" y="36333"/>
                    <a:pt x="4702" y="36185"/>
                  </a:cubicBezTo>
                  <a:lnTo>
                    <a:pt x="4687" y="36147"/>
                  </a:lnTo>
                  <a:lnTo>
                    <a:pt x="4679" y="36151"/>
                  </a:lnTo>
                  <a:cubicBezTo>
                    <a:pt x="4611" y="36180"/>
                    <a:pt x="4537" y="36203"/>
                    <a:pt x="4465" y="36203"/>
                  </a:cubicBezTo>
                  <a:cubicBezTo>
                    <a:pt x="4416" y="36203"/>
                    <a:pt x="4369" y="36192"/>
                    <a:pt x="4325" y="36166"/>
                  </a:cubicBezTo>
                  <a:cubicBezTo>
                    <a:pt x="4185" y="36078"/>
                    <a:pt x="4181" y="35869"/>
                    <a:pt x="4257" y="35721"/>
                  </a:cubicBezTo>
                  <a:cubicBezTo>
                    <a:pt x="4329" y="35572"/>
                    <a:pt x="4462" y="35462"/>
                    <a:pt x="4557" y="35329"/>
                  </a:cubicBezTo>
                  <a:cubicBezTo>
                    <a:pt x="4713" y="35116"/>
                    <a:pt x="4774" y="34850"/>
                    <a:pt x="4828" y="34591"/>
                  </a:cubicBezTo>
                  <a:cubicBezTo>
                    <a:pt x="4976" y="33921"/>
                    <a:pt x="5033" y="33187"/>
                    <a:pt x="5238" y="32541"/>
                  </a:cubicBezTo>
                  <a:cubicBezTo>
                    <a:pt x="5170" y="32426"/>
                    <a:pt x="5139" y="32293"/>
                    <a:pt x="5139" y="32164"/>
                  </a:cubicBezTo>
                  <a:cubicBezTo>
                    <a:pt x="5143" y="31924"/>
                    <a:pt x="5235" y="31700"/>
                    <a:pt x="5322" y="31479"/>
                  </a:cubicBezTo>
                  <a:cubicBezTo>
                    <a:pt x="5524" y="30973"/>
                    <a:pt x="5889" y="30327"/>
                    <a:pt x="5836" y="29771"/>
                  </a:cubicBezTo>
                  <a:cubicBezTo>
                    <a:pt x="5820" y="29619"/>
                    <a:pt x="5824" y="29440"/>
                    <a:pt x="5938" y="29345"/>
                  </a:cubicBezTo>
                  <a:cubicBezTo>
                    <a:pt x="5904" y="29292"/>
                    <a:pt x="5881" y="29235"/>
                    <a:pt x="5874" y="29174"/>
                  </a:cubicBezTo>
                  <a:cubicBezTo>
                    <a:pt x="5847" y="29026"/>
                    <a:pt x="5881" y="28877"/>
                    <a:pt x="5916" y="28729"/>
                  </a:cubicBezTo>
                  <a:cubicBezTo>
                    <a:pt x="6186" y="27477"/>
                    <a:pt x="6353" y="26203"/>
                    <a:pt x="6402" y="24925"/>
                  </a:cubicBezTo>
                  <a:cubicBezTo>
                    <a:pt x="6304" y="24894"/>
                    <a:pt x="6212" y="24845"/>
                    <a:pt x="6121" y="24769"/>
                  </a:cubicBezTo>
                  <a:lnTo>
                    <a:pt x="6117" y="24769"/>
                  </a:lnTo>
                  <a:cubicBezTo>
                    <a:pt x="6094" y="24837"/>
                    <a:pt x="6094" y="24833"/>
                    <a:pt x="6064" y="24898"/>
                  </a:cubicBezTo>
                  <a:cubicBezTo>
                    <a:pt x="5801" y="25442"/>
                    <a:pt x="5539" y="25990"/>
                    <a:pt x="5353" y="26564"/>
                  </a:cubicBezTo>
                  <a:cubicBezTo>
                    <a:pt x="5299" y="26720"/>
                    <a:pt x="5254" y="26880"/>
                    <a:pt x="5166" y="27021"/>
                  </a:cubicBezTo>
                  <a:cubicBezTo>
                    <a:pt x="5120" y="27093"/>
                    <a:pt x="5063" y="27150"/>
                    <a:pt x="4995" y="27192"/>
                  </a:cubicBezTo>
                  <a:lnTo>
                    <a:pt x="5003" y="27203"/>
                  </a:lnTo>
                  <a:cubicBezTo>
                    <a:pt x="5063" y="27367"/>
                    <a:pt x="4968" y="27542"/>
                    <a:pt x="4873" y="27687"/>
                  </a:cubicBezTo>
                  <a:cubicBezTo>
                    <a:pt x="4675" y="27995"/>
                    <a:pt x="4713" y="28390"/>
                    <a:pt x="4717" y="28748"/>
                  </a:cubicBezTo>
                  <a:cubicBezTo>
                    <a:pt x="4721" y="28930"/>
                    <a:pt x="4740" y="29121"/>
                    <a:pt x="4656" y="29284"/>
                  </a:cubicBezTo>
                  <a:cubicBezTo>
                    <a:pt x="4626" y="29345"/>
                    <a:pt x="4576" y="29395"/>
                    <a:pt x="4516" y="29433"/>
                  </a:cubicBezTo>
                  <a:cubicBezTo>
                    <a:pt x="4561" y="29608"/>
                    <a:pt x="4390" y="29828"/>
                    <a:pt x="4344" y="29996"/>
                  </a:cubicBezTo>
                  <a:cubicBezTo>
                    <a:pt x="4280" y="30235"/>
                    <a:pt x="4230" y="30494"/>
                    <a:pt x="4238" y="30741"/>
                  </a:cubicBezTo>
                  <a:cubicBezTo>
                    <a:pt x="4246" y="30954"/>
                    <a:pt x="4276" y="31171"/>
                    <a:pt x="4257" y="31384"/>
                  </a:cubicBezTo>
                  <a:cubicBezTo>
                    <a:pt x="4249" y="31464"/>
                    <a:pt x="4230" y="31548"/>
                    <a:pt x="4185" y="31612"/>
                  </a:cubicBezTo>
                  <a:cubicBezTo>
                    <a:pt x="4145" y="31672"/>
                    <a:pt x="4079" y="31714"/>
                    <a:pt x="4010" y="31714"/>
                  </a:cubicBezTo>
                  <a:cubicBezTo>
                    <a:pt x="4000" y="31714"/>
                    <a:pt x="3990" y="31713"/>
                    <a:pt x="3979" y="31711"/>
                  </a:cubicBezTo>
                  <a:cubicBezTo>
                    <a:pt x="3755" y="31662"/>
                    <a:pt x="3538" y="31190"/>
                    <a:pt x="3450" y="31008"/>
                  </a:cubicBezTo>
                  <a:cubicBezTo>
                    <a:pt x="3393" y="30886"/>
                    <a:pt x="3336" y="30760"/>
                    <a:pt x="3321" y="30623"/>
                  </a:cubicBezTo>
                  <a:cubicBezTo>
                    <a:pt x="3314" y="30521"/>
                    <a:pt x="3333" y="30414"/>
                    <a:pt x="3352" y="30315"/>
                  </a:cubicBezTo>
                  <a:cubicBezTo>
                    <a:pt x="3409" y="30015"/>
                    <a:pt x="3485" y="29745"/>
                    <a:pt x="3431" y="29444"/>
                  </a:cubicBezTo>
                  <a:cubicBezTo>
                    <a:pt x="3409" y="29288"/>
                    <a:pt x="3443" y="29102"/>
                    <a:pt x="3557" y="28988"/>
                  </a:cubicBezTo>
                  <a:lnTo>
                    <a:pt x="3572" y="28988"/>
                  </a:lnTo>
                  <a:cubicBezTo>
                    <a:pt x="3565" y="28957"/>
                    <a:pt x="3561" y="28923"/>
                    <a:pt x="3561" y="28892"/>
                  </a:cubicBezTo>
                  <a:cubicBezTo>
                    <a:pt x="3561" y="28733"/>
                    <a:pt x="3625" y="28577"/>
                    <a:pt x="3679" y="28421"/>
                  </a:cubicBezTo>
                  <a:cubicBezTo>
                    <a:pt x="3766" y="28181"/>
                    <a:pt x="3896" y="26922"/>
                    <a:pt x="4109" y="26884"/>
                  </a:cubicBezTo>
                  <a:lnTo>
                    <a:pt x="4124" y="26876"/>
                  </a:lnTo>
                  <a:cubicBezTo>
                    <a:pt x="4090" y="26777"/>
                    <a:pt x="4082" y="26671"/>
                    <a:pt x="4101" y="26568"/>
                  </a:cubicBezTo>
                  <a:cubicBezTo>
                    <a:pt x="4131" y="26424"/>
                    <a:pt x="4215" y="26298"/>
                    <a:pt x="4287" y="26172"/>
                  </a:cubicBezTo>
                  <a:cubicBezTo>
                    <a:pt x="4462" y="25883"/>
                    <a:pt x="4611" y="25579"/>
                    <a:pt x="4748" y="25275"/>
                  </a:cubicBezTo>
                  <a:cubicBezTo>
                    <a:pt x="4809" y="25134"/>
                    <a:pt x="4854" y="24974"/>
                    <a:pt x="4926" y="24841"/>
                  </a:cubicBezTo>
                  <a:cubicBezTo>
                    <a:pt x="4995" y="24716"/>
                    <a:pt x="5101" y="24628"/>
                    <a:pt x="5136" y="24480"/>
                  </a:cubicBezTo>
                  <a:cubicBezTo>
                    <a:pt x="5197" y="24240"/>
                    <a:pt x="5090" y="23791"/>
                    <a:pt x="5432" y="23730"/>
                  </a:cubicBezTo>
                  <a:cubicBezTo>
                    <a:pt x="5360" y="23517"/>
                    <a:pt x="5318" y="23300"/>
                    <a:pt x="5292" y="23167"/>
                  </a:cubicBezTo>
                  <a:cubicBezTo>
                    <a:pt x="5204" y="22718"/>
                    <a:pt x="5197" y="22258"/>
                    <a:pt x="5178" y="21805"/>
                  </a:cubicBezTo>
                  <a:cubicBezTo>
                    <a:pt x="5132" y="20523"/>
                    <a:pt x="4907" y="19253"/>
                    <a:pt x="4687" y="17990"/>
                  </a:cubicBezTo>
                  <a:cubicBezTo>
                    <a:pt x="3732" y="12539"/>
                    <a:pt x="2766" y="7087"/>
                    <a:pt x="1796" y="1640"/>
                  </a:cubicBezTo>
                  <a:cubicBezTo>
                    <a:pt x="1198" y="1777"/>
                    <a:pt x="597" y="1910"/>
                    <a:pt x="0" y="2043"/>
                  </a:cubicBezTo>
                  <a:cubicBezTo>
                    <a:pt x="137" y="2572"/>
                    <a:pt x="270" y="3104"/>
                    <a:pt x="400" y="3637"/>
                  </a:cubicBezTo>
                  <a:cubicBezTo>
                    <a:pt x="1119" y="6657"/>
                    <a:pt x="1796" y="9685"/>
                    <a:pt x="2427" y="12721"/>
                  </a:cubicBezTo>
                  <a:cubicBezTo>
                    <a:pt x="2906" y="15011"/>
                    <a:pt x="3359" y="17305"/>
                    <a:pt x="3785" y="19603"/>
                  </a:cubicBezTo>
                  <a:cubicBezTo>
                    <a:pt x="4219" y="21919"/>
                    <a:pt x="3804" y="23221"/>
                    <a:pt x="3062" y="25427"/>
                  </a:cubicBezTo>
                  <a:cubicBezTo>
                    <a:pt x="2355" y="27519"/>
                    <a:pt x="2389" y="29779"/>
                    <a:pt x="2431" y="31985"/>
                  </a:cubicBezTo>
                  <a:cubicBezTo>
                    <a:pt x="2439" y="32381"/>
                    <a:pt x="2458" y="32807"/>
                    <a:pt x="2716" y="33107"/>
                  </a:cubicBezTo>
                  <a:cubicBezTo>
                    <a:pt x="2840" y="33252"/>
                    <a:pt x="3042" y="33330"/>
                    <a:pt x="3233" y="33330"/>
                  </a:cubicBezTo>
                  <a:cubicBezTo>
                    <a:pt x="3434" y="33330"/>
                    <a:pt x="3623" y="33242"/>
                    <a:pt x="3694" y="33050"/>
                  </a:cubicBezTo>
                  <a:lnTo>
                    <a:pt x="3694" y="33050"/>
                  </a:lnTo>
                  <a:cubicBezTo>
                    <a:pt x="3534" y="33651"/>
                    <a:pt x="3515" y="34511"/>
                    <a:pt x="3359" y="35112"/>
                  </a:cubicBezTo>
                  <a:cubicBezTo>
                    <a:pt x="3215" y="35656"/>
                    <a:pt x="3070" y="36234"/>
                    <a:pt x="3230" y="36771"/>
                  </a:cubicBezTo>
                  <a:cubicBezTo>
                    <a:pt x="3363" y="37221"/>
                    <a:pt x="3798" y="37611"/>
                    <a:pt x="4243" y="37611"/>
                  </a:cubicBezTo>
                  <a:cubicBezTo>
                    <a:pt x="4332" y="37611"/>
                    <a:pt x="4421" y="37596"/>
                    <a:pt x="4508" y="37562"/>
                  </a:cubicBezTo>
                  <a:cubicBezTo>
                    <a:pt x="4662" y="37642"/>
                    <a:pt x="4837" y="37674"/>
                    <a:pt x="5016" y="37674"/>
                  </a:cubicBezTo>
                  <a:cubicBezTo>
                    <a:pt x="5717" y="37674"/>
                    <a:pt x="6500" y="37188"/>
                    <a:pt x="6513" y="37188"/>
                  </a:cubicBezTo>
                  <a:lnTo>
                    <a:pt x="6513" y="37188"/>
                  </a:lnTo>
                  <a:cubicBezTo>
                    <a:pt x="6513" y="37188"/>
                    <a:pt x="6513" y="37189"/>
                    <a:pt x="6513" y="37189"/>
                  </a:cubicBezTo>
                  <a:cubicBezTo>
                    <a:pt x="6512" y="37191"/>
                    <a:pt x="6513" y="37191"/>
                    <a:pt x="6517" y="37191"/>
                  </a:cubicBezTo>
                  <a:cubicBezTo>
                    <a:pt x="6604" y="37191"/>
                    <a:pt x="8019" y="36800"/>
                    <a:pt x="8464" y="35789"/>
                  </a:cubicBezTo>
                  <a:cubicBezTo>
                    <a:pt x="9362" y="33747"/>
                    <a:pt x="10054" y="31688"/>
                    <a:pt x="10747" y="29581"/>
                  </a:cubicBezTo>
                  <a:cubicBezTo>
                    <a:pt x="10926" y="29037"/>
                    <a:pt x="10956" y="28356"/>
                    <a:pt x="10534" y="27968"/>
                  </a:cubicBezTo>
                  <a:cubicBezTo>
                    <a:pt x="10355" y="26652"/>
                    <a:pt x="10401" y="25183"/>
                    <a:pt x="10522" y="23863"/>
                  </a:cubicBezTo>
                  <a:cubicBezTo>
                    <a:pt x="10583" y="23213"/>
                    <a:pt x="10678" y="22562"/>
                    <a:pt x="10640" y="21912"/>
                  </a:cubicBezTo>
                  <a:cubicBezTo>
                    <a:pt x="10598" y="21265"/>
                    <a:pt x="10408" y="20599"/>
                    <a:pt x="9963" y="20120"/>
                  </a:cubicBezTo>
                  <a:cubicBezTo>
                    <a:pt x="9796" y="19938"/>
                    <a:pt x="9898" y="18907"/>
                    <a:pt x="9883" y="18637"/>
                  </a:cubicBezTo>
                  <a:cubicBezTo>
                    <a:pt x="9849" y="18047"/>
                    <a:pt x="9819" y="17461"/>
                    <a:pt x="9784" y="16868"/>
                  </a:cubicBezTo>
                  <a:cubicBezTo>
                    <a:pt x="9716" y="15700"/>
                    <a:pt x="9644" y="14528"/>
                    <a:pt x="9567" y="13356"/>
                  </a:cubicBezTo>
                  <a:cubicBezTo>
                    <a:pt x="9419" y="11036"/>
                    <a:pt x="9248" y="8715"/>
                    <a:pt x="9050" y="6395"/>
                  </a:cubicBezTo>
                  <a:cubicBezTo>
                    <a:pt x="8868" y="4265"/>
                    <a:pt x="8681" y="2130"/>
                    <a:pt x="8453" y="0"/>
                  </a:cubicBezTo>
                  <a:close/>
                </a:path>
              </a:pathLst>
            </a:custGeom>
            <a:solidFill>
              <a:schemeClr val="dk2"/>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75" name="Google Shape;702;p38">
              <a:extLst>
                <a:ext uri="{FF2B5EF4-FFF2-40B4-BE49-F238E27FC236}">
                  <a16:creationId xmlns:a16="http://schemas.microsoft.com/office/drawing/2014/main" id="{90A9C5F3-8CFD-6FE5-826E-0AAB6410BB04}"/>
                </a:ext>
              </a:extLst>
            </p:cNvPr>
            <p:cNvSpPr/>
            <p:nvPr/>
          </p:nvSpPr>
          <p:spPr>
            <a:xfrm>
              <a:off x="6805392" y="4113713"/>
              <a:ext cx="258691" cy="397995"/>
            </a:xfrm>
            <a:custGeom>
              <a:avLst/>
              <a:gdLst/>
              <a:ahLst/>
              <a:cxnLst/>
              <a:rect l="l" t="t" r="r" b="b"/>
              <a:pathLst>
                <a:path w="2325" h="3577" extrusionOk="0">
                  <a:moveTo>
                    <a:pt x="1838" y="0"/>
                  </a:moveTo>
                  <a:cubicBezTo>
                    <a:pt x="1762" y="137"/>
                    <a:pt x="1651" y="259"/>
                    <a:pt x="1518" y="347"/>
                  </a:cubicBezTo>
                  <a:lnTo>
                    <a:pt x="1526" y="358"/>
                  </a:lnTo>
                  <a:cubicBezTo>
                    <a:pt x="1526" y="552"/>
                    <a:pt x="1370" y="620"/>
                    <a:pt x="1286" y="757"/>
                  </a:cubicBezTo>
                  <a:cubicBezTo>
                    <a:pt x="1164" y="948"/>
                    <a:pt x="1107" y="1225"/>
                    <a:pt x="1027" y="1438"/>
                  </a:cubicBezTo>
                  <a:cubicBezTo>
                    <a:pt x="860" y="1880"/>
                    <a:pt x="689" y="2321"/>
                    <a:pt x="521" y="2766"/>
                  </a:cubicBezTo>
                  <a:cubicBezTo>
                    <a:pt x="445" y="2964"/>
                    <a:pt x="365" y="3169"/>
                    <a:pt x="225" y="3325"/>
                  </a:cubicBezTo>
                  <a:cubicBezTo>
                    <a:pt x="160" y="3401"/>
                    <a:pt x="84" y="3462"/>
                    <a:pt x="0" y="3512"/>
                  </a:cubicBezTo>
                  <a:cubicBezTo>
                    <a:pt x="65" y="3559"/>
                    <a:pt x="155" y="3576"/>
                    <a:pt x="251" y="3576"/>
                  </a:cubicBezTo>
                  <a:cubicBezTo>
                    <a:pt x="386" y="3576"/>
                    <a:pt x="532" y="3541"/>
                    <a:pt x="628" y="3508"/>
                  </a:cubicBezTo>
                  <a:cubicBezTo>
                    <a:pt x="849" y="3432"/>
                    <a:pt x="1043" y="3280"/>
                    <a:pt x="1187" y="3097"/>
                  </a:cubicBezTo>
                  <a:cubicBezTo>
                    <a:pt x="1412" y="2808"/>
                    <a:pt x="1526" y="2454"/>
                    <a:pt x="1666" y="2123"/>
                  </a:cubicBezTo>
                  <a:cubicBezTo>
                    <a:pt x="1845" y="1697"/>
                    <a:pt x="1986" y="1252"/>
                    <a:pt x="2146" y="818"/>
                  </a:cubicBezTo>
                  <a:cubicBezTo>
                    <a:pt x="2199" y="678"/>
                    <a:pt x="2252" y="537"/>
                    <a:pt x="2286" y="388"/>
                  </a:cubicBezTo>
                  <a:cubicBezTo>
                    <a:pt x="2306" y="316"/>
                    <a:pt x="2317" y="240"/>
                    <a:pt x="2325" y="164"/>
                  </a:cubicBezTo>
                  <a:lnTo>
                    <a:pt x="2325" y="164"/>
                  </a:lnTo>
                  <a:cubicBezTo>
                    <a:pt x="2275" y="190"/>
                    <a:pt x="2231" y="201"/>
                    <a:pt x="2189" y="201"/>
                  </a:cubicBezTo>
                  <a:cubicBezTo>
                    <a:pt x="2099" y="201"/>
                    <a:pt x="2013" y="149"/>
                    <a:pt x="1876" y="69"/>
                  </a:cubicBezTo>
                  <a:cubicBezTo>
                    <a:pt x="1841" y="50"/>
                    <a:pt x="1853" y="42"/>
                    <a:pt x="1841" y="4"/>
                  </a:cubicBezTo>
                  <a:lnTo>
                    <a:pt x="1838"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76" name="Google Shape;703;p38">
              <a:extLst>
                <a:ext uri="{FF2B5EF4-FFF2-40B4-BE49-F238E27FC236}">
                  <a16:creationId xmlns:a16="http://schemas.microsoft.com/office/drawing/2014/main" id="{B7FFAA98-D646-D801-2674-2750F561A04D}"/>
                </a:ext>
              </a:extLst>
            </p:cNvPr>
            <p:cNvSpPr/>
            <p:nvPr/>
          </p:nvSpPr>
          <p:spPr>
            <a:xfrm>
              <a:off x="6602997" y="4093796"/>
              <a:ext cx="260026" cy="407564"/>
            </a:xfrm>
            <a:custGeom>
              <a:avLst/>
              <a:gdLst/>
              <a:ahLst/>
              <a:cxnLst/>
              <a:rect l="l" t="t" r="r" b="b"/>
              <a:pathLst>
                <a:path w="2337" h="3663" extrusionOk="0">
                  <a:moveTo>
                    <a:pt x="1058" y="1"/>
                  </a:moveTo>
                  <a:cubicBezTo>
                    <a:pt x="853" y="647"/>
                    <a:pt x="796" y="1381"/>
                    <a:pt x="648" y="2051"/>
                  </a:cubicBezTo>
                  <a:cubicBezTo>
                    <a:pt x="594" y="2310"/>
                    <a:pt x="533" y="2576"/>
                    <a:pt x="377" y="2789"/>
                  </a:cubicBezTo>
                  <a:cubicBezTo>
                    <a:pt x="282" y="2922"/>
                    <a:pt x="149" y="3032"/>
                    <a:pt x="77" y="3181"/>
                  </a:cubicBezTo>
                  <a:cubicBezTo>
                    <a:pt x="1" y="3329"/>
                    <a:pt x="5" y="3538"/>
                    <a:pt x="145" y="3626"/>
                  </a:cubicBezTo>
                  <a:cubicBezTo>
                    <a:pt x="189" y="3652"/>
                    <a:pt x="236" y="3663"/>
                    <a:pt x="285" y="3663"/>
                  </a:cubicBezTo>
                  <a:cubicBezTo>
                    <a:pt x="357" y="3663"/>
                    <a:pt x="431" y="3640"/>
                    <a:pt x="499" y="3611"/>
                  </a:cubicBezTo>
                  <a:cubicBezTo>
                    <a:pt x="499" y="3611"/>
                    <a:pt x="503" y="3607"/>
                    <a:pt x="507" y="3607"/>
                  </a:cubicBezTo>
                  <a:cubicBezTo>
                    <a:pt x="1013" y="3379"/>
                    <a:pt x="1268" y="2819"/>
                    <a:pt x="1481" y="2306"/>
                  </a:cubicBezTo>
                  <a:cubicBezTo>
                    <a:pt x="1587" y="2055"/>
                    <a:pt x="1690" y="1808"/>
                    <a:pt x="1796" y="1556"/>
                  </a:cubicBezTo>
                  <a:cubicBezTo>
                    <a:pt x="1888" y="1332"/>
                    <a:pt x="2025" y="1172"/>
                    <a:pt x="2165" y="978"/>
                  </a:cubicBezTo>
                  <a:cubicBezTo>
                    <a:pt x="2260" y="849"/>
                    <a:pt x="2337" y="689"/>
                    <a:pt x="2302" y="533"/>
                  </a:cubicBezTo>
                  <a:lnTo>
                    <a:pt x="2310" y="522"/>
                  </a:lnTo>
                  <a:cubicBezTo>
                    <a:pt x="2276" y="503"/>
                    <a:pt x="2241" y="484"/>
                    <a:pt x="2211" y="465"/>
                  </a:cubicBezTo>
                  <a:lnTo>
                    <a:pt x="2207" y="461"/>
                  </a:lnTo>
                  <a:cubicBezTo>
                    <a:pt x="2108" y="567"/>
                    <a:pt x="1987" y="647"/>
                    <a:pt x="1842" y="682"/>
                  </a:cubicBezTo>
                  <a:cubicBezTo>
                    <a:pt x="1813" y="688"/>
                    <a:pt x="1782" y="691"/>
                    <a:pt x="1751" y="691"/>
                  </a:cubicBezTo>
                  <a:cubicBezTo>
                    <a:pt x="1568" y="691"/>
                    <a:pt x="1369" y="579"/>
                    <a:pt x="1386" y="400"/>
                  </a:cubicBezTo>
                  <a:cubicBezTo>
                    <a:pt x="1389" y="358"/>
                    <a:pt x="1405" y="313"/>
                    <a:pt x="1382" y="274"/>
                  </a:cubicBezTo>
                  <a:cubicBezTo>
                    <a:pt x="1363" y="240"/>
                    <a:pt x="1321" y="225"/>
                    <a:pt x="1287" y="210"/>
                  </a:cubicBezTo>
                  <a:cubicBezTo>
                    <a:pt x="1188" y="168"/>
                    <a:pt x="1112" y="92"/>
                    <a:pt x="1058"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77" name="Google Shape;704;p38">
              <a:extLst>
                <a:ext uri="{FF2B5EF4-FFF2-40B4-BE49-F238E27FC236}">
                  <a16:creationId xmlns:a16="http://schemas.microsoft.com/office/drawing/2014/main" id="{74CA823B-A917-5AEC-1782-3BF19D777972}"/>
                </a:ext>
              </a:extLst>
            </p:cNvPr>
            <p:cNvSpPr/>
            <p:nvPr/>
          </p:nvSpPr>
          <p:spPr>
            <a:xfrm>
              <a:off x="6848563" y="3756436"/>
              <a:ext cx="246452" cy="412014"/>
            </a:xfrm>
            <a:custGeom>
              <a:avLst/>
              <a:gdLst/>
              <a:ahLst/>
              <a:cxnLst/>
              <a:rect l="l" t="t" r="r" b="b"/>
              <a:pathLst>
                <a:path w="2215" h="3703" extrusionOk="0">
                  <a:moveTo>
                    <a:pt x="871" y="1"/>
                  </a:moveTo>
                  <a:cubicBezTo>
                    <a:pt x="864" y="8"/>
                    <a:pt x="852" y="12"/>
                    <a:pt x="845" y="16"/>
                  </a:cubicBezTo>
                  <a:cubicBezTo>
                    <a:pt x="1024" y="400"/>
                    <a:pt x="833" y="845"/>
                    <a:pt x="685" y="1245"/>
                  </a:cubicBezTo>
                  <a:cubicBezTo>
                    <a:pt x="556" y="1587"/>
                    <a:pt x="464" y="1941"/>
                    <a:pt x="403" y="2302"/>
                  </a:cubicBezTo>
                  <a:cubicBezTo>
                    <a:pt x="358" y="2584"/>
                    <a:pt x="331" y="2873"/>
                    <a:pt x="225" y="3139"/>
                  </a:cubicBezTo>
                  <a:cubicBezTo>
                    <a:pt x="175" y="3268"/>
                    <a:pt x="99" y="3394"/>
                    <a:pt x="0" y="3493"/>
                  </a:cubicBezTo>
                  <a:lnTo>
                    <a:pt x="4" y="3497"/>
                  </a:lnTo>
                  <a:cubicBezTo>
                    <a:pt x="34" y="3516"/>
                    <a:pt x="69" y="3535"/>
                    <a:pt x="103" y="3554"/>
                  </a:cubicBezTo>
                  <a:cubicBezTo>
                    <a:pt x="273" y="3645"/>
                    <a:pt x="455" y="3703"/>
                    <a:pt x="642" y="3703"/>
                  </a:cubicBezTo>
                  <a:cubicBezTo>
                    <a:pt x="751" y="3703"/>
                    <a:pt x="863" y="3683"/>
                    <a:pt x="974" y="3637"/>
                  </a:cubicBezTo>
                  <a:cubicBezTo>
                    <a:pt x="1027" y="3615"/>
                    <a:pt x="1081" y="3588"/>
                    <a:pt x="1130" y="3558"/>
                  </a:cubicBezTo>
                  <a:cubicBezTo>
                    <a:pt x="1263" y="3470"/>
                    <a:pt x="1374" y="3348"/>
                    <a:pt x="1450" y="3211"/>
                  </a:cubicBezTo>
                  <a:cubicBezTo>
                    <a:pt x="1488" y="3139"/>
                    <a:pt x="1518" y="3063"/>
                    <a:pt x="1533" y="2983"/>
                  </a:cubicBezTo>
                  <a:cubicBezTo>
                    <a:pt x="1571" y="2823"/>
                    <a:pt x="1568" y="2660"/>
                    <a:pt x="1587" y="2500"/>
                  </a:cubicBezTo>
                  <a:cubicBezTo>
                    <a:pt x="1617" y="2264"/>
                    <a:pt x="1701" y="2044"/>
                    <a:pt x="1792" y="1823"/>
                  </a:cubicBezTo>
                  <a:cubicBezTo>
                    <a:pt x="1879" y="1610"/>
                    <a:pt x="1906" y="1385"/>
                    <a:pt x="2005" y="1172"/>
                  </a:cubicBezTo>
                  <a:cubicBezTo>
                    <a:pt x="2070" y="1028"/>
                    <a:pt x="2146" y="887"/>
                    <a:pt x="2180" y="731"/>
                  </a:cubicBezTo>
                  <a:cubicBezTo>
                    <a:pt x="2214" y="579"/>
                    <a:pt x="2199" y="404"/>
                    <a:pt x="2096" y="286"/>
                  </a:cubicBezTo>
                  <a:cubicBezTo>
                    <a:pt x="2089" y="282"/>
                    <a:pt x="2077" y="278"/>
                    <a:pt x="2070" y="271"/>
                  </a:cubicBezTo>
                  <a:cubicBezTo>
                    <a:pt x="2062" y="271"/>
                    <a:pt x="2054" y="267"/>
                    <a:pt x="2051" y="263"/>
                  </a:cubicBezTo>
                  <a:lnTo>
                    <a:pt x="2032" y="237"/>
                  </a:lnTo>
                  <a:cubicBezTo>
                    <a:pt x="1906" y="326"/>
                    <a:pt x="1749" y="369"/>
                    <a:pt x="1596" y="369"/>
                  </a:cubicBezTo>
                  <a:cubicBezTo>
                    <a:pt x="1572" y="369"/>
                    <a:pt x="1549" y="368"/>
                    <a:pt x="1526" y="366"/>
                  </a:cubicBezTo>
                  <a:cubicBezTo>
                    <a:pt x="1320" y="343"/>
                    <a:pt x="963" y="195"/>
                    <a:pt x="871"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78" name="Google Shape;705;p38">
              <a:extLst>
                <a:ext uri="{FF2B5EF4-FFF2-40B4-BE49-F238E27FC236}">
                  <a16:creationId xmlns:a16="http://schemas.microsoft.com/office/drawing/2014/main" id="{CFD93277-DA11-69BB-428A-A511337F426B}"/>
                </a:ext>
              </a:extLst>
            </p:cNvPr>
            <p:cNvSpPr/>
            <p:nvPr/>
          </p:nvSpPr>
          <p:spPr>
            <a:xfrm>
              <a:off x="7074546" y="3220132"/>
              <a:ext cx="122837" cy="573571"/>
            </a:xfrm>
            <a:custGeom>
              <a:avLst/>
              <a:gdLst/>
              <a:ahLst/>
              <a:cxnLst/>
              <a:rect l="l" t="t" r="r" b="b"/>
              <a:pathLst>
                <a:path w="1104" h="5155" extrusionOk="0">
                  <a:moveTo>
                    <a:pt x="693" y="1"/>
                  </a:moveTo>
                  <a:cubicBezTo>
                    <a:pt x="640" y="164"/>
                    <a:pt x="548" y="313"/>
                    <a:pt x="408" y="412"/>
                  </a:cubicBezTo>
                  <a:cubicBezTo>
                    <a:pt x="343" y="457"/>
                    <a:pt x="278" y="492"/>
                    <a:pt x="210" y="514"/>
                  </a:cubicBezTo>
                  <a:cubicBezTo>
                    <a:pt x="160" y="1157"/>
                    <a:pt x="111" y="1804"/>
                    <a:pt x="61" y="2451"/>
                  </a:cubicBezTo>
                  <a:cubicBezTo>
                    <a:pt x="42" y="2721"/>
                    <a:pt x="31" y="2991"/>
                    <a:pt x="73" y="3257"/>
                  </a:cubicBezTo>
                  <a:cubicBezTo>
                    <a:pt x="119" y="3539"/>
                    <a:pt x="221" y="3809"/>
                    <a:pt x="275" y="4090"/>
                  </a:cubicBezTo>
                  <a:cubicBezTo>
                    <a:pt x="324" y="4372"/>
                    <a:pt x="313" y="4684"/>
                    <a:pt x="145" y="4916"/>
                  </a:cubicBezTo>
                  <a:cubicBezTo>
                    <a:pt x="107" y="4973"/>
                    <a:pt x="58" y="5019"/>
                    <a:pt x="1" y="5057"/>
                  </a:cubicBezTo>
                  <a:lnTo>
                    <a:pt x="20" y="5083"/>
                  </a:lnTo>
                  <a:cubicBezTo>
                    <a:pt x="23" y="5087"/>
                    <a:pt x="31" y="5091"/>
                    <a:pt x="39" y="5091"/>
                  </a:cubicBezTo>
                  <a:cubicBezTo>
                    <a:pt x="39" y="5090"/>
                    <a:pt x="40" y="5089"/>
                    <a:pt x="42" y="5089"/>
                  </a:cubicBezTo>
                  <a:cubicBezTo>
                    <a:pt x="46" y="5089"/>
                    <a:pt x="56" y="5093"/>
                    <a:pt x="61" y="5098"/>
                  </a:cubicBezTo>
                  <a:cubicBezTo>
                    <a:pt x="61" y="5098"/>
                    <a:pt x="65" y="5102"/>
                    <a:pt x="65" y="5106"/>
                  </a:cubicBezTo>
                  <a:cubicBezTo>
                    <a:pt x="146" y="5139"/>
                    <a:pt x="232" y="5155"/>
                    <a:pt x="318" y="5155"/>
                  </a:cubicBezTo>
                  <a:cubicBezTo>
                    <a:pt x="467" y="5155"/>
                    <a:pt x="617" y="5108"/>
                    <a:pt x="742" y="5026"/>
                  </a:cubicBezTo>
                  <a:cubicBezTo>
                    <a:pt x="895" y="4927"/>
                    <a:pt x="1016" y="4775"/>
                    <a:pt x="1054" y="4596"/>
                  </a:cubicBezTo>
                  <a:cubicBezTo>
                    <a:pt x="1104" y="4353"/>
                    <a:pt x="1028" y="4102"/>
                    <a:pt x="963" y="3862"/>
                  </a:cubicBezTo>
                  <a:cubicBezTo>
                    <a:pt x="666" y="2702"/>
                    <a:pt x="746" y="1492"/>
                    <a:pt x="777" y="309"/>
                  </a:cubicBezTo>
                  <a:cubicBezTo>
                    <a:pt x="780" y="203"/>
                    <a:pt x="777" y="85"/>
                    <a:pt x="708" y="5"/>
                  </a:cubicBezTo>
                  <a:lnTo>
                    <a:pt x="693"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79" name="Google Shape;706;p38">
              <a:extLst>
                <a:ext uri="{FF2B5EF4-FFF2-40B4-BE49-F238E27FC236}">
                  <a16:creationId xmlns:a16="http://schemas.microsoft.com/office/drawing/2014/main" id="{19BD446A-7E9E-8077-65CC-866CA3C0AA24}"/>
                </a:ext>
              </a:extLst>
            </p:cNvPr>
            <p:cNvSpPr/>
            <p:nvPr/>
          </p:nvSpPr>
          <p:spPr>
            <a:xfrm>
              <a:off x="6788479" y="3246391"/>
              <a:ext cx="187148" cy="516937"/>
            </a:xfrm>
            <a:custGeom>
              <a:avLst/>
              <a:gdLst/>
              <a:ahLst/>
              <a:cxnLst/>
              <a:rect l="l" t="t" r="r" b="b"/>
              <a:pathLst>
                <a:path w="1682" h="4646" extrusionOk="0">
                  <a:moveTo>
                    <a:pt x="555" y="1"/>
                  </a:moveTo>
                  <a:cubicBezTo>
                    <a:pt x="502" y="1279"/>
                    <a:pt x="339" y="2553"/>
                    <a:pt x="69" y="3805"/>
                  </a:cubicBezTo>
                  <a:cubicBezTo>
                    <a:pt x="34" y="3953"/>
                    <a:pt x="0" y="4102"/>
                    <a:pt x="27" y="4250"/>
                  </a:cubicBezTo>
                  <a:cubicBezTo>
                    <a:pt x="34" y="4311"/>
                    <a:pt x="57" y="4368"/>
                    <a:pt x="91" y="4421"/>
                  </a:cubicBezTo>
                  <a:cubicBezTo>
                    <a:pt x="137" y="4497"/>
                    <a:pt x="205" y="4558"/>
                    <a:pt x="293" y="4577"/>
                  </a:cubicBezTo>
                  <a:cubicBezTo>
                    <a:pt x="318" y="4583"/>
                    <a:pt x="342" y="4585"/>
                    <a:pt x="367" y="4585"/>
                  </a:cubicBezTo>
                  <a:cubicBezTo>
                    <a:pt x="503" y="4585"/>
                    <a:pt x="642" y="4512"/>
                    <a:pt x="780" y="4512"/>
                  </a:cubicBezTo>
                  <a:cubicBezTo>
                    <a:pt x="799" y="4512"/>
                    <a:pt x="818" y="4513"/>
                    <a:pt x="837" y="4516"/>
                  </a:cubicBezTo>
                  <a:cubicBezTo>
                    <a:pt x="959" y="4535"/>
                    <a:pt x="1058" y="4623"/>
                    <a:pt x="1179" y="4642"/>
                  </a:cubicBezTo>
                  <a:cubicBezTo>
                    <a:pt x="1195" y="4644"/>
                    <a:pt x="1211" y="4645"/>
                    <a:pt x="1226" y="4645"/>
                  </a:cubicBezTo>
                  <a:cubicBezTo>
                    <a:pt x="1283" y="4645"/>
                    <a:pt x="1337" y="4630"/>
                    <a:pt x="1385" y="4600"/>
                  </a:cubicBezTo>
                  <a:cubicBezTo>
                    <a:pt x="1392" y="4596"/>
                    <a:pt x="1404" y="4592"/>
                    <a:pt x="1411" y="4585"/>
                  </a:cubicBezTo>
                  <a:cubicBezTo>
                    <a:pt x="1533" y="4501"/>
                    <a:pt x="1617" y="4345"/>
                    <a:pt x="1632" y="4197"/>
                  </a:cubicBezTo>
                  <a:cubicBezTo>
                    <a:pt x="1655" y="3957"/>
                    <a:pt x="1564" y="3725"/>
                    <a:pt x="1522" y="3493"/>
                  </a:cubicBezTo>
                  <a:cubicBezTo>
                    <a:pt x="1472" y="3227"/>
                    <a:pt x="1484" y="2957"/>
                    <a:pt x="1503" y="2686"/>
                  </a:cubicBezTo>
                  <a:cubicBezTo>
                    <a:pt x="1556" y="1815"/>
                    <a:pt x="1681" y="975"/>
                    <a:pt x="1621" y="103"/>
                  </a:cubicBezTo>
                  <a:cubicBezTo>
                    <a:pt x="1514" y="73"/>
                    <a:pt x="1404" y="50"/>
                    <a:pt x="1301" y="46"/>
                  </a:cubicBezTo>
                  <a:cubicBezTo>
                    <a:pt x="1271" y="46"/>
                    <a:pt x="1241" y="45"/>
                    <a:pt x="1212" y="45"/>
                  </a:cubicBezTo>
                  <a:cubicBezTo>
                    <a:pt x="1125" y="45"/>
                    <a:pt x="1039" y="48"/>
                    <a:pt x="955" y="48"/>
                  </a:cubicBezTo>
                  <a:cubicBezTo>
                    <a:pt x="818" y="48"/>
                    <a:pt x="685" y="40"/>
                    <a:pt x="555"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80" name="Google Shape;707;p38">
              <a:extLst>
                <a:ext uri="{FF2B5EF4-FFF2-40B4-BE49-F238E27FC236}">
                  <a16:creationId xmlns:a16="http://schemas.microsoft.com/office/drawing/2014/main" id="{D1EE879F-91C7-1696-A9B5-DEBA81980EBD}"/>
                </a:ext>
              </a:extLst>
            </p:cNvPr>
            <p:cNvSpPr/>
            <p:nvPr/>
          </p:nvSpPr>
          <p:spPr>
            <a:xfrm>
              <a:off x="6534012" y="3463583"/>
              <a:ext cx="167343" cy="290068"/>
            </a:xfrm>
            <a:custGeom>
              <a:avLst/>
              <a:gdLst/>
              <a:ahLst/>
              <a:cxnLst/>
              <a:rect l="l" t="t" r="r" b="b"/>
              <a:pathLst>
                <a:path w="1504" h="2607" extrusionOk="0">
                  <a:moveTo>
                    <a:pt x="564" y="0"/>
                  </a:moveTo>
                  <a:lnTo>
                    <a:pt x="549" y="8"/>
                  </a:lnTo>
                  <a:cubicBezTo>
                    <a:pt x="336" y="46"/>
                    <a:pt x="206" y="1305"/>
                    <a:pt x="119" y="1549"/>
                  </a:cubicBezTo>
                  <a:cubicBezTo>
                    <a:pt x="65" y="1701"/>
                    <a:pt x="1" y="1857"/>
                    <a:pt x="1" y="2016"/>
                  </a:cubicBezTo>
                  <a:cubicBezTo>
                    <a:pt x="1" y="2047"/>
                    <a:pt x="5" y="2081"/>
                    <a:pt x="12" y="2112"/>
                  </a:cubicBezTo>
                  <a:cubicBezTo>
                    <a:pt x="39" y="2245"/>
                    <a:pt x="126" y="2363"/>
                    <a:pt x="252" y="2397"/>
                  </a:cubicBezTo>
                  <a:cubicBezTo>
                    <a:pt x="347" y="2420"/>
                    <a:pt x="453" y="2397"/>
                    <a:pt x="533" y="2446"/>
                  </a:cubicBezTo>
                  <a:cubicBezTo>
                    <a:pt x="575" y="2477"/>
                    <a:pt x="602" y="2522"/>
                    <a:pt x="644" y="2557"/>
                  </a:cubicBezTo>
                  <a:cubicBezTo>
                    <a:pt x="686" y="2591"/>
                    <a:pt x="736" y="2607"/>
                    <a:pt x="788" y="2607"/>
                  </a:cubicBezTo>
                  <a:cubicBezTo>
                    <a:pt x="845" y="2607"/>
                    <a:pt x="904" y="2588"/>
                    <a:pt x="956" y="2557"/>
                  </a:cubicBezTo>
                  <a:cubicBezTo>
                    <a:pt x="1016" y="2519"/>
                    <a:pt x="1066" y="2469"/>
                    <a:pt x="1096" y="2408"/>
                  </a:cubicBezTo>
                  <a:cubicBezTo>
                    <a:pt x="1180" y="2245"/>
                    <a:pt x="1161" y="2054"/>
                    <a:pt x="1157" y="1872"/>
                  </a:cubicBezTo>
                  <a:cubicBezTo>
                    <a:pt x="1153" y="1514"/>
                    <a:pt x="1115" y="1119"/>
                    <a:pt x="1313" y="811"/>
                  </a:cubicBezTo>
                  <a:cubicBezTo>
                    <a:pt x="1404" y="666"/>
                    <a:pt x="1503" y="491"/>
                    <a:pt x="1443" y="327"/>
                  </a:cubicBezTo>
                  <a:lnTo>
                    <a:pt x="1435" y="316"/>
                  </a:lnTo>
                  <a:cubicBezTo>
                    <a:pt x="1343" y="378"/>
                    <a:pt x="1237" y="408"/>
                    <a:pt x="1130" y="408"/>
                  </a:cubicBezTo>
                  <a:cubicBezTo>
                    <a:pt x="978" y="408"/>
                    <a:pt x="823" y="347"/>
                    <a:pt x="701" y="225"/>
                  </a:cubicBezTo>
                  <a:cubicBezTo>
                    <a:pt x="640" y="160"/>
                    <a:pt x="590" y="84"/>
                    <a:pt x="564"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81" name="Google Shape;708;p38">
              <a:extLst>
                <a:ext uri="{FF2B5EF4-FFF2-40B4-BE49-F238E27FC236}">
                  <a16:creationId xmlns:a16="http://schemas.microsoft.com/office/drawing/2014/main" id="{5D1E294D-92F3-E90B-997C-767CC4CA0E3D}"/>
                </a:ext>
              </a:extLst>
            </p:cNvPr>
            <p:cNvSpPr/>
            <p:nvPr/>
          </p:nvSpPr>
          <p:spPr>
            <a:xfrm>
              <a:off x="6781692" y="2897014"/>
              <a:ext cx="378078" cy="385088"/>
            </a:xfrm>
            <a:custGeom>
              <a:avLst/>
              <a:gdLst/>
              <a:ahLst/>
              <a:cxnLst/>
              <a:rect l="l" t="t" r="r" b="b"/>
              <a:pathLst>
                <a:path w="3398" h="3461" extrusionOk="0">
                  <a:moveTo>
                    <a:pt x="1719" y="0"/>
                  </a:moveTo>
                  <a:cubicBezTo>
                    <a:pt x="1630" y="0"/>
                    <a:pt x="1535" y="21"/>
                    <a:pt x="1434" y="67"/>
                  </a:cubicBezTo>
                  <a:cubicBezTo>
                    <a:pt x="1141" y="200"/>
                    <a:pt x="944" y="535"/>
                    <a:pt x="624" y="569"/>
                  </a:cubicBezTo>
                  <a:cubicBezTo>
                    <a:pt x="613" y="573"/>
                    <a:pt x="601" y="573"/>
                    <a:pt x="594" y="573"/>
                  </a:cubicBezTo>
                  <a:cubicBezTo>
                    <a:pt x="335" y="991"/>
                    <a:pt x="99" y="1528"/>
                    <a:pt x="27" y="2015"/>
                  </a:cubicBezTo>
                  <a:cubicBezTo>
                    <a:pt x="0" y="2194"/>
                    <a:pt x="8" y="2384"/>
                    <a:pt x="57" y="2555"/>
                  </a:cubicBezTo>
                  <a:cubicBezTo>
                    <a:pt x="103" y="2711"/>
                    <a:pt x="187" y="2852"/>
                    <a:pt x="305" y="2962"/>
                  </a:cubicBezTo>
                  <a:cubicBezTo>
                    <a:pt x="316" y="2970"/>
                    <a:pt x="324" y="2977"/>
                    <a:pt x="335" y="2985"/>
                  </a:cubicBezTo>
                  <a:cubicBezTo>
                    <a:pt x="426" y="3061"/>
                    <a:pt x="518" y="3110"/>
                    <a:pt x="616" y="3141"/>
                  </a:cubicBezTo>
                  <a:cubicBezTo>
                    <a:pt x="746" y="3180"/>
                    <a:pt x="879" y="3188"/>
                    <a:pt x="1016" y="3188"/>
                  </a:cubicBezTo>
                  <a:cubicBezTo>
                    <a:pt x="1100" y="3188"/>
                    <a:pt x="1186" y="3185"/>
                    <a:pt x="1273" y="3185"/>
                  </a:cubicBezTo>
                  <a:cubicBezTo>
                    <a:pt x="1302" y="3185"/>
                    <a:pt x="1332" y="3186"/>
                    <a:pt x="1362" y="3186"/>
                  </a:cubicBezTo>
                  <a:cubicBezTo>
                    <a:pt x="1465" y="3190"/>
                    <a:pt x="1575" y="3213"/>
                    <a:pt x="1682" y="3243"/>
                  </a:cubicBezTo>
                  <a:cubicBezTo>
                    <a:pt x="1981" y="3323"/>
                    <a:pt x="2284" y="3460"/>
                    <a:pt x="2580" y="3460"/>
                  </a:cubicBezTo>
                  <a:cubicBezTo>
                    <a:pt x="2668" y="3460"/>
                    <a:pt x="2755" y="3448"/>
                    <a:pt x="2842" y="3418"/>
                  </a:cubicBezTo>
                  <a:cubicBezTo>
                    <a:pt x="2910" y="3396"/>
                    <a:pt x="2975" y="3361"/>
                    <a:pt x="3040" y="3316"/>
                  </a:cubicBezTo>
                  <a:cubicBezTo>
                    <a:pt x="3180" y="3217"/>
                    <a:pt x="3272" y="3068"/>
                    <a:pt x="3325" y="2905"/>
                  </a:cubicBezTo>
                  <a:cubicBezTo>
                    <a:pt x="3348" y="2833"/>
                    <a:pt x="3363" y="2760"/>
                    <a:pt x="3371" y="2684"/>
                  </a:cubicBezTo>
                  <a:cubicBezTo>
                    <a:pt x="3397" y="2445"/>
                    <a:pt x="3355" y="2197"/>
                    <a:pt x="3314" y="1958"/>
                  </a:cubicBezTo>
                  <a:cubicBezTo>
                    <a:pt x="3245" y="1573"/>
                    <a:pt x="3180" y="1189"/>
                    <a:pt x="3112" y="801"/>
                  </a:cubicBezTo>
                  <a:cubicBezTo>
                    <a:pt x="2960" y="801"/>
                    <a:pt x="2800" y="740"/>
                    <a:pt x="2671" y="626"/>
                  </a:cubicBezTo>
                  <a:cubicBezTo>
                    <a:pt x="2390" y="376"/>
                    <a:pt x="2103" y="0"/>
                    <a:pt x="1719"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82" name="Google Shape;709;p38">
              <a:extLst>
                <a:ext uri="{FF2B5EF4-FFF2-40B4-BE49-F238E27FC236}">
                  <a16:creationId xmlns:a16="http://schemas.microsoft.com/office/drawing/2014/main" id="{A5F6ECCF-050B-1F82-EDB1-6383EA418571}"/>
                </a:ext>
              </a:extLst>
            </p:cNvPr>
            <p:cNvSpPr/>
            <p:nvPr/>
          </p:nvSpPr>
          <p:spPr>
            <a:xfrm>
              <a:off x="6337626" y="619612"/>
              <a:ext cx="538968" cy="2561654"/>
            </a:xfrm>
            <a:custGeom>
              <a:avLst/>
              <a:gdLst/>
              <a:ahLst/>
              <a:cxnLst/>
              <a:rect l="l" t="t" r="r" b="b"/>
              <a:pathLst>
                <a:path w="4844" h="23023" extrusionOk="0">
                  <a:moveTo>
                    <a:pt x="1363" y="0"/>
                  </a:moveTo>
                  <a:cubicBezTo>
                    <a:pt x="1111" y="61"/>
                    <a:pt x="860" y="122"/>
                    <a:pt x="609" y="183"/>
                  </a:cubicBezTo>
                  <a:cubicBezTo>
                    <a:pt x="408" y="232"/>
                    <a:pt x="202" y="278"/>
                    <a:pt x="1" y="324"/>
                  </a:cubicBezTo>
                  <a:cubicBezTo>
                    <a:pt x="971" y="5771"/>
                    <a:pt x="1937" y="11223"/>
                    <a:pt x="2892" y="16674"/>
                  </a:cubicBezTo>
                  <a:cubicBezTo>
                    <a:pt x="3112" y="17937"/>
                    <a:pt x="3337" y="19207"/>
                    <a:pt x="3383" y="20489"/>
                  </a:cubicBezTo>
                  <a:cubicBezTo>
                    <a:pt x="3402" y="20942"/>
                    <a:pt x="3409" y="21402"/>
                    <a:pt x="3497" y="21851"/>
                  </a:cubicBezTo>
                  <a:cubicBezTo>
                    <a:pt x="3519" y="21984"/>
                    <a:pt x="3565" y="22201"/>
                    <a:pt x="3637" y="22414"/>
                  </a:cubicBezTo>
                  <a:cubicBezTo>
                    <a:pt x="3729" y="22684"/>
                    <a:pt x="3862" y="22947"/>
                    <a:pt x="4048" y="23023"/>
                  </a:cubicBezTo>
                  <a:cubicBezTo>
                    <a:pt x="3999" y="22852"/>
                    <a:pt x="3991" y="22662"/>
                    <a:pt x="4018" y="22483"/>
                  </a:cubicBezTo>
                  <a:cubicBezTo>
                    <a:pt x="4090" y="21996"/>
                    <a:pt x="4326" y="21459"/>
                    <a:pt x="4585" y="21041"/>
                  </a:cubicBezTo>
                  <a:lnTo>
                    <a:pt x="4585" y="21041"/>
                  </a:lnTo>
                  <a:cubicBezTo>
                    <a:pt x="4578" y="21041"/>
                    <a:pt x="4572" y="21041"/>
                    <a:pt x="4566" y="21041"/>
                  </a:cubicBezTo>
                  <a:cubicBezTo>
                    <a:pt x="4214" y="21041"/>
                    <a:pt x="3958" y="20628"/>
                    <a:pt x="4003" y="20269"/>
                  </a:cubicBezTo>
                  <a:cubicBezTo>
                    <a:pt x="4048" y="19892"/>
                    <a:pt x="4315" y="19588"/>
                    <a:pt x="4573" y="19306"/>
                  </a:cubicBezTo>
                  <a:cubicBezTo>
                    <a:pt x="4668" y="19207"/>
                    <a:pt x="4744" y="19112"/>
                    <a:pt x="4813" y="19025"/>
                  </a:cubicBezTo>
                  <a:cubicBezTo>
                    <a:pt x="4843" y="18869"/>
                    <a:pt x="4775" y="18709"/>
                    <a:pt x="4722" y="18557"/>
                  </a:cubicBezTo>
                  <a:cubicBezTo>
                    <a:pt x="4649" y="18336"/>
                    <a:pt x="4634" y="18119"/>
                    <a:pt x="4596" y="17899"/>
                  </a:cubicBezTo>
                  <a:cubicBezTo>
                    <a:pt x="4558" y="17663"/>
                    <a:pt x="4486" y="17427"/>
                    <a:pt x="4436" y="17195"/>
                  </a:cubicBezTo>
                  <a:cubicBezTo>
                    <a:pt x="4326" y="16697"/>
                    <a:pt x="4219" y="16202"/>
                    <a:pt x="4113" y="15704"/>
                  </a:cubicBezTo>
                  <a:cubicBezTo>
                    <a:pt x="3900" y="14707"/>
                    <a:pt x="3698" y="13714"/>
                    <a:pt x="3500" y="12714"/>
                  </a:cubicBezTo>
                  <a:cubicBezTo>
                    <a:pt x="3029" y="10336"/>
                    <a:pt x="2599" y="7955"/>
                    <a:pt x="2203" y="5562"/>
                  </a:cubicBezTo>
                  <a:cubicBezTo>
                    <a:pt x="1899" y="3713"/>
                    <a:pt x="1617" y="1861"/>
                    <a:pt x="1363" y="0"/>
                  </a:cubicBezTo>
                  <a:close/>
                </a:path>
              </a:pathLst>
            </a:custGeom>
            <a:solidFill>
              <a:schemeClr val="lt2"/>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83" name="Google Shape;710;p38">
              <a:extLst>
                <a:ext uri="{FF2B5EF4-FFF2-40B4-BE49-F238E27FC236}">
                  <a16:creationId xmlns:a16="http://schemas.microsoft.com/office/drawing/2014/main" id="{70000F56-17CE-E632-64E6-D555DE67D816}"/>
                </a:ext>
              </a:extLst>
            </p:cNvPr>
            <p:cNvSpPr/>
            <p:nvPr/>
          </p:nvSpPr>
          <p:spPr>
            <a:xfrm>
              <a:off x="6506529" y="3698466"/>
              <a:ext cx="138970" cy="303531"/>
            </a:xfrm>
            <a:custGeom>
              <a:avLst/>
              <a:gdLst/>
              <a:ahLst/>
              <a:cxnLst/>
              <a:rect l="l" t="t" r="r" b="b"/>
              <a:pathLst>
                <a:path w="1249" h="2728" extrusionOk="0">
                  <a:moveTo>
                    <a:pt x="244" y="1"/>
                  </a:moveTo>
                  <a:cubicBezTo>
                    <a:pt x="130" y="115"/>
                    <a:pt x="92" y="301"/>
                    <a:pt x="118" y="457"/>
                  </a:cubicBezTo>
                  <a:cubicBezTo>
                    <a:pt x="172" y="758"/>
                    <a:pt x="96" y="1028"/>
                    <a:pt x="39" y="1328"/>
                  </a:cubicBezTo>
                  <a:cubicBezTo>
                    <a:pt x="20" y="1427"/>
                    <a:pt x="1" y="1534"/>
                    <a:pt x="8" y="1636"/>
                  </a:cubicBezTo>
                  <a:cubicBezTo>
                    <a:pt x="23" y="1773"/>
                    <a:pt x="80" y="1899"/>
                    <a:pt x="137" y="2021"/>
                  </a:cubicBezTo>
                  <a:cubicBezTo>
                    <a:pt x="225" y="2203"/>
                    <a:pt x="442" y="2675"/>
                    <a:pt x="666" y="2724"/>
                  </a:cubicBezTo>
                  <a:cubicBezTo>
                    <a:pt x="677" y="2726"/>
                    <a:pt x="687" y="2727"/>
                    <a:pt x="697" y="2727"/>
                  </a:cubicBezTo>
                  <a:cubicBezTo>
                    <a:pt x="766" y="2727"/>
                    <a:pt x="832" y="2685"/>
                    <a:pt x="872" y="2625"/>
                  </a:cubicBezTo>
                  <a:cubicBezTo>
                    <a:pt x="917" y="2561"/>
                    <a:pt x="936" y="2477"/>
                    <a:pt x="944" y="2397"/>
                  </a:cubicBezTo>
                  <a:cubicBezTo>
                    <a:pt x="963" y="2184"/>
                    <a:pt x="933" y="1967"/>
                    <a:pt x="925" y="1754"/>
                  </a:cubicBezTo>
                  <a:cubicBezTo>
                    <a:pt x="917" y="1507"/>
                    <a:pt x="967" y="1248"/>
                    <a:pt x="1031" y="1009"/>
                  </a:cubicBezTo>
                  <a:cubicBezTo>
                    <a:pt x="1077" y="841"/>
                    <a:pt x="1248" y="621"/>
                    <a:pt x="1203" y="446"/>
                  </a:cubicBezTo>
                  <a:lnTo>
                    <a:pt x="1203" y="446"/>
                  </a:lnTo>
                  <a:cubicBezTo>
                    <a:pt x="1151" y="477"/>
                    <a:pt x="1092" y="496"/>
                    <a:pt x="1035" y="496"/>
                  </a:cubicBezTo>
                  <a:cubicBezTo>
                    <a:pt x="983" y="496"/>
                    <a:pt x="933" y="480"/>
                    <a:pt x="891" y="446"/>
                  </a:cubicBezTo>
                  <a:cubicBezTo>
                    <a:pt x="849" y="411"/>
                    <a:pt x="822" y="366"/>
                    <a:pt x="780" y="335"/>
                  </a:cubicBezTo>
                  <a:cubicBezTo>
                    <a:pt x="700" y="286"/>
                    <a:pt x="594" y="309"/>
                    <a:pt x="499" y="286"/>
                  </a:cubicBezTo>
                  <a:cubicBezTo>
                    <a:pt x="373" y="252"/>
                    <a:pt x="286" y="134"/>
                    <a:pt x="259"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84" name="Google Shape;711;p38">
              <a:extLst>
                <a:ext uri="{FF2B5EF4-FFF2-40B4-BE49-F238E27FC236}">
                  <a16:creationId xmlns:a16="http://schemas.microsoft.com/office/drawing/2014/main" id="{A09C940A-BB5F-D3B6-45DB-BF1EEFEDE671}"/>
                </a:ext>
              </a:extLst>
            </p:cNvPr>
            <p:cNvSpPr/>
            <p:nvPr/>
          </p:nvSpPr>
          <p:spPr>
            <a:xfrm>
              <a:off x="6659298" y="4151766"/>
              <a:ext cx="315881" cy="380749"/>
            </a:xfrm>
            <a:custGeom>
              <a:avLst/>
              <a:gdLst/>
              <a:ahLst/>
              <a:cxnLst/>
              <a:rect l="l" t="t" r="r" b="b"/>
              <a:pathLst>
                <a:path w="2839" h="3422" extrusionOk="0">
                  <a:moveTo>
                    <a:pt x="1804" y="1"/>
                  </a:moveTo>
                  <a:lnTo>
                    <a:pt x="1796" y="12"/>
                  </a:lnTo>
                  <a:cubicBezTo>
                    <a:pt x="1831" y="168"/>
                    <a:pt x="1754" y="328"/>
                    <a:pt x="1659" y="457"/>
                  </a:cubicBezTo>
                  <a:cubicBezTo>
                    <a:pt x="1519" y="651"/>
                    <a:pt x="1382" y="811"/>
                    <a:pt x="1290" y="1035"/>
                  </a:cubicBezTo>
                  <a:cubicBezTo>
                    <a:pt x="1184" y="1287"/>
                    <a:pt x="1081" y="1534"/>
                    <a:pt x="975" y="1785"/>
                  </a:cubicBezTo>
                  <a:cubicBezTo>
                    <a:pt x="762" y="2298"/>
                    <a:pt x="507" y="2858"/>
                    <a:pt x="1" y="3086"/>
                  </a:cubicBezTo>
                  <a:lnTo>
                    <a:pt x="16" y="3124"/>
                  </a:lnTo>
                  <a:cubicBezTo>
                    <a:pt x="50" y="3272"/>
                    <a:pt x="191" y="3375"/>
                    <a:pt x="339" y="3409"/>
                  </a:cubicBezTo>
                  <a:cubicBezTo>
                    <a:pt x="382" y="3418"/>
                    <a:pt x="425" y="3422"/>
                    <a:pt x="469" y="3422"/>
                  </a:cubicBezTo>
                  <a:cubicBezTo>
                    <a:pt x="575" y="3422"/>
                    <a:pt x="683" y="3399"/>
                    <a:pt x="788" y="3375"/>
                  </a:cubicBezTo>
                  <a:cubicBezTo>
                    <a:pt x="971" y="3329"/>
                    <a:pt x="1153" y="3269"/>
                    <a:pt x="1313" y="3170"/>
                  </a:cubicBezTo>
                  <a:cubicBezTo>
                    <a:pt x="1397" y="3120"/>
                    <a:pt x="1473" y="3059"/>
                    <a:pt x="1538" y="2983"/>
                  </a:cubicBezTo>
                  <a:cubicBezTo>
                    <a:pt x="1678" y="2827"/>
                    <a:pt x="1758" y="2622"/>
                    <a:pt x="1834" y="2424"/>
                  </a:cubicBezTo>
                  <a:cubicBezTo>
                    <a:pt x="2002" y="1979"/>
                    <a:pt x="2173" y="1538"/>
                    <a:pt x="2340" y="1096"/>
                  </a:cubicBezTo>
                  <a:cubicBezTo>
                    <a:pt x="2420" y="883"/>
                    <a:pt x="2477" y="606"/>
                    <a:pt x="2599" y="415"/>
                  </a:cubicBezTo>
                  <a:cubicBezTo>
                    <a:pt x="2683" y="278"/>
                    <a:pt x="2839" y="210"/>
                    <a:pt x="2839" y="16"/>
                  </a:cubicBezTo>
                  <a:lnTo>
                    <a:pt x="2831" y="5"/>
                  </a:lnTo>
                  <a:cubicBezTo>
                    <a:pt x="2782" y="35"/>
                    <a:pt x="2728" y="62"/>
                    <a:pt x="2675" y="84"/>
                  </a:cubicBezTo>
                  <a:cubicBezTo>
                    <a:pt x="2564" y="130"/>
                    <a:pt x="2452" y="150"/>
                    <a:pt x="2343" y="150"/>
                  </a:cubicBezTo>
                  <a:cubicBezTo>
                    <a:pt x="2156" y="150"/>
                    <a:pt x="1974" y="92"/>
                    <a:pt x="1804"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85" name="Google Shape;712;p38">
              <a:extLst>
                <a:ext uri="{FF2B5EF4-FFF2-40B4-BE49-F238E27FC236}">
                  <a16:creationId xmlns:a16="http://schemas.microsoft.com/office/drawing/2014/main" id="{5919226F-1218-B3D1-8C82-549A8947C16C}"/>
                </a:ext>
              </a:extLst>
            </p:cNvPr>
            <p:cNvSpPr/>
            <p:nvPr/>
          </p:nvSpPr>
          <p:spPr>
            <a:xfrm>
              <a:off x="7009789" y="3779357"/>
              <a:ext cx="174130" cy="356827"/>
            </a:xfrm>
            <a:custGeom>
              <a:avLst/>
              <a:gdLst/>
              <a:ahLst/>
              <a:cxnLst/>
              <a:rect l="l" t="t" r="r" b="b"/>
              <a:pathLst>
                <a:path w="1565" h="3207" extrusionOk="0">
                  <a:moveTo>
                    <a:pt x="1324" y="0"/>
                  </a:moveTo>
                  <a:cubicBezTo>
                    <a:pt x="1199" y="82"/>
                    <a:pt x="1049" y="129"/>
                    <a:pt x="900" y="129"/>
                  </a:cubicBezTo>
                  <a:cubicBezTo>
                    <a:pt x="814" y="129"/>
                    <a:pt x="728" y="113"/>
                    <a:pt x="647" y="80"/>
                  </a:cubicBezTo>
                  <a:lnTo>
                    <a:pt x="647" y="80"/>
                  </a:lnTo>
                  <a:cubicBezTo>
                    <a:pt x="750" y="198"/>
                    <a:pt x="765" y="373"/>
                    <a:pt x="731" y="525"/>
                  </a:cubicBezTo>
                  <a:cubicBezTo>
                    <a:pt x="697" y="681"/>
                    <a:pt x="621" y="822"/>
                    <a:pt x="556" y="966"/>
                  </a:cubicBezTo>
                  <a:cubicBezTo>
                    <a:pt x="457" y="1179"/>
                    <a:pt x="430" y="1404"/>
                    <a:pt x="343" y="1617"/>
                  </a:cubicBezTo>
                  <a:cubicBezTo>
                    <a:pt x="252" y="1838"/>
                    <a:pt x="168" y="2058"/>
                    <a:pt x="138" y="2294"/>
                  </a:cubicBezTo>
                  <a:cubicBezTo>
                    <a:pt x="119" y="2454"/>
                    <a:pt x="122" y="2617"/>
                    <a:pt x="84" y="2777"/>
                  </a:cubicBezTo>
                  <a:cubicBezTo>
                    <a:pt x="69" y="2857"/>
                    <a:pt x="39" y="2933"/>
                    <a:pt x="1" y="3005"/>
                  </a:cubicBezTo>
                  <a:lnTo>
                    <a:pt x="4" y="3009"/>
                  </a:lnTo>
                  <a:cubicBezTo>
                    <a:pt x="16" y="3047"/>
                    <a:pt x="4" y="3055"/>
                    <a:pt x="39" y="3074"/>
                  </a:cubicBezTo>
                  <a:cubicBezTo>
                    <a:pt x="176" y="3154"/>
                    <a:pt x="262" y="3206"/>
                    <a:pt x="352" y="3206"/>
                  </a:cubicBezTo>
                  <a:cubicBezTo>
                    <a:pt x="394" y="3206"/>
                    <a:pt x="438" y="3195"/>
                    <a:pt x="488" y="3169"/>
                  </a:cubicBezTo>
                  <a:cubicBezTo>
                    <a:pt x="522" y="3154"/>
                    <a:pt x="556" y="3131"/>
                    <a:pt x="598" y="3104"/>
                  </a:cubicBezTo>
                  <a:cubicBezTo>
                    <a:pt x="933" y="2861"/>
                    <a:pt x="917" y="2370"/>
                    <a:pt x="1005" y="1967"/>
                  </a:cubicBezTo>
                  <a:cubicBezTo>
                    <a:pt x="1073" y="1647"/>
                    <a:pt x="1222" y="1351"/>
                    <a:pt x="1324" y="1042"/>
                  </a:cubicBezTo>
                  <a:cubicBezTo>
                    <a:pt x="1416" y="765"/>
                    <a:pt x="1564" y="244"/>
                    <a:pt x="1324"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86" name="Google Shape;713;p38">
              <a:extLst>
                <a:ext uri="{FF2B5EF4-FFF2-40B4-BE49-F238E27FC236}">
                  <a16:creationId xmlns:a16="http://schemas.microsoft.com/office/drawing/2014/main" id="{32C5199D-CE28-2EC3-08C8-1666A7E8F725}"/>
                </a:ext>
              </a:extLst>
            </p:cNvPr>
            <p:cNvSpPr/>
            <p:nvPr/>
          </p:nvSpPr>
          <p:spPr>
            <a:xfrm>
              <a:off x="6945477" y="3257851"/>
              <a:ext cx="165117" cy="539635"/>
            </a:xfrm>
            <a:custGeom>
              <a:avLst/>
              <a:gdLst/>
              <a:ahLst/>
              <a:cxnLst/>
              <a:rect l="l" t="t" r="r" b="b"/>
              <a:pathLst>
                <a:path w="1484" h="4850" extrusionOk="0">
                  <a:moveTo>
                    <a:pt x="210" y="0"/>
                  </a:moveTo>
                  <a:lnTo>
                    <a:pt x="210" y="0"/>
                  </a:lnTo>
                  <a:cubicBezTo>
                    <a:pt x="270" y="872"/>
                    <a:pt x="145" y="1712"/>
                    <a:pt x="92" y="2583"/>
                  </a:cubicBezTo>
                  <a:cubicBezTo>
                    <a:pt x="73" y="2854"/>
                    <a:pt x="61" y="3124"/>
                    <a:pt x="111" y="3390"/>
                  </a:cubicBezTo>
                  <a:cubicBezTo>
                    <a:pt x="153" y="3622"/>
                    <a:pt x="244" y="3854"/>
                    <a:pt x="221" y="4094"/>
                  </a:cubicBezTo>
                  <a:cubicBezTo>
                    <a:pt x="206" y="4242"/>
                    <a:pt x="122" y="4398"/>
                    <a:pt x="0" y="4482"/>
                  </a:cubicBezTo>
                  <a:cubicBezTo>
                    <a:pt x="92" y="4676"/>
                    <a:pt x="449" y="4824"/>
                    <a:pt x="655" y="4847"/>
                  </a:cubicBezTo>
                  <a:cubicBezTo>
                    <a:pt x="678" y="4849"/>
                    <a:pt x="701" y="4850"/>
                    <a:pt x="725" y="4850"/>
                  </a:cubicBezTo>
                  <a:cubicBezTo>
                    <a:pt x="878" y="4850"/>
                    <a:pt x="1035" y="4807"/>
                    <a:pt x="1161" y="4718"/>
                  </a:cubicBezTo>
                  <a:cubicBezTo>
                    <a:pt x="1218" y="4680"/>
                    <a:pt x="1267" y="4634"/>
                    <a:pt x="1305" y="4577"/>
                  </a:cubicBezTo>
                  <a:cubicBezTo>
                    <a:pt x="1473" y="4345"/>
                    <a:pt x="1484" y="4033"/>
                    <a:pt x="1435" y="3751"/>
                  </a:cubicBezTo>
                  <a:cubicBezTo>
                    <a:pt x="1381" y="3470"/>
                    <a:pt x="1279" y="3200"/>
                    <a:pt x="1233" y="2918"/>
                  </a:cubicBezTo>
                  <a:cubicBezTo>
                    <a:pt x="1191" y="2652"/>
                    <a:pt x="1202" y="2382"/>
                    <a:pt x="1221" y="2112"/>
                  </a:cubicBezTo>
                  <a:cubicBezTo>
                    <a:pt x="1271" y="1465"/>
                    <a:pt x="1320" y="818"/>
                    <a:pt x="1370" y="175"/>
                  </a:cubicBezTo>
                  <a:lnTo>
                    <a:pt x="1370" y="175"/>
                  </a:lnTo>
                  <a:cubicBezTo>
                    <a:pt x="1283" y="205"/>
                    <a:pt x="1196" y="217"/>
                    <a:pt x="1108" y="217"/>
                  </a:cubicBezTo>
                  <a:cubicBezTo>
                    <a:pt x="812" y="217"/>
                    <a:pt x="509" y="80"/>
                    <a:pt x="210"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87" name="Google Shape;714;p38">
              <a:extLst>
                <a:ext uri="{FF2B5EF4-FFF2-40B4-BE49-F238E27FC236}">
                  <a16:creationId xmlns:a16="http://schemas.microsoft.com/office/drawing/2014/main" id="{F9C564D4-4A24-1E64-6A87-A7605AA65B07}"/>
                </a:ext>
              </a:extLst>
            </p:cNvPr>
            <p:cNvSpPr/>
            <p:nvPr/>
          </p:nvSpPr>
          <p:spPr>
            <a:xfrm>
              <a:off x="6709702" y="3738300"/>
              <a:ext cx="252794" cy="432487"/>
            </a:xfrm>
            <a:custGeom>
              <a:avLst/>
              <a:gdLst/>
              <a:ahLst/>
              <a:cxnLst/>
              <a:rect l="l" t="t" r="r" b="b"/>
              <a:pathLst>
                <a:path w="2272" h="3887" extrusionOk="0">
                  <a:moveTo>
                    <a:pt x="799" y="0"/>
                  </a:moveTo>
                  <a:cubicBezTo>
                    <a:pt x="685" y="95"/>
                    <a:pt x="681" y="274"/>
                    <a:pt x="693" y="426"/>
                  </a:cubicBezTo>
                  <a:cubicBezTo>
                    <a:pt x="750" y="982"/>
                    <a:pt x="385" y="1628"/>
                    <a:pt x="183" y="2134"/>
                  </a:cubicBezTo>
                  <a:cubicBezTo>
                    <a:pt x="96" y="2355"/>
                    <a:pt x="0" y="2579"/>
                    <a:pt x="0" y="2819"/>
                  </a:cubicBezTo>
                  <a:cubicBezTo>
                    <a:pt x="0" y="2948"/>
                    <a:pt x="31" y="3081"/>
                    <a:pt x="99" y="3196"/>
                  </a:cubicBezTo>
                  <a:cubicBezTo>
                    <a:pt x="153" y="3287"/>
                    <a:pt x="229" y="3363"/>
                    <a:pt x="328" y="3405"/>
                  </a:cubicBezTo>
                  <a:cubicBezTo>
                    <a:pt x="362" y="3420"/>
                    <a:pt x="404" y="3435"/>
                    <a:pt x="423" y="3469"/>
                  </a:cubicBezTo>
                  <a:cubicBezTo>
                    <a:pt x="446" y="3508"/>
                    <a:pt x="430" y="3553"/>
                    <a:pt x="427" y="3595"/>
                  </a:cubicBezTo>
                  <a:cubicBezTo>
                    <a:pt x="410" y="3774"/>
                    <a:pt x="609" y="3886"/>
                    <a:pt x="792" y="3886"/>
                  </a:cubicBezTo>
                  <a:cubicBezTo>
                    <a:pt x="823" y="3886"/>
                    <a:pt x="854" y="3883"/>
                    <a:pt x="883" y="3877"/>
                  </a:cubicBezTo>
                  <a:cubicBezTo>
                    <a:pt x="1028" y="3842"/>
                    <a:pt x="1149" y="3762"/>
                    <a:pt x="1248" y="3656"/>
                  </a:cubicBezTo>
                  <a:cubicBezTo>
                    <a:pt x="1347" y="3557"/>
                    <a:pt x="1423" y="3431"/>
                    <a:pt x="1473" y="3302"/>
                  </a:cubicBezTo>
                  <a:cubicBezTo>
                    <a:pt x="1579" y="3036"/>
                    <a:pt x="1606" y="2747"/>
                    <a:pt x="1651" y="2465"/>
                  </a:cubicBezTo>
                  <a:cubicBezTo>
                    <a:pt x="1712" y="2104"/>
                    <a:pt x="1804" y="1750"/>
                    <a:pt x="1933" y="1408"/>
                  </a:cubicBezTo>
                  <a:cubicBezTo>
                    <a:pt x="2081" y="1008"/>
                    <a:pt x="2272" y="563"/>
                    <a:pt x="2093" y="179"/>
                  </a:cubicBezTo>
                  <a:lnTo>
                    <a:pt x="2093" y="179"/>
                  </a:lnTo>
                  <a:cubicBezTo>
                    <a:pt x="2045" y="209"/>
                    <a:pt x="1991" y="224"/>
                    <a:pt x="1934" y="224"/>
                  </a:cubicBezTo>
                  <a:cubicBezTo>
                    <a:pt x="1919" y="224"/>
                    <a:pt x="1903" y="223"/>
                    <a:pt x="1887" y="221"/>
                  </a:cubicBezTo>
                  <a:cubicBezTo>
                    <a:pt x="1766" y="202"/>
                    <a:pt x="1667" y="114"/>
                    <a:pt x="1545" y="95"/>
                  </a:cubicBezTo>
                  <a:cubicBezTo>
                    <a:pt x="1526" y="92"/>
                    <a:pt x="1507" y="91"/>
                    <a:pt x="1488" y="91"/>
                  </a:cubicBezTo>
                  <a:cubicBezTo>
                    <a:pt x="1350" y="91"/>
                    <a:pt x="1211" y="164"/>
                    <a:pt x="1075" y="164"/>
                  </a:cubicBezTo>
                  <a:cubicBezTo>
                    <a:pt x="1050" y="164"/>
                    <a:pt x="1026" y="162"/>
                    <a:pt x="1001" y="156"/>
                  </a:cubicBezTo>
                  <a:cubicBezTo>
                    <a:pt x="913" y="137"/>
                    <a:pt x="845" y="76"/>
                    <a:pt x="799"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88" name="Google Shape;715;p38">
              <a:extLst>
                <a:ext uri="{FF2B5EF4-FFF2-40B4-BE49-F238E27FC236}">
                  <a16:creationId xmlns:a16="http://schemas.microsoft.com/office/drawing/2014/main" id="{2170271D-9025-FD71-FB78-067277556350}"/>
                </a:ext>
              </a:extLst>
            </p:cNvPr>
            <p:cNvSpPr/>
            <p:nvPr/>
          </p:nvSpPr>
          <p:spPr>
            <a:xfrm>
              <a:off x="6621690" y="545508"/>
              <a:ext cx="581693" cy="2440709"/>
            </a:xfrm>
            <a:custGeom>
              <a:avLst/>
              <a:gdLst/>
              <a:ahLst/>
              <a:cxnLst/>
              <a:rect l="l" t="t" r="r" b="b"/>
              <a:pathLst>
                <a:path w="5228" h="21936" extrusionOk="0">
                  <a:moveTo>
                    <a:pt x="1423" y="1"/>
                  </a:moveTo>
                  <a:cubicBezTo>
                    <a:pt x="951" y="122"/>
                    <a:pt x="476" y="244"/>
                    <a:pt x="0" y="366"/>
                  </a:cubicBezTo>
                  <a:cubicBezTo>
                    <a:pt x="769" y="5604"/>
                    <a:pt x="1533" y="10842"/>
                    <a:pt x="2302" y="16084"/>
                  </a:cubicBezTo>
                  <a:cubicBezTo>
                    <a:pt x="2412" y="16826"/>
                    <a:pt x="2522" y="17568"/>
                    <a:pt x="2560" y="18317"/>
                  </a:cubicBezTo>
                  <a:cubicBezTo>
                    <a:pt x="2595" y="18953"/>
                    <a:pt x="2564" y="19276"/>
                    <a:pt x="2260" y="19691"/>
                  </a:cubicBezTo>
                  <a:cubicBezTo>
                    <a:pt x="2191" y="19778"/>
                    <a:pt x="2115" y="19873"/>
                    <a:pt x="2020" y="19972"/>
                  </a:cubicBezTo>
                  <a:cubicBezTo>
                    <a:pt x="1762" y="20254"/>
                    <a:pt x="1495" y="20558"/>
                    <a:pt x="1450" y="20935"/>
                  </a:cubicBezTo>
                  <a:cubicBezTo>
                    <a:pt x="1405" y="21294"/>
                    <a:pt x="1661" y="21707"/>
                    <a:pt x="2013" y="21707"/>
                  </a:cubicBezTo>
                  <a:cubicBezTo>
                    <a:pt x="2019" y="21707"/>
                    <a:pt x="2025" y="21707"/>
                    <a:pt x="2032" y="21707"/>
                  </a:cubicBezTo>
                  <a:cubicBezTo>
                    <a:pt x="2039" y="21707"/>
                    <a:pt x="2051" y="21707"/>
                    <a:pt x="2062" y="21703"/>
                  </a:cubicBezTo>
                  <a:cubicBezTo>
                    <a:pt x="2382" y="21669"/>
                    <a:pt x="2579" y="21334"/>
                    <a:pt x="2872" y="21201"/>
                  </a:cubicBezTo>
                  <a:cubicBezTo>
                    <a:pt x="2973" y="21155"/>
                    <a:pt x="3068" y="21134"/>
                    <a:pt x="3157" y="21134"/>
                  </a:cubicBezTo>
                  <a:cubicBezTo>
                    <a:pt x="3541" y="21134"/>
                    <a:pt x="3828" y="21510"/>
                    <a:pt x="4109" y="21760"/>
                  </a:cubicBezTo>
                  <a:cubicBezTo>
                    <a:pt x="4238" y="21874"/>
                    <a:pt x="4398" y="21935"/>
                    <a:pt x="4550" y="21935"/>
                  </a:cubicBezTo>
                  <a:cubicBezTo>
                    <a:pt x="4556" y="21935"/>
                    <a:pt x="4562" y="21935"/>
                    <a:pt x="4567" y="21935"/>
                  </a:cubicBezTo>
                  <a:cubicBezTo>
                    <a:pt x="4846" y="21935"/>
                    <a:pt x="5110" y="21757"/>
                    <a:pt x="5162" y="21422"/>
                  </a:cubicBezTo>
                  <a:cubicBezTo>
                    <a:pt x="5227" y="21018"/>
                    <a:pt x="5003" y="20638"/>
                    <a:pt x="4847" y="20258"/>
                  </a:cubicBezTo>
                  <a:cubicBezTo>
                    <a:pt x="4637" y="19752"/>
                    <a:pt x="4550" y="19208"/>
                    <a:pt x="4462" y="18667"/>
                  </a:cubicBezTo>
                  <a:cubicBezTo>
                    <a:pt x="3789" y="14544"/>
                    <a:pt x="3120" y="10420"/>
                    <a:pt x="2450" y="6296"/>
                  </a:cubicBezTo>
                  <a:cubicBezTo>
                    <a:pt x="2112" y="4235"/>
                    <a:pt x="1777" y="2173"/>
                    <a:pt x="1442" y="111"/>
                  </a:cubicBezTo>
                  <a:cubicBezTo>
                    <a:pt x="1434" y="73"/>
                    <a:pt x="1431" y="39"/>
                    <a:pt x="1423" y="1"/>
                  </a:cubicBezTo>
                  <a:close/>
                </a:path>
              </a:pathLst>
            </a:custGeom>
            <a:solidFill>
              <a:schemeClr val="lt1"/>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89" name="Google Shape;716;p38">
              <a:extLst>
                <a:ext uri="{FF2B5EF4-FFF2-40B4-BE49-F238E27FC236}">
                  <a16:creationId xmlns:a16="http://schemas.microsoft.com/office/drawing/2014/main" id="{07EE0288-F350-ABA5-0012-896153CA3770}"/>
                </a:ext>
              </a:extLst>
            </p:cNvPr>
            <p:cNvSpPr/>
            <p:nvPr/>
          </p:nvSpPr>
          <p:spPr>
            <a:xfrm>
              <a:off x="6591982" y="3113539"/>
              <a:ext cx="226981" cy="395547"/>
            </a:xfrm>
            <a:custGeom>
              <a:avLst/>
              <a:gdLst/>
              <a:ahLst/>
              <a:cxnLst/>
              <a:rect l="l" t="t" r="r" b="b"/>
              <a:pathLst>
                <a:path w="2040" h="3555" extrusionOk="0">
                  <a:moveTo>
                    <a:pt x="1351" y="0"/>
                  </a:moveTo>
                  <a:cubicBezTo>
                    <a:pt x="1009" y="61"/>
                    <a:pt x="1116" y="510"/>
                    <a:pt x="1055" y="750"/>
                  </a:cubicBezTo>
                  <a:cubicBezTo>
                    <a:pt x="1020" y="898"/>
                    <a:pt x="914" y="986"/>
                    <a:pt x="845" y="1111"/>
                  </a:cubicBezTo>
                  <a:cubicBezTo>
                    <a:pt x="773" y="1244"/>
                    <a:pt x="728" y="1404"/>
                    <a:pt x="667" y="1545"/>
                  </a:cubicBezTo>
                  <a:cubicBezTo>
                    <a:pt x="530" y="1849"/>
                    <a:pt x="381" y="2153"/>
                    <a:pt x="206" y="2442"/>
                  </a:cubicBezTo>
                  <a:cubicBezTo>
                    <a:pt x="134" y="2568"/>
                    <a:pt x="50" y="2694"/>
                    <a:pt x="20" y="2838"/>
                  </a:cubicBezTo>
                  <a:cubicBezTo>
                    <a:pt x="1" y="2941"/>
                    <a:pt x="9" y="3047"/>
                    <a:pt x="43" y="3146"/>
                  </a:cubicBezTo>
                  <a:cubicBezTo>
                    <a:pt x="69" y="3230"/>
                    <a:pt x="119" y="3306"/>
                    <a:pt x="180" y="3371"/>
                  </a:cubicBezTo>
                  <a:cubicBezTo>
                    <a:pt x="302" y="3493"/>
                    <a:pt x="457" y="3554"/>
                    <a:pt x="609" y="3554"/>
                  </a:cubicBezTo>
                  <a:cubicBezTo>
                    <a:pt x="716" y="3554"/>
                    <a:pt x="822" y="3524"/>
                    <a:pt x="914" y="3462"/>
                  </a:cubicBezTo>
                  <a:cubicBezTo>
                    <a:pt x="982" y="3420"/>
                    <a:pt x="1039" y="3363"/>
                    <a:pt x="1085" y="3291"/>
                  </a:cubicBezTo>
                  <a:cubicBezTo>
                    <a:pt x="1173" y="3150"/>
                    <a:pt x="1218" y="2990"/>
                    <a:pt x="1272" y="2834"/>
                  </a:cubicBezTo>
                  <a:cubicBezTo>
                    <a:pt x="1458" y="2260"/>
                    <a:pt x="1720" y="1712"/>
                    <a:pt x="1983" y="1168"/>
                  </a:cubicBezTo>
                  <a:cubicBezTo>
                    <a:pt x="2013" y="1103"/>
                    <a:pt x="2013" y="1107"/>
                    <a:pt x="2036" y="1043"/>
                  </a:cubicBezTo>
                  <a:lnTo>
                    <a:pt x="2040" y="1039"/>
                  </a:lnTo>
                  <a:cubicBezTo>
                    <a:pt x="2029" y="1031"/>
                    <a:pt x="2021" y="1024"/>
                    <a:pt x="2010" y="1016"/>
                  </a:cubicBezTo>
                  <a:cubicBezTo>
                    <a:pt x="1892" y="906"/>
                    <a:pt x="1808" y="765"/>
                    <a:pt x="1762" y="609"/>
                  </a:cubicBezTo>
                  <a:cubicBezTo>
                    <a:pt x="1576" y="533"/>
                    <a:pt x="1443" y="270"/>
                    <a:pt x="1351"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90" name="Google Shape;717;p38">
              <a:extLst>
                <a:ext uri="{FF2B5EF4-FFF2-40B4-BE49-F238E27FC236}">
                  <a16:creationId xmlns:a16="http://schemas.microsoft.com/office/drawing/2014/main" id="{5AA5EABE-C0AA-A6C8-0903-A3FE4A211173}"/>
                </a:ext>
              </a:extLst>
            </p:cNvPr>
            <p:cNvSpPr/>
            <p:nvPr/>
          </p:nvSpPr>
          <p:spPr>
            <a:xfrm>
              <a:off x="6482384" y="617943"/>
              <a:ext cx="400554" cy="2123604"/>
            </a:xfrm>
            <a:custGeom>
              <a:avLst/>
              <a:gdLst/>
              <a:ahLst/>
              <a:cxnLst/>
              <a:rect l="l" t="t" r="r" b="b"/>
              <a:pathLst>
                <a:path w="3600" h="19086" extrusionOk="0">
                  <a:moveTo>
                    <a:pt x="119" y="0"/>
                  </a:moveTo>
                  <a:cubicBezTo>
                    <a:pt x="81" y="12"/>
                    <a:pt x="39" y="19"/>
                    <a:pt x="1" y="31"/>
                  </a:cubicBezTo>
                  <a:cubicBezTo>
                    <a:pt x="259" y="1883"/>
                    <a:pt x="541" y="3743"/>
                    <a:pt x="845" y="5588"/>
                  </a:cubicBezTo>
                  <a:cubicBezTo>
                    <a:pt x="1233" y="7962"/>
                    <a:pt x="1671" y="10370"/>
                    <a:pt x="2139" y="12740"/>
                  </a:cubicBezTo>
                  <a:cubicBezTo>
                    <a:pt x="2340" y="13756"/>
                    <a:pt x="2549" y="14764"/>
                    <a:pt x="2755" y="15730"/>
                  </a:cubicBezTo>
                  <a:cubicBezTo>
                    <a:pt x="2858" y="16229"/>
                    <a:pt x="2968" y="16727"/>
                    <a:pt x="3074" y="17225"/>
                  </a:cubicBezTo>
                  <a:cubicBezTo>
                    <a:pt x="3097" y="17317"/>
                    <a:pt x="3120" y="17408"/>
                    <a:pt x="3143" y="17503"/>
                  </a:cubicBezTo>
                  <a:cubicBezTo>
                    <a:pt x="3177" y="17640"/>
                    <a:pt x="3215" y="17784"/>
                    <a:pt x="3238" y="17921"/>
                  </a:cubicBezTo>
                  <a:cubicBezTo>
                    <a:pt x="3249" y="17986"/>
                    <a:pt x="3257" y="18047"/>
                    <a:pt x="3265" y="18108"/>
                  </a:cubicBezTo>
                  <a:cubicBezTo>
                    <a:pt x="3287" y="18264"/>
                    <a:pt x="3310" y="18427"/>
                    <a:pt x="3364" y="18591"/>
                  </a:cubicBezTo>
                  <a:lnTo>
                    <a:pt x="3386" y="18648"/>
                  </a:lnTo>
                  <a:cubicBezTo>
                    <a:pt x="3428" y="18773"/>
                    <a:pt x="3474" y="18907"/>
                    <a:pt x="3451" y="19032"/>
                  </a:cubicBezTo>
                  <a:cubicBezTo>
                    <a:pt x="3451" y="19040"/>
                    <a:pt x="3447" y="19047"/>
                    <a:pt x="3447" y="19055"/>
                  </a:cubicBezTo>
                  <a:lnTo>
                    <a:pt x="3561" y="19085"/>
                  </a:lnTo>
                  <a:cubicBezTo>
                    <a:pt x="3565" y="19074"/>
                    <a:pt x="3569" y="19059"/>
                    <a:pt x="3569" y="19051"/>
                  </a:cubicBezTo>
                  <a:cubicBezTo>
                    <a:pt x="3599" y="18899"/>
                    <a:pt x="3546" y="18751"/>
                    <a:pt x="3497" y="18606"/>
                  </a:cubicBezTo>
                  <a:lnTo>
                    <a:pt x="3478" y="18553"/>
                  </a:lnTo>
                  <a:cubicBezTo>
                    <a:pt x="3428" y="18401"/>
                    <a:pt x="3405" y="18249"/>
                    <a:pt x="3383" y="18093"/>
                  </a:cubicBezTo>
                  <a:cubicBezTo>
                    <a:pt x="3375" y="18028"/>
                    <a:pt x="3367" y="17967"/>
                    <a:pt x="3356" y="17902"/>
                  </a:cubicBezTo>
                  <a:cubicBezTo>
                    <a:pt x="3329" y="17758"/>
                    <a:pt x="3295" y="17613"/>
                    <a:pt x="3261" y="17472"/>
                  </a:cubicBezTo>
                  <a:cubicBezTo>
                    <a:pt x="3234" y="17381"/>
                    <a:pt x="3211" y="17290"/>
                    <a:pt x="3192" y="17199"/>
                  </a:cubicBezTo>
                  <a:cubicBezTo>
                    <a:pt x="3082" y="16700"/>
                    <a:pt x="2975" y="16202"/>
                    <a:pt x="2869" y="15707"/>
                  </a:cubicBezTo>
                  <a:cubicBezTo>
                    <a:pt x="2664" y="14737"/>
                    <a:pt x="2458" y="13733"/>
                    <a:pt x="2257" y="12717"/>
                  </a:cubicBezTo>
                  <a:cubicBezTo>
                    <a:pt x="1789" y="10347"/>
                    <a:pt x="1351" y="7943"/>
                    <a:pt x="963" y="5569"/>
                  </a:cubicBezTo>
                  <a:cubicBezTo>
                    <a:pt x="659" y="3724"/>
                    <a:pt x="377" y="1857"/>
                    <a:pt x="119" y="0"/>
                  </a:cubicBezTo>
                  <a:close/>
                </a:path>
              </a:pathLst>
            </a:custGeom>
            <a:solidFill>
              <a:srgbClr val="0C224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91" name="Google Shape;718;p38">
              <a:extLst>
                <a:ext uri="{FF2B5EF4-FFF2-40B4-BE49-F238E27FC236}">
                  <a16:creationId xmlns:a16="http://schemas.microsoft.com/office/drawing/2014/main" id="{CBDD489B-605D-E623-EE8F-4DCB1C9FC0F7}"/>
                </a:ext>
              </a:extLst>
            </p:cNvPr>
            <p:cNvSpPr/>
            <p:nvPr/>
          </p:nvSpPr>
          <p:spPr>
            <a:xfrm>
              <a:off x="6331284" y="653882"/>
              <a:ext cx="460637" cy="2534172"/>
            </a:xfrm>
            <a:custGeom>
              <a:avLst/>
              <a:gdLst/>
              <a:ahLst/>
              <a:cxnLst/>
              <a:rect l="l" t="t" r="r" b="b"/>
              <a:pathLst>
                <a:path w="4140" h="22776" extrusionOk="0">
                  <a:moveTo>
                    <a:pt x="115" y="1"/>
                  </a:moveTo>
                  <a:cubicBezTo>
                    <a:pt x="77" y="12"/>
                    <a:pt x="39" y="20"/>
                    <a:pt x="1" y="27"/>
                  </a:cubicBezTo>
                  <a:cubicBezTo>
                    <a:pt x="955" y="5387"/>
                    <a:pt x="1925" y="10873"/>
                    <a:pt x="2892" y="16377"/>
                  </a:cubicBezTo>
                  <a:cubicBezTo>
                    <a:pt x="3109" y="17617"/>
                    <a:pt x="3333" y="18899"/>
                    <a:pt x="3379" y="20181"/>
                  </a:cubicBezTo>
                  <a:lnTo>
                    <a:pt x="3386" y="20337"/>
                  </a:lnTo>
                  <a:cubicBezTo>
                    <a:pt x="3401" y="20737"/>
                    <a:pt x="3417" y="21151"/>
                    <a:pt x="3493" y="21555"/>
                  </a:cubicBezTo>
                  <a:cubicBezTo>
                    <a:pt x="3519" y="21695"/>
                    <a:pt x="3565" y="21912"/>
                    <a:pt x="3637" y="22125"/>
                  </a:cubicBezTo>
                  <a:cubicBezTo>
                    <a:pt x="3755" y="22483"/>
                    <a:pt x="3907" y="22696"/>
                    <a:pt x="4082" y="22768"/>
                  </a:cubicBezTo>
                  <a:cubicBezTo>
                    <a:pt x="4090" y="22772"/>
                    <a:pt x="4094" y="22776"/>
                    <a:pt x="4101" y="22776"/>
                  </a:cubicBezTo>
                  <a:lnTo>
                    <a:pt x="4139" y="22665"/>
                  </a:lnTo>
                  <a:lnTo>
                    <a:pt x="4128" y="22658"/>
                  </a:lnTo>
                  <a:cubicBezTo>
                    <a:pt x="3987" y="22605"/>
                    <a:pt x="3858" y="22407"/>
                    <a:pt x="3751" y="22087"/>
                  </a:cubicBezTo>
                  <a:cubicBezTo>
                    <a:pt x="3683" y="21882"/>
                    <a:pt x="3637" y="21669"/>
                    <a:pt x="3611" y="21532"/>
                  </a:cubicBezTo>
                  <a:cubicBezTo>
                    <a:pt x="3535" y="21140"/>
                    <a:pt x="3519" y="20729"/>
                    <a:pt x="3504" y="20334"/>
                  </a:cubicBezTo>
                  <a:lnTo>
                    <a:pt x="3500" y="20178"/>
                  </a:lnTo>
                  <a:cubicBezTo>
                    <a:pt x="3451" y="18888"/>
                    <a:pt x="3226" y="17598"/>
                    <a:pt x="3006" y="16354"/>
                  </a:cubicBezTo>
                  <a:cubicBezTo>
                    <a:pt x="2043" y="10850"/>
                    <a:pt x="1073" y="5364"/>
                    <a:pt x="115" y="1"/>
                  </a:cubicBezTo>
                  <a:close/>
                </a:path>
              </a:pathLst>
            </a:custGeom>
            <a:solidFill>
              <a:srgbClr val="0C224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92" name="Google Shape;719;p38">
              <a:extLst>
                <a:ext uri="{FF2B5EF4-FFF2-40B4-BE49-F238E27FC236}">
                  <a16:creationId xmlns:a16="http://schemas.microsoft.com/office/drawing/2014/main" id="{70E08685-3245-7377-3929-EE8B957591D9}"/>
                </a:ext>
              </a:extLst>
            </p:cNvPr>
            <p:cNvSpPr/>
            <p:nvPr/>
          </p:nvSpPr>
          <p:spPr>
            <a:xfrm>
              <a:off x="6615348" y="543839"/>
              <a:ext cx="593488" cy="2449165"/>
            </a:xfrm>
            <a:custGeom>
              <a:avLst/>
              <a:gdLst/>
              <a:ahLst/>
              <a:cxnLst/>
              <a:rect l="l" t="t" r="r" b="b"/>
              <a:pathLst>
                <a:path w="5334" h="22012" extrusionOk="0">
                  <a:moveTo>
                    <a:pt x="1537" y="0"/>
                  </a:moveTo>
                  <a:cubicBezTo>
                    <a:pt x="1499" y="8"/>
                    <a:pt x="1461" y="19"/>
                    <a:pt x="1423" y="31"/>
                  </a:cubicBezTo>
                  <a:lnTo>
                    <a:pt x="1438" y="137"/>
                  </a:lnTo>
                  <a:cubicBezTo>
                    <a:pt x="1621" y="1244"/>
                    <a:pt x="1800" y="2351"/>
                    <a:pt x="1982" y="3462"/>
                  </a:cubicBezTo>
                  <a:lnTo>
                    <a:pt x="4459" y="18690"/>
                  </a:lnTo>
                  <a:cubicBezTo>
                    <a:pt x="4546" y="19226"/>
                    <a:pt x="4637" y="19782"/>
                    <a:pt x="4850" y="20295"/>
                  </a:cubicBezTo>
                  <a:cubicBezTo>
                    <a:pt x="4877" y="20364"/>
                    <a:pt x="4907" y="20436"/>
                    <a:pt x="4938" y="20505"/>
                  </a:cubicBezTo>
                  <a:cubicBezTo>
                    <a:pt x="5071" y="20805"/>
                    <a:pt x="5208" y="21117"/>
                    <a:pt x="5159" y="21429"/>
                  </a:cubicBezTo>
                  <a:cubicBezTo>
                    <a:pt x="5110" y="21752"/>
                    <a:pt x="4853" y="21893"/>
                    <a:pt x="4620" y="21893"/>
                  </a:cubicBezTo>
                  <a:cubicBezTo>
                    <a:pt x="4617" y="21893"/>
                    <a:pt x="4614" y="21893"/>
                    <a:pt x="4611" y="21893"/>
                  </a:cubicBezTo>
                  <a:cubicBezTo>
                    <a:pt x="4462" y="21889"/>
                    <a:pt x="4318" y="21832"/>
                    <a:pt x="4204" y="21730"/>
                  </a:cubicBezTo>
                  <a:cubicBezTo>
                    <a:pt x="4147" y="21680"/>
                    <a:pt x="4090" y="21623"/>
                    <a:pt x="4033" y="21566"/>
                  </a:cubicBezTo>
                  <a:cubicBezTo>
                    <a:pt x="3801" y="21340"/>
                    <a:pt x="3544" y="21089"/>
                    <a:pt x="3215" y="21089"/>
                  </a:cubicBezTo>
                  <a:cubicBezTo>
                    <a:pt x="3118" y="21089"/>
                    <a:pt x="3014" y="21111"/>
                    <a:pt x="2903" y="21163"/>
                  </a:cubicBezTo>
                  <a:cubicBezTo>
                    <a:pt x="2773" y="21220"/>
                    <a:pt x="2667" y="21311"/>
                    <a:pt x="2560" y="21402"/>
                  </a:cubicBezTo>
                  <a:cubicBezTo>
                    <a:pt x="2420" y="21524"/>
                    <a:pt x="2283" y="21642"/>
                    <a:pt x="2111" y="21661"/>
                  </a:cubicBezTo>
                  <a:lnTo>
                    <a:pt x="2085" y="21661"/>
                  </a:lnTo>
                  <a:cubicBezTo>
                    <a:pt x="2081" y="21661"/>
                    <a:pt x="2077" y="21661"/>
                    <a:pt x="2073" y="21661"/>
                  </a:cubicBezTo>
                  <a:cubicBezTo>
                    <a:pt x="1955" y="21661"/>
                    <a:pt x="1838" y="21608"/>
                    <a:pt x="1742" y="21505"/>
                  </a:cubicBezTo>
                  <a:cubicBezTo>
                    <a:pt x="1609" y="21361"/>
                    <a:pt x="1541" y="21144"/>
                    <a:pt x="1564" y="20957"/>
                  </a:cubicBezTo>
                  <a:cubicBezTo>
                    <a:pt x="1609" y="20607"/>
                    <a:pt x="1853" y="20318"/>
                    <a:pt x="2119" y="20029"/>
                  </a:cubicBezTo>
                  <a:cubicBezTo>
                    <a:pt x="2214" y="19926"/>
                    <a:pt x="2294" y="19835"/>
                    <a:pt x="2363" y="19740"/>
                  </a:cubicBezTo>
                  <a:cubicBezTo>
                    <a:pt x="2678" y="19314"/>
                    <a:pt x="2712" y="18975"/>
                    <a:pt x="2678" y="18329"/>
                  </a:cubicBezTo>
                  <a:cubicBezTo>
                    <a:pt x="2636" y="17572"/>
                    <a:pt x="2526" y="16818"/>
                    <a:pt x="2416" y="16088"/>
                  </a:cubicBezTo>
                  <a:lnTo>
                    <a:pt x="118" y="366"/>
                  </a:lnTo>
                  <a:cubicBezTo>
                    <a:pt x="80" y="377"/>
                    <a:pt x="38" y="385"/>
                    <a:pt x="0" y="396"/>
                  </a:cubicBezTo>
                  <a:lnTo>
                    <a:pt x="2298" y="16107"/>
                  </a:lnTo>
                  <a:cubicBezTo>
                    <a:pt x="2408" y="16834"/>
                    <a:pt x="2518" y="17583"/>
                    <a:pt x="2557" y="18336"/>
                  </a:cubicBezTo>
                  <a:cubicBezTo>
                    <a:pt x="2595" y="18983"/>
                    <a:pt x="2557" y="19280"/>
                    <a:pt x="2267" y="19668"/>
                  </a:cubicBezTo>
                  <a:cubicBezTo>
                    <a:pt x="2203" y="19759"/>
                    <a:pt x="2123" y="19850"/>
                    <a:pt x="2032" y="19949"/>
                  </a:cubicBezTo>
                  <a:cubicBezTo>
                    <a:pt x="1750" y="20254"/>
                    <a:pt x="1495" y="20558"/>
                    <a:pt x="1446" y="20942"/>
                  </a:cubicBezTo>
                  <a:cubicBezTo>
                    <a:pt x="1419" y="21167"/>
                    <a:pt x="1499" y="21414"/>
                    <a:pt x="1655" y="21585"/>
                  </a:cubicBezTo>
                  <a:cubicBezTo>
                    <a:pt x="1771" y="21711"/>
                    <a:pt x="1917" y="21780"/>
                    <a:pt x="2065" y="21780"/>
                  </a:cubicBezTo>
                  <a:cubicBezTo>
                    <a:pt x="2073" y="21780"/>
                    <a:pt x="2081" y="21779"/>
                    <a:pt x="2089" y="21779"/>
                  </a:cubicBezTo>
                  <a:lnTo>
                    <a:pt x="2127" y="21779"/>
                  </a:lnTo>
                  <a:cubicBezTo>
                    <a:pt x="2332" y="21756"/>
                    <a:pt x="2488" y="21623"/>
                    <a:pt x="2640" y="21494"/>
                  </a:cubicBezTo>
                  <a:cubicBezTo>
                    <a:pt x="2739" y="21410"/>
                    <a:pt x="2838" y="21323"/>
                    <a:pt x="2952" y="21269"/>
                  </a:cubicBezTo>
                  <a:cubicBezTo>
                    <a:pt x="3044" y="21227"/>
                    <a:pt x="3131" y="21209"/>
                    <a:pt x="3212" y="21209"/>
                  </a:cubicBezTo>
                  <a:cubicBezTo>
                    <a:pt x="3498" y="21209"/>
                    <a:pt x="3727" y="21435"/>
                    <a:pt x="3949" y="21653"/>
                  </a:cubicBezTo>
                  <a:cubicBezTo>
                    <a:pt x="4010" y="21711"/>
                    <a:pt x="4067" y="21768"/>
                    <a:pt x="4124" y="21821"/>
                  </a:cubicBezTo>
                  <a:cubicBezTo>
                    <a:pt x="4257" y="21939"/>
                    <a:pt x="4428" y="22007"/>
                    <a:pt x="4607" y="22011"/>
                  </a:cubicBezTo>
                  <a:lnTo>
                    <a:pt x="4618" y="22011"/>
                  </a:lnTo>
                  <a:cubicBezTo>
                    <a:pt x="4904" y="22011"/>
                    <a:pt x="5216" y="21840"/>
                    <a:pt x="5276" y="21448"/>
                  </a:cubicBezTo>
                  <a:cubicBezTo>
                    <a:pt x="5334" y="21102"/>
                    <a:pt x="5189" y="20775"/>
                    <a:pt x="5048" y="20459"/>
                  </a:cubicBezTo>
                  <a:cubicBezTo>
                    <a:pt x="5018" y="20387"/>
                    <a:pt x="4987" y="20318"/>
                    <a:pt x="4961" y="20250"/>
                  </a:cubicBezTo>
                  <a:cubicBezTo>
                    <a:pt x="4755" y="19748"/>
                    <a:pt x="4664" y="19200"/>
                    <a:pt x="4577" y="18671"/>
                  </a:cubicBezTo>
                  <a:lnTo>
                    <a:pt x="2100" y="3443"/>
                  </a:lnTo>
                  <a:cubicBezTo>
                    <a:pt x="1917" y="2332"/>
                    <a:pt x="1739" y="1225"/>
                    <a:pt x="1556" y="118"/>
                  </a:cubicBezTo>
                  <a:lnTo>
                    <a:pt x="1537" y="0"/>
                  </a:lnTo>
                  <a:close/>
                </a:path>
              </a:pathLst>
            </a:custGeom>
            <a:solidFill>
              <a:srgbClr val="0C224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93" name="Google Shape;720;p38">
              <a:extLst>
                <a:ext uri="{FF2B5EF4-FFF2-40B4-BE49-F238E27FC236}">
                  <a16:creationId xmlns:a16="http://schemas.microsoft.com/office/drawing/2014/main" id="{7C64BDF3-0B9F-565E-E7A7-6166FA492D63}"/>
                </a:ext>
              </a:extLst>
            </p:cNvPr>
            <p:cNvSpPr/>
            <p:nvPr/>
          </p:nvSpPr>
          <p:spPr>
            <a:xfrm>
              <a:off x="6774460" y="2956097"/>
              <a:ext cx="392098" cy="332349"/>
            </a:xfrm>
            <a:custGeom>
              <a:avLst/>
              <a:gdLst/>
              <a:ahLst/>
              <a:cxnLst/>
              <a:rect l="l" t="t" r="r" b="b"/>
              <a:pathLst>
                <a:path w="3524" h="2987" extrusionOk="0">
                  <a:moveTo>
                    <a:pt x="613" y="0"/>
                  </a:moveTo>
                  <a:lnTo>
                    <a:pt x="605" y="12"/>
                  </a:lnTo>
                  <a:cubicBezTo>
                    <a:pt x="309" y="495"/>
                    <a:pt x="99" y="1027"/>
                    <a:pt x="31" y="1476"/>
                  </a:cubicBezTo>
                  <a:cubicBezTo>
                    <a:pt x="1" y="1670"/>
                    <a:pt x="16" y="1868"/>
                    <a:pt x="65" y="2039"/>
                  </a:cubicBezTo>
                  <a:cubicBezTo>
                    <a:pt x="118" y="2214"/>
                    <a:pt x="210" y="2362"/>
                    <a:pt x="328" y="2473"/>
                  </a:cubicBezTo>
                  <a:lnTo>
                    <a:pt x="339" y="2480"/>
                  </a:lnTo>
                  <a:cubicBezTo>
                    <a:pt x="347" y="2488"/>
                    <a:pt x="354" y="2496"/>
                    <a:pt x="362" y="2499"/>
                  </a:cubicBezTo>
                  <a:cubicBezTo>
                    <a:pt x="453" y="2576"/>
                    <a:pt x="552" y="2633"/>
                    <a:pt x="662" y="2667"/>
                  </a:cubicBezTo>
                  <a:cubicBezTo>
                    <a:pt x="816" y="2713"/>
                    <a:pt x="969" y="2716"/>
                    <a:pt x="1129" y="2716"/>
                  </a:cubicBezTo>
                  <a:cubicBezTo>
                    <a:pt x="1152" y="2716"/>
                    <a:pt x="1176" y="2716"/>
                    <a:pt x="1199" y="2716"/>
                  </a:cubicBezTo>
                  <a:cubicBezTo>
                    <a:pt x="1250" y="2716"/>
                    <a:pt x="1299" y="2715"/>
                    <a:pt x="1348" y="2715"/>
                  </a:cubicBezTo>
                  <a:cubicBezTo>
                    <a:pt x="1373" y="2715"/>
                    <a:pt x="1398" y="2715"/>
                    <a:pt x="1423" y="2716"/>
                  </a:cubicBezTo>
                  <a:cubicBezTo>
                    <a:pt x="1515" y="2720"/>
                    <a:pt x="1610" y="2735"/>
                    <a:pt x="1731" y="2770"/>
                  </a:cubicBezTo>
                  <a:cubicBezTo>
                    <a:pt x="1815" y="2792"/>
                    <a:pt x="1903" y="2819"/>
                    <a:pt x="1990" y="2849"/>
                  </a:cubicBezTo>
                  <a:cubicBezTo>
                    <a:pt x="2207" y="2918"/>
                    <a:pt x="2428" y="2986"/>
                    <a:pt x="2644" y="2986"/>
                  </a:cubicBezTo>
                  <a:cubicBezTo>
                    <a:pt x="2739" y="2986"/>
                    <a:pt x="2835" y="2975"/>
                    <a:pt x="2930" y="2945"/>
                  </a:cubicBezTo>
                  <a:cubicBezTo>
                    <a:pt x="3002" y="2918"/>
                    <a:pt x="3074" y="2880"/>
                    <a:pt x="3139" y="2834"/>
                  </a:cubicBezTo>
                  <a:cubicBezTo>
                    <a:pt x="3280" y="2735"/>
                    <a:pt x="3386" y="2579"/>
                    <a:pt x="3447" y="2393"/>
                  </a:cubicBezTo>
                  <a:cubicBezTo>
                    <a:pt x="3470" y="2321"/>
                    <a:pt x="3489" y="2245"/>
                    <a:pt x="3496" y="2161"/>
                  </a:cubicBezTo>
                  <a:cubicBezTo>
                    <a:pt x="3523" y="1902"/>
                    <a:pt x="3477" y="1644"/>
                    <a:pt x="3439" y="1415"/>
                  </a:cubicBezTo>
                  <a:cubicBezTo>
                    <a:pt x="3405" y="1221"/>
                    <a:pt x="3371" y="1023"/>
                    <a:pt x="3337" y="826"/>
                  </a:cubicBezTo>
                  <a:cubicBezTo>
                    <a:pt x="3302" y="635"/>
                    <a:pt x="3268" y="449"/>
                    <a:pt x="3238" y="263"/>
                  </a:cubicBezTo>
                  <a:lnTo>
                    <a:pt x="3230" y="209"/>
                  </a:lnTo>
                  <a:lnTo>
                    <a:pt x="3108" y="228"/>
                  </a:lnTo>
                  <a:lnTo>
                    <a:pt x="3120" y="282"/>
                  </a:lnTo>
                  <a:cubicBezTo>
                    <a:pt x="3154" y="468"/>
                    <a:pt x="3185" y="658"/>
                    <a:pt x="3219" y="845"/>
                  </a:cubicBezTo>
                  <a:cubicBezTo>
                    <a:pt x="3253" y="1042"/>
                    <a:pt x="3287" y="1240"/>
                    <a:pt x="3321" y="1438"/>
                  </a:cubicBezTo>
                  <a:cubicBezTo>
                    <a:pt x="3360" y="1659"/>
                    <a:pt x="3405" y="1906"/>
                    <a:pt x="3379" y="2149"/>
                  </a:cubicBezTo>
                  <a:cubicBezTo>
                    <a:pt x="3371" y="2222"/>
                    <a:pt x="3356" y="2290"/>
                    <a:pt x="3333" y="2355"/>
                  </a:cubicBezTo>
                  <a:cubicBezTo>
                    <a:pt x="3280" y="2518"/>
                    <a:pt x="3188" y="2652"/>
                    <a:pt x="3070" y="2735"/>
                  </a:cubicBezTo>
                  <a:cubicBezTo>
                    <a:pt x="3013" y="2777"/>
                    <a:pt x="2952" y="2808"/>
                    <a:pt x="2888" y="2830"/>
                  </a:cubicBezTo>
                  <a:cubicBezTo>
                    <a:pt x="2808" y="2857"/>
                    <a:pt x="2727" y="2868"/>
                    <a:pt x="2645" y="2868"/>
                  </a:cubicBezTo>
                  <a:cubicBezTo>
                    <a:pt x="2446" y="2868"/>
                    <a:pt x="2241" y="2803"/>
                    <a:pt x="2028" y="2735"/>
                  </a:cubicBezTo>
                  <a:cubicBezTo>
                    <a:pt x="1941" y="2705"/>
                    <a:pt x="1849" y="2678"/>
                    <a:pt x="1762" y="2655"/>
                  </a:cubicBezTo>
                  <a:cubicBezTo>
                    <a:pt x="1632" y="2617"/>
                    <a:pt x="1526" y="2602"/>
                    <a:pt x="1431" y="2598"/>
                  </a:cubicBezTo>
                  <a:cubicBezTo>
                    <a:pt x="1351" y="2595"/>
                    <a:pt x="1275" y="2595"/>
                    <a:pt x="1199" y="2595"/>
                  </a:cubicBezTo>
                  <a:cubicBezTo>
                    <a:pt x="1159" y="2595"/>
                    <a:pt x="1119" y="2596"/>
                    <a:pt x="1081" y="2596"/>
                  </a:cubicBezTo>
                  <a:cubicBezTo>
                    <a:pt x="947" y="2596"/>
                    <a:pt x="821" y="2588"/>
                    <a:pt x="697" y="2553"/>
                  </a:cubicBezTo>
                  <a:cubicBezTo>
                    <a:pt x="602" y="2522"/>
                    <a:pt x="518" y="2477"/>
                    <a:pt x="434" y="2408"/>
                  </a:cubicBezTo>
                  <a:cubicBezTo>
                    <a:pt x="430" y="2404"/>
                    <a:pt x="423" y="2397"/>
                    <a:pt x="419" y="2393"/>
                  </a:cubicBezTo>
                  <a:lnTo>
                    <a:pt x="411" y="2385"/>
                  </a:lnTo>
                  <a:cubicBezTo>
                    <a:pt x="305" y="2290"/>
                    <a:pt x="225" y="2161"/>
                    <a:pt x="183" y="2005"/>
                  </a:cubicBezTo>
                  <a:cubicBezTo>
                    <a:pt x="134" y="1849"/>
                    <a:pt x="122" y="1670"/>
                    <a:pt x="149" y="1491"/>
                  </a:cubicBezTo>
                  <a:cubicBezTo>
                    <a:pt x="214" y="1061"/>
                    <a:pt x="419" y="544"/>
                    <a:pt x="708" y="76"/>
                  </a:cubicBezTo>
                  <a:lnTo>
                    <a:pt x="716" y="65"/>
                  </a:lnTo>
                  <a:lnTo>
                    <a:pt x="613" y="0"/>
                  </a:lnTo>
                  <a:close/>
                </a:path>
              </a:pathLst>
            </a:custGeom>
            <a:solidFill>
              <a:srgbClr val="0C224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94" name="Google Shape;721;p38">
              <a:extLst>
                <a:ext uri="{FF2B5EF4-FFF2-40B4-BE49-F238E27FC236}">
                  <a16:creationId xmlns:a16="http://schemas.microsoft.com/office/drawing/2014/main" id="{ADBEDE5F-E04D-F31E-2002-B790BD1955D3}"/>
                </a:ext>
              </a:extLst>
            </p:cNvPr>
            <p:cNvSpPr/>
            <p:nvPr/>
          </p:nvSpPr>
          <p:spPr>
            <a:xfrm>
              <a:off x="6782026" y="3245612"/>
              <a:ext cx="198274" cy="524503"/>
            </a:xfrm>
            <a:custGeom>
              <a:avLst/>
              <a:gdLst/>
              <a:ahLst/>
              <a:cxnLst/>
              <a:rect l="l" t="t" r="r" b="b"/>
              <a:pathLst>
                <a:path w="1782" h="4714" extrusionOk="0">
                  <a:moveTo>
                    <a:pt x="671" y="0"/>
                  </a:moveTo>
                  <a:lnTo>
                    <a:pt x="553" y="4"/>
                  </a:lnTo>
                  <a:cubicBezTo>
                    <a:pt x="503" y="1275"/>
                    <a:pt x="340" y="2553"/>
                    <a:pt x="66" y="3800"/>
                  </a:cubicBezTo>
                  <a:lnTo>
                    <a:pt x="66" y="3812"/>
                  </a:lnTo>
                  <a:cubicBezTo>
                    <a:pt x="31" y="3960"/>
                    <a:pt x="1" y="4112"/>
                    <a:pt x="24" y="4268"/>
                  </a:cubicBezTo>
                  <a:cubicBezTo>
                    <a:pt x="35" y="4337"/>
                    <a:pt x="62" y="4402"/>
                    <a:pt x="96" y="4459"/>
                  </a:cubicBezTo>
                  <a:cubicBezTo>
                    <a:pt x="153" y="4554"/>
                    <a:pt x="241" y="4618"/>
                    <a:pt x="340" y="4645"/>
                  </a:cubicBezTo>
                  <a:cubicBezTo>
                    <a:pt x="368" y="4651"/>
                    <a:pt x="396" y="4654"/>
                    <a:pt x="424" y="4654"/>
                  </a:cubicBezTo>
                  <a:cubicBezTo>
                    <a:pt x="500" y="4654"/>
                    <a:pt x="575" y="4634"/>
                    <a:pt x="648" y="4615"/>
                  </a:cubicBezTo>
                  <a:cubicBezTo>
                    <a:pt x="716" y="4596"/>
                    <a:pt x="782" y="4577"/>
                    <a:pt x="845" y="4577"/>
                  </a:cubicBezTo>
                  <a:cubicBezTo>
                    <a:pt x="859" y="4577"/>
                    <a:pt x="873" y="4578"/>
                    <a:pt x="887" y="4580"/>
                  </a:cubicBezTo>
                  <a:cubicBezTo>
                    <a:pt x="937" y="4588"/>
                    <a:pt x="986" y="4615"/>
                    <a:pt x="1040" y="4637"/>
                  </a:cubicBezTo>
                  <a:cubicBezTo>
                    <a:pt x="1097" y="4668"/>
                    <a:pt x="1157" y="4698"/>
                    <a:pt x="1230" y="4706"/>
                  </a:cubicBezTo>
                  <a:cubicBezTo>
                    <a:pt x="1245" y="4710"/>
                    <a:pt x="1264" y="4713"/>
                    <a:pt x="1283" y="4713"/>
                  </a:cubicBezTo>
                  <a:cubicBezTo>
                    <a:pt x="1348" y="4713"/>
                    <a:pt x="1412" y="4694"/>
                    <a:pt x="1473" y="4660"/>
                  </a:cubicBezTo>
                  <a:cubicBezTo>
                    <a:pt x="1485" y="4653"/>
                    <a:pt x="1492" y="4649"/>
                    <a:pt x="1504" y="4641"/>
                  </a:cubicBezTo>
                  <a:cubicBezTo>
                    <a:pt x="1637" y="4550"/>
                    <a:pt x="1736" y="4379"/>
                    <a:pt x="1751" y="4207"/>
                  </a:cubicBezTo>
                  <a:cubicBezTo>
                    <a:pt x="1766" y="4033"/>
                    <a:pt x="1724" y="3861"/>
                    <a:pt x="1682" y="3694"/>
                  </a:cubicBezTo>
                  <a:cubicBezTo>
                    <a:pt x="1667" y="3625"/>
                    <a:pt x="1652" y="3557"/>
                    <a:pt x="1637" y="3489"/>
                  </a:cubicBezTo>
                  <a:cubicBezTo>
                    <a:pt x="1591" y="3237"/>
                    <a:pt x="1603" y="2983"/>
                    <a:pt x="1618" y="2697"/>
                  </a:cubicBezTo>
                  <a:cubicBezTo>
                    <a:pt x="1633" y="2461"/>
                    <a:pt x="1656" y="2218"/>
                    <a:pt x="1675" y="1986"/>
                  </a:cubicBezTo>
                  <a:cubicBezTo>
                    <a:pt x="1728" y="1373"/>
                    <a:pt x="1781" y="742"/>
                    <a:pt x="1736" y="99"/>
                  </a:cubicBezTo>
                  <a:lnTo>
                    <a:pt x="1618" y="95"/>
                  </a:lnTo>
                  <a:cubicBezTo>
                    <a:pt x="1618" y="103"/>
                    <a:pt x="1618" y="110"/>
                    <a:pt x="1618" y="118"/>
                  </a:cubicBezTo>
                  <a:cubicBezTo>
                    <a:pt x="1663" y="746"/>
                    <a:pt x="1610" y="1343"/>
                    <a:pt x="1557" y="1974"/>
                  </a:cubicBezTo>
                  <a:cubicBezTo>
                    <a:pt x="1534" y="2210"/>
                    <a:pt x="1515" y="2450"/>
                    <a:pt x="1500" y="2690"/>
                  </a:cubicBezTo>
                  <a:cubicBezTo>
                    <a:pt x="1481" y="2971"/>
                    <a:pt x="1473" y="3245"/>
                    <a:pt x="1519" y="3511"/>
                  </a:cubicBezTo>
                  <a:cubicBezTo>
                    <a:pt x="1534" y="3580"/>
                    <a:pt x="1549" y="3652"/>
                    <a:pt x="1568" y="3721"/>
                  </a:cubicBezTo>
                  <a:cubicBezTo>
                    <a:pt x="1606" y="3884"/>
                    <a:pt x="1644" y="4040"/>
                    <a:pt x="1629" y="4196"/>
                  </a:cubicBezTo>
                  <a:cubicBezTo>
                    <a:pt x="1618" y="4333"/>
                    <a:pt x="1542" y="4470"/>
                    <a:pt x="1435" y="4542"/>
                  </a:cubicBezTo>
                  <a:cubicBezTo>
                    <a:pt x="1428" y="4550"/>
                    <a:pt x="1420" y="4554"/>
                    <a:pt x="1412" y="4557"/>
                  </a:cubicBezTo>
                  <a:cubicBezTo>
                    <a:pt x="1373" y="4580"/>
                    <a:pt x="1331" y="4592"/>
                    <a:pt x="1289" y="4592"/>
                  </a:cubicBezTo>
                  <a:cubicBezTo>
                    <a:pt x="1274" y="4592"/>
                    <a:pt x="1260" y="4591"/>
                    <a:pt x="1245" y="4588"/>
                  </a:cubicBezTo>
                  <a:cubicBezTo>
                    <a:pt x="1195" y="4580"/>
                    <a:pt x="1146" y="4557"/>
                    <a:pt x="1093" y="4531"/>
                  </a:cubicBezTo>
                  <a:cubicBezTo>
                    <a:pt x="1032" y="4504"/>
                    <a:pt x="975" y="4474"/>
                    <a:pt x="906" y="4462"/>
                  </a:cubicBezTo>
                  <a:cubicBezTo>
                    <a:pt x="885" y="4459"/>
                    <a:pt x="865" y="4458"/>
                    <a:pt x="844" y="4458"/>
                  </a:cubicBezTo>
                  <a:cubicBezTo>
                    <a:pt x="765" y="4458"/>
                    <a:pt x="690" y="4478"/>
                    <a:pt x="617" y="4497"/>
                  </a:cubicBezTo>
                  <a:cubicBezTo>
                    <a:pt x="549" y="4516"/>
                    <a:pt x="486" y="4534"/>
                    <a:pt x="426" y="4534"/>
                  </a:cubicBezTo>
                  <a:cubicBezTo>
                    <a:pt x="406" y="4534"/>
                    <a:pt x="386" y="4532"/>
                    <a:pt x="366" y="4527"/>
                  </a:cubicBezTo>
                  <a:cubicBezTo>
                    <a:pt x="302" y="4512"/>
                    <a:pt x="241" y="4466"/>
                    <a:pt x="199" y="4394"/>
                  </a:cubicBezTo>
                  <a:cubicBezTo>
                    <a:pt x="172" y="4352"/>
                    <a:pt x="153" y="4303"/>
                    <a:pt x="142" y="4249"/>
                  </a:cubicBezTo>
                  <a:cubicBezTo>
                    <a:pt x="123" y="4116"/>
                    <a:pt x="153" y="3975"/>
                    <a:pt x="180" y="3838"/>
                  </a:cubicBezTo>
                  <a:lnTo>
                    <a:pt x="184" y="3827"/>
                  </a:lnTo>
                  <a:cubicBezTo>
                    <a:pt x="457" y="2572"/>
                    <a:pt x="621" y="1286"/>
                    <a:pt x="671" y="0"/>
                  </a:cubicBezTo>
                  <a:close/>
                </a:path>
              </a:pathLst>
            </a:custGeom>
            <a:solidFill>
              <a:srgbClr val="0C224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95" name="Google Shape;722;p38">
              <a:extLst>
                <a:ext uri="{FF2B5EF4-FFF2-40B4-BE49-F238E27FC236}">
                  <a16:creationId xmlns:a16="http://schemas.microsoft.com/office/drawing/2014/main" id="{0C33C63F-ED7E-4632-DEC8-8854DC16EF59}"/>
                </a:ext>
              </a:extLst>
            </p:cNvPr>
            <p:cNvSpPr/>
            <p:nvPr/>
          </p:nvSpPr>
          <p:spPr>
            <a:xfrm>
              <a:off x="6939134" y="3272650"/>
              <a:ext cx="178692" cy="531290"/>
            </a:xfrm>
            <a:custGeom>
              <a:avLst/>
              <a:gdLst/>
              <a:ahLst/>
              <a:cxnLst/>
              <a:rect l="l" t="t" r="r" b="b"/>
              <a:pathLst>
                <a:path w="1606" h="4775" extrusionOk="0">
                  <a:moveTo>
                    <a:pt x="1374" y="1"/>
                  </a:moveTo>
                  <a:lnTo>
                    <a:pt x="1370" y="35"/>
                  </a:lnTo>
                  <a:cubicBezTo>
                    <a:pt x="1317" y="682"/>
                    <a:pt x="1267" y="1328"/>
                    <a:pt x="1221" y="1975"/>
                  </a:cubicBezTo>
                  <a:cubicBezTo>
                    <a:pt x="1202" y="2241"/>
                    <a:pt x="1187" y="2523"/>
                    <a:pt x="1233" y="2797"/>
                  </a:cubicBezTo>
                  <a:cubicBezTo>
                    <a:pt x="1256" y="2949"/>
                    <a:pt x="1298" y="3097"/>
                    <a:pt x="1336" y="3246"/>
                  </a:cubicBezTo>
                  <a:cubicBezTo>
                    <a:pt x="1374" y="3371"/>
                    <a:pt x="1408" y="3500"/>
                    <a:pt x="1431" y="3630"/>
                  </a:cubicBezTo>
                  <a:cubicBezTo>
                    <a:pt x="1472" y="3854"/>
                    <a:pt x="1484" y="4174"/>
                    <a:pt x="1313" y="4410"/>
                  </a:cubicBezTo>
                  <a:cubicBezTo>
                    <a:pt x="1278" y="4459"/>
                    <a:pt x="1233" y="4501"/>
                    <a:pt x="1183" y="4535"/>
                  </a:cubicBezTo>
                  <a:cubicBezTo>
                    <a:pt x="1075" y="4614"/>
                    <a:pt x="932" y="4656"/>
                    <a:pt x="787" y="4656"/>
                  </a:cubicBezTo>
                  <a:cubicBezTo>
                    <a:pt x="764" y="4656"/>
                    <a:pt x="742" y="4655"/>
                    <a:pt x="719" y="4653"/>
                  </a:cubicBezTo>
                  <a:cubicBezTo>
                    <a:pt x="529" y="4634"/>
                    <a:pt x="191" y="4493"/>
                    <a:pt x="111" y="4322"/>
                  </a:cubicBezTo>
                  <a:lnTo>
                    <a:pt x="95" y="4299"/>
                  </a:lnTo>
                  <a:lnTo>
                    <a:pt x="50" y="4349"/>
                  </a:lnTo>
                  <a:lnTo>
                    <a:pt x="0" y="4364"/>
                  </a:lnTo>
                  <a:lnTo>
                    <a:pt x="4" y="4383"/>
                  </a:lnTo>
                  <a:lnTo>
                    <a:pt x="8" y="4383"/>
                  </a:lnTo>
                  <a:cubicBezTo>
                    <a:pt x="118" y="4600"/>
                    <a:pt x="487" y="4752"/>
                    <a:pt x="708" y="4771"/>
                  </a:cubicBezTo>
                  <a:cubicBezTo>
                    <a:pt x="735" y="4775"/>
                    <a:pt x="761" y="4775"/>
                    <a:pt x="788" y="4775"/>
                  </a:cubicBezTo>
                  <a:cubicBezTo>
                    <a:pt x="955" y="4775"/>
                    <a:pt x="1123" y="4725"/>
                    <a:pt x="1252" y="4634"/>
                  </a:cubicBezTo>
                  <a:cubicBezTo>
                    <a:pt x="1313" y="4592"/>
                    <a:pt x="1366" y="4539"/>
                    <a:pt x="1412" y="4478"/>
                  </a:cubicBezTo>
                  <a:cubicBezTo>
                    <a:pt x="1606" y="4208"/>
                    <a:pt x="1594" y="3858"/>
                    <a:pt x="1549" y="3607"/>
                  </a:cubicBezTo>
                  <a:cubicBezTo>
                    <a:pt x="1526" y="3474"/>
                    <a:pt x="1488" y="3341"/>
                    <a:pt x="1453" y="3211"/>
                  </a:cubicBezTo>
                  <a:cubicBezTo>
                    <a:pt x="1412" y="3071"/>
                    <a:pt x="1374" y="2922"/>
                    <a:pt x="1351" y="2778"/>
                  </a:cubicBezTo>
                  <a:cubicBezTo>
                    <a:pt x="1309" y="2515"/>
                    <a:pt x="1320" y="2253"/>
                    <a:pt x="1339" y="1983"/>
                  </a:cubicBezTo>
                  <a:cubicBezTo>
                    <a:pt x="1385" y="1336"/>
                    <a:pt x="1438" y="693"/>
                    <a:pt x="1488" y="46"/>
                  </a:cubicBezTo>
                  <a:cubicBezTo>
                    <a:pt x="1488" y="42"/>
                    <a:pt x="1488" y="35"/>
                    <a:pt x="1492" y="27"/>
                  </a:cubicBezTo>
                  <a:lnTo>
                    <a:pt x="1492" y="12"/>
                  </a:lnTo>
                  <a:lnTo>
                    <a:pt x="1374" y="1"/>
                  </a:lnTo>
                  <a:close/>
                </a:path>
              </a:pathLst>
            </a:custGeom>
            <a:solidFill>
              <a:srgbClr val="0C224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96" name="Google Shape;723;p38">
              <a:extLst>
                <a:ext uri="{FF2B5EF4-FFF2-40B4-BE49-F238E27FC236}">
                  <a16:creationId xmlns:a16="http://schemas.microsoft.com/office/drawing/2014/main" id="{49521A2E-2186-CDC5-B1B1-9ABE1E6748BA}"/>
                </a:ext>
              </a:extLst>
            </p:cNvPr>
            <p:cNvSpPr/>
            <p:nvPr/>
          </p:nvSpPr>
          <p:spPr>
            <a:xfrm>
              <a:off x="7072877" y="3215904"/>
              <a:ext cx="130848" cy="584253"/>
            </a:xfrm>
            <a:custGeom>
              <a:avLst/>
              <a:gdLst/>
              <a:ahLst/>
              <a:cxnLst/>
              <a:rect l="l" t="t" r="r" b="b"/>
              <a:pathLst>
                <a:path w="1176" h="5251" extrusionOk="0">
                  <a:moveTo>
                    <a:pt x="765" y="1"/>
                  </a:moveTo>
                  <a:lnTo>
                    <a:pt x="678" y="85"/>
                  </a:lnTo>
                  <a:cubicBezTo>
                    <a:pt x="731" y="145"/>
                    <a:pt x="735" y="241"/>
                    <a:pt x="731" y="343"/>
                  </a:cubicBezTo>
                  <a:cubicBezTo>
                    <a:pt x="727" y="488"/>
                    <a:pt x="723" y="632"/>
                    <a:pt x="719" y="777"/>
                  </a:cubicBezTo>
                  <a:cubicBezTo>
                    <a:pt x="689" y="1815"/>
                    <a:pt x="659" y="2888"/>
                    <a:pt x="921" y="3915"/>
                  </a:cubicBezTo>
                  <a:lnTo>
                    <a:pt x="940" y="3988"/>
                  </a:lnTo>
                  <a:cubicBezTo>
                    <a:pt x="997" y="4197"/>
                    <a:pt x="1054" y="4414"/>
                    <a:pt x="1012" y="4619"/>
                  </a:cubicBezTo>
                  <a:cubicBezTo>
                    <a:pt x="978" y="4775"/>
                    <a:pt x="875" y="4916"/>
                    <a:pt x="723" y="5015"/>
                  </a:cubicBezTo>
                  <a:cubicBezTo>
                    <a:pt x="603" y="5092"/>
                    <a:pt x="467" y="5132"/>
                    <a:pt x="336" y="5132"/>
                  </a:cubicBezTo>
                  <a:cubicBezTo>
                    <a:pt x="256" y="5132"/>
                    <a:pt x="178" y="5117"/>
                    <a:pt x="107" y="5087"/>
                  </a:cubicBezTo>
                  <a:lnTo>
                    <a:pt x="65" y="5068"/>
                  </a:lnTo>
                  <a:lnTo>
                    <a:pt x="0" y="5171"/>
                  </a:lnTo>
                  <a:cubicBezTo>
                    <a:pt x="12" y="5178"/>
                    <a:pt x="19" y="5182"/>
                    <a:pt x="27" y="5182"/>
                  </a:cubicBezTo>
                  <a:cubicBezTo>
                    <a:pt x="38" y="5190"/>
                    <a:pt x="50" y="5197"/>
                    <a:pt x="57" y="5197"/>
                  </a:cubicBezTo>
                  <a:cubicBezTo>
                    <a:pt x="145" y="5235"/>
                    <a:pt x="236" y="5251"/>
                    <a:pt x="335" y="5251"/>
                  </a:cubicBezTo>
                  <a:cubicBezTo>
                    <a:pt x="487" y="5251"/>
                    <a:pt x="647" y="5205"/>
                    <a:pt x="788" y="5117"/>
                  </a:cubicBezTo>
                  <a:cubicBezTo>
                    <a:pt x="967" y="4999"/>
                    <a:pt x="1088" y="4832"/>
                    <a:pt x="1126" y="4646"/>
                  </a:cubicBezTo>
                  <a:cubicBezTo>
                    <a:pt x="1176" y="4414"/>
                    <a:pt x="1115" y="4182"/>
                    <a:pt x="1054" y="3957"/>
                  </a:cubicBezTo>
                  <a:lnTo>
                    <a:pt x="1039" y="3885"/>
                  </a:lnTo>
                  <a:cubicBezTo>
                    <a:pt x="776" y="2873"/>
                    <a:pt x="811" y="1808"/>
                    <a:pt x="841" y="781"/>
                  </a:cubicBezTo>
                  <a:cubicBezTo>
                    <a:pt x="845" y="636"/>
                    <a:pt x="849" y="492"/>
                    <a:pt x="853" y="347"/>
                  </a:cubicBezTo>
                  <a:cubicBezTo>
                    <a:pt x="853" y="252"/>
                    <a:pt x="856" y="104"/>
                    <a:pt x="765" y="1"/>
                  </a:cubicBezTo>
                  <a:close/>
                </a:path>
              </a:pathLst>
            </a:custGeom>
            <a:solidFill>
              <a:srgbClr val="0C224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97" name="Google Shape;724;p38">
              <a:extLst>
                <a:ext uri="{FF2B5EF4-FFF2-40B4-BE49-F238E27FC236}">
                  <a16:creationId xmlns:a16="http://schemas.microsoft.com/office/drawing/2014/main" id="{272FA8C3-367D-BC99-5CAE-7C68BC24167B}"/>
                </a:ext>
              </a:extLst>
            </p:cNvPr>
            <p:cNvSpPr/>
            <p:nvPr/>
          </p:nvSpPr>
          <p:spPr>
            <a:xfrm>
              <a:off x="6585306" y="3106751"/>
              <a:ext cx="239665" cy="409010"/>
            </a:xfrm>
            <a:custGeom>
              <a:avLst/>
              <a:gdLst/>
              <a:ahLst/>
              <a:cxnLst/>
              <a:rect l="l" t="t" r="r" b="b"/>
              <a:pathLst>
                <a:path w="2154" h="3676" extrusionOk="0">
                  <a:moveTo>
                    <a:pt x="1396" y="0"/>
                  </a:moveTo>
                  <a:lnTo>
                    <a:pt x="1392" y="4"/>
                  </a:lnTo>
                  <a:cubicBezTo>
                    <a:pt x="1107" y="61"/>
                    <a:pt x="1092" y="347"/>
                    <a:pt x="1080" y="575"/>
                  </a:cubicBezTo>
                  <a:cubicBezTo>
                    <a:pt x="1077" y="658"/>
                    <a:pt x="1073" y="738"/>
                    <a:pt x="1058" y="799"/>
                  </a:cubicBezTo>
                  <a:cubicBezTo>
                    <a:pt x="1039" y="879"/>
                    <a:pt x="989" y="944"/>
                    <a:pt x="943" y="1008"/>
                  </a:cubicBezTo>
                  <a:cubicBezTo>
                    <a:pt x="913" y="1050"/>
                    <a:pt x="879" y="1092"/>
                    <a:pt x="852" y="1142"/>
                  </a:cubicBezTo>
                  <a:cubicBezTo>
                    <a:pt x="810" y="1225"/>
                    <a:pt x="772" y="1320"/>
                    <a:pt x="738" y="1408"/>
                  </a:cubicBezTo>
                  <a:cubicBezTo>
                    <a:pt x="719" y="1469"/>
                    <a:pt x="696" y="1526"/>
                    <a:pt x="673" y="1579"/>
                  </a:cubicBezTo>
                  <a:cubicBezTo>
                    <a:pt x="559" y="1830"/>
                    <a:pt x="407" y="2157"/>
                    <a:pt x="217" y="2473"/>
                  </a:cubicBezTo>
                  <a:lnTo>
                    <a:pt x="190" y="2511"/>
                  </a:lnTo>
                  <a:cubicBezTo>
                    <a:pt x="122" y="2629"/>
                    <a:pt x="50" y="2747"/>
                    <a:pt x="23" y="2888"/>
                  </a:cubicBezTo>
                  <a:cubicBezTo>
                    <a:pt x="0" y="2998"/>
                    <a:pt x="8" y="3116"/>
                    <a:pt x="46" y="3226"/>
                  </a:cubicBezTo>
                  <a:cubicBezTo>
                    <a:pt x="76" y="3318"/>
                    <a:pt x="129" y="3405"/>
                    <a:pt x="198" y="3474"/>
                  </a:cubicBezTo>
                  <a:cubicBezTo>
                    <a:pt x="331" y="3607"/>
                    <a:pt x="502" y="3675"/>
                    <a:pt x="670" y="3675"/>
                  </a:cubicBezTo>
                  <a:cubicBezTo>
                    <a:pt x="788" y="3675"/>
                    <a:pt x="902" y="3641"/>
                    <a:pt x="1004" y="3576"/>
                  </a:cubicBezTo>
                  <a:cubicBezTo>
                    <a:pt x="1080" y="3527"/>
                    <a:pt x="1145" y="3462"/>
                    <a:pt x="1195" y="3382"/>
                  </a:cubicBezTo>
                  <a:cubicBezTo>
                    <a:pt x="1274" y="3253"/>
                    <a:pt x="1324" y="3112"/>
                    <a:pt x="1370" y="2975"/>
                  </a:cubicBezTo>
                  <a:lnTo>
                    <a:pt x="1389" y="2914"/>
                  </a:lnTo>
                  <a:cubicBezTo>
                    <a:pt x="1575" y="2344"/>
                    <a:pt x="1837" y="1792"/>
                    <a:pt x="2096" y="1256"/>
                  </a:cubicBezTo>
                  <a:lnTo>
                    <a:pt x="2111" y="1225"/>
                  </a:lnTo>
                  <a:cubicBezTo>
                    <a:pt x="2127" y="1187"/>
                    <a:pt x="2130" y="1180"/>
                    <a:pt x="2153" y="1123"/>
                  </a:cubicBezTo>
                  <a:lnTo>
                    <a:pt x="2043" y="1081"/>
                  </a:lnTo>
                  <a:cubicBezTo>
                    <a:pt x="2020" y="1134"/>
                    <a:pt x="2020" y="1138"/>
                    <a:pt x="2001" y="1172"/>
                  </a:cubicBezTo>
                  <a:lnTo>
                    <a:pt x="1986" y="1206"/>
                  </a:lnTo>
                  <a:cubicBezTo>
                    <a:pt x="1731" y="1743"/>
                    <a:pt x="1465" y="2298"/>
                    <a:pt x="1274" y="2876"/>
                  </a:cubicBezTo>
                  <a:lnTo>
                    <a:pt x="1255" y="2937"/>
                  </a:lnTo>
                  <a:cubicBezTo>
                    <a:pt x="1210" y="3067"/>
                    <a:pt x="1168" y="3203"/>
                    <a:pt x="1096" y="3318"/>
                  </a:cubicBezTo>
                  <a:cubicBezTo>
                    <a:pt x="1054" y="3382"/>
                    <a:pt x="1004" y="3436"/>
                    <a:pt x="940" y="3474"/>
                  </a:cubicBezTo>
                  <a:cubicBezTo>
                    <a:pt x="857" y="3530"/>
                    <a:pt x="763" y="3557"/>
                    <a:pt x="668" y="3557"/>
                  </a:cubicBezTo>
                  <a:cubicBezTo>
                    <a:pt x="531" y="3557"/>
                    <a:pt x="392" y="3500"/>
                    <a:pt x="282" y="3390"/>
                  </a:cubicBezTo>
                  <a:cubicBezTo>
                    <a:pt x="228" y="3333"/>
                    <a:pt x="186" y="3264"/>
                    <a:pt x="160" y="3188"/>
                  </a:cubicBezTo>
                  <a:cubicBezTo>
                    <a:pt x="129" y="3097"/>
                    <a:pt x="122" y="3002"/>
                    <a:pt x="141" y="2911"/>
                  </a:cubicBezTo>
                  <a:cubicBezTo>
                    <a:pt x="164" y="2793"/>
                    <a:pt x="228" y="2686"/>
                    <a:pt x="293" y="2572"/>
                  </a:cubicBezTo>
                  <a:lnTo>
                    <a:pt x="320" y="2534"/>
                  </a:lnTo>
                  <a:cubicBezTo>
                    <a:pt x="510" y="2214"/>
                    <a:pt x="666" y="1883"/>
                    <a:pt x="780" y="1629"/>
                  </a:cubicBezTo>
                  <a:cubicBezTo>
                    <a:pt x="807" y="1571"/>
                    <a:pt x="829" y="1511"/>
                    <a:pt x="852" y="1454"/>
                  </a:cubicBezTo>
                  <a:cubicBezTo>
                    <a:pt x="883" y="1366"/>
                    <a:pt x="917" y="1275"/>
                    <a:pt x="959" y="1199"/>
                  </a:cubicBezTo>
                  <a:cubicBezTo>
                    <a:pt x="982" y="1157"/>
                    <a:pt x="1008" y="1119"/>
                    <a:pt x="1039" y="1081"/>
                  </a:cubicBezTo>
                  <a:cubicBezTo>
                    <a:pt x="1092" y="1005"/>
                    <a:pt x="1149" y="932"/>
                    <a:pt x="1172" y="826"/>
                  </a:cubicBezTo>
                  <a:cubicBezTo>
                    <a:pt x="1191" y="754"/>
                    <a:pt x="1195" y="670"/>
                    <a:pt x="1198" y="582"/>
                  </a:cubicBezTo>
                  <a:cubicBezTo>
                    <a:pt x="1214" y="324"/>
                    <a:pt x="1233" y="153"/>
                    <a:pt x="1423" y="122"/>
                  </a:cubicBezTo>
                  <a:lnTo>
                    <a:pt x="1438" y="115"/>
                  </a:lnTo>
                  <a:lnTo>
                    <a:pt x="1423" y="61"/>
                  </a:lnTo>
                  <a:lnTo>
                    <a:pt x="1423" y="0"/>
                  </a:lnTo>
                  <a:close/>
                </a:path>
              </a:pathLst>
            </a:custGeom>
            <a:solidFill>
              <a:srgbClr val="0C224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98" name="Google Shape;725;p38">
              <a:extLst>
                <a:ext uri="{FF2B5EF4-FFF2-40B4-BE49-F238E27FC236}">
                  <a16:creationId xmlns:a16="http://schemas.microsoft.com/office/drawing/2014/main" id="{11472BE2-73D4-4538-B07F-047E97A1EFAC}"/>
                </a:ext>
              </a:extLst>
            </p:cNvPr>
            <p:cNvSpPr/>
            <p:nvPr/>
          </p:nvSpPr>
          <p:spPr>
            <a:xfrm>
              <a:off x="7003892" y="3773794"/>
              <a:ext cx="189262" cy="369177"/>
            </a:xfrm>
            <a:custGeom>
              <a:avLst/>
              <a:gdLst/>
              <a:ahLst/>
              <a:cxnLst/>
              <a:rect l="l" t="t" r="r" b="b"/>
              <a:pathLst>
                <a:path w="1701" h="3318" extrusionOk="0">
                  <a:moveTo>
                    <a:pt x="1412" y="1"/>
                  </a:moveTo>
                  <a:lnTo>
                    <a:pt x="1324" y="77"/>
                  </a:lnTo>
                  <a:lnTo>
                    <a:pt x="1336" y="92"/>
                  </a:lnTo>
                  <a:cubicBezTo>
                    <a:pt x="1564" y="328"/>
                    <a:pt x="1381" y="891"/>
                    <a:pt x="1320" y="1073"/>
                  </a:cubicBezTo>
                  <a:cubicBezTo>
                    <a:pt x="1282" y="1188"/>
                    <a:pt x="1237" y="1298"/>
                    <a:pt x="1195" y="1408"/>
                  </a:cubicBezTo>
                  <a:cubicBezTo>
                    <a:pt x="1123" y="1598"/>
                    <a:pt x="1043" y="1796"/>
                    <a:pt x="1001" y="2002"/>
                  </a:cubicBezTo>
                  <a:cubicBezTo>
                    <a:pt x="978" y="2097"/>
                    <a:pt x="967" y="2196"/>
                    <a:pt x="951" y="2291"/>
                  </a:cubicBezTo>
                  <a:cubicBezTo>
                    <a:pt x="902" y="2622"/>
                    <a:pt x="852" y="2934"/>
                    <a:pt x="617" y="3105"/>
                  </a:cubicBezTo>
                  <a:cubicBezTo>
                    <a:pt x="575" y="3135"/>
                    <a:pt x="544" y="3154"/>
                    <a:pt x="514" y="3166"/>
                  </a:cubicBezTo>
                  <a:cubicBezTo>
                    <a:pt x="475" y="3186"/>
                    <a:pt x="442" y="3196"/>
                    <a:pt x="408" y="3196"/>
                  </a:cubicBezTo>
                  <a:cubicBezTo>
                    <a:pt x="341" y="3196"/>
                    <a:pt x="270" y="3158"/>
                    <a:pt x="141" y="3082"/>
                  </a:cubicBezTo>
                  <a:lnTo>
                    <a:pt x="122" y="3071"/>
                  </a:lnTo>
                  <a:cubicBezTo>
                    <a:pt x="118" y="3063"/>
                    <a:pt x="118" y="3055"/>
                    <a:pt x="114" y="3044"/>
                  </a:cubicBezTo>
                  <a:lnTo>
                    <a:pt x="0" y="3074"/>
                  </a:lnTo>
                  <a:cubicBezTo>
                    <a:pt x="0" y="3082"/>
                    <a:pt x="4" y="3086"/>
                    <a:pt x="4" y="3093"/>
                  </a:cubicBezTo>
                  <a:cubicBezTo>
                    <a:pt x="8" y="3124"/>
                    <a:pt x="19" y="3150"/>
                    <a:pt x="61" y="3173"/>
                  </a:cubicBezTo>
                  <a:lnTo>
                    <a:pt x="80" y="3189"/>
                  </a:lnTo>
                  <a:cubicBezTo>
                    <a:pt x="210" y="3261"/>
                    <a:pt x="305" y="3318"/>
                    <a:pt x="407" y="3318"/>
                  </a:cubicBezTo>
                  <a:cubicBezTo>
                    <a:pt x="457" y="3318"/>
                    <a:pt x="510" y="3303"/>
                    <a:pt x="567" y="3276"/>
                  </a:cubicBezTo>
                  <a:cubicBezTo>
                    <a:pt x="601" y="3257"/>
                    <a:pt x="636" y="3238"/>
                    <a:pt x="685" y="3200"/>
                  </a:cubicBezTo>
                  <a:cubicBezTo>
                    <a:pt x="963" y="2998"/>
                    <a:pt x="1016" y="2648"/>
                    <a:pt x="1069" y="2310"/>
                  </a:cubicBezTo>
                  <a:cubicBezTo>
                    <a:pt x="1081" y="2215"/>
                    <a:pt x="1096" y="2120"/>
                    <a:pt x="1115" y="2028"/>
                  </a:cubicBezTo>
                  <a:cubicBezTo>
                    <a:pt x="1157" y="1830"/>
                    <a:pt x="1233" y="1640"/>
                    <a:pt x="1305" y="1454"/>
                  </a:cubicBezTo>
                  <a:cubicBezTo>
                    <a:pt x="1351" y="1344"/>
                    <a:pt x="1396" y="1226"/>
                    <a:pt x="1434" y="1111"/>
                  </a:cubicBezTo>
                  <a:cubicBezTo>
                    <a:pt x="1499" y="910"/>
                    <a:pt x="1701" y="294"/>
                    <a:pt x="1419" y="8"/>
                  </a:cubicBezTo>
                  <a:lnTo>
                    <a:pt x="1415" y="4"/>
                  </a:lnTo>
                  <a:lnTo>
                    <a:pt x="1370" y="43"/>
                  </a:lnTo>
                  <a:lnTo>
                    <a:pt x="1412" y="1"/>
                  </a:lnTo>
                  <a:close/>
                </a:path>
              </a:pathLst>
            </a:custGeom>
            <a:solidFill>
              <a:srgbClr val="0C224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99" name="Google Shape;726;p38">
              <a:extLst>
                <a:ext uri="{FF2B5EF4-FFF2-40B4-BE49-F238E27FC236}">
                  <a16:creationId xmlns:a16="http://schemas.microsoft.com/office/drawing/2014/main" id="{FBCA8219-CD12-8AFF-C464-C028C6647963}"/>
                </a:ext>
              </a:extLst>
            </p:cNvPr>
            <p:cNvSpPr/>
            <p:nvPr/>
          </p:nvSpPr>
          <p:spPr>
            <a:xfrm>
              <a:off x="6845559" y="3779691"/>
              <a:ext cx="256577" cy="395436"/>
            </a:xfrm>
            <a:custGeom>
              <a:avLst/>
              <a:gdLst/>
              <a:ahLst/>
              <a:cxnLst/>
              <a:rect l="l" t="t" r="r" b="b"/>
              <a:pathLst>
                <a:path w="2306" h="3554" extrusionOk="0">
                  <a:moveTo>
                    <a:pt x="2103" y="0"/>
                  </a:moveTo>
                  <a:cubicBezTo>
                    <a:pt x="2100" y="0"/>
                    <a:pt x="2096" y="0"/>
                    <a:pt x="2093" y="1"/>
                  </a:cubicBezTo>
                  <a:lnTo>
                    <a:pt x="2059" y="9"/>
                  </a:lnTo>
                  <a:lnTo>
                    <a:pt x="2043" y="35"/>
                  </a:lnTo>
                  <a:lnTo>
                    <a:pt x="2059" y="43"/>
                  </a:lnTo>
                  <a:lnTo>
                    <a:pt x="2036" y="66"/>
                  </a:lnTo>
                  <a:lnTo>
                    <a:pt x="2097" y="66"/>
                  </a:lnTo>
                  <a:lnTo>
                    <a:pt x="2097" y="119"/>
                  </a:lnTo>
                  <a:cubicBezTo>
                    <a:pt x="2089" y="119"/>
                    <a:pt x="2081" y="115"/>
                    <a:pt x="2078" y="115"/>
                  </a:cubicBezTo>
                  <a:lnTo>
                    <a:pt x="2078" y="115"/>
                  </a:lnTo>
                  <a:cubicBezTo>
                    <a:pt x="2158" y="206"/>
                    <a:pt x="2180" y="355"/>
                    <a:pt x="2150" y="507"/>
                  </a:cubicBezTo>
                  <a:cubicBezTo>
                    <a:pt x="2123" y="629"/>
                    <a:pt x="2070" y="743"/>
                    <a:pt x="2013" y="861"/>
                  </a:cubicBezTo>
                  <a:lnTo>
                    <a:pt x="1975" y="941"/>
                  </a:lnTo>
                  <a:cubicBezTo>
                    <a:pt x="1922" y="1058"/>
                    <a:pt x="1887" y="1180"/>
                    <a:pt x="1857" y="1298"/>
                  </a:cubicBezTo>
                  <a:cubicBezTo>
                    <a:pt x="1827" y="1401"/>
                    <a:pt x="1800" y="1496"/>
                    <a:pt x="1762" y="1591"/>
                  </a:cubicBezTo>
                  <a:cubicBezTo>
                    <a:pt x="1674" y="1808"/>
                    <a:pt x="1587" y="2036"/>
                    <a:pt x="1556" y="2283"/>
                  </a:cubicBezTo>
                  <a:cubicBezTo>
                    <a:pt x="1545" y="2344"/>
                    <a:pt x="1541" y="2409"/>
                    <a:pt x="1537" y="2470"/>
                  </a:cubicBezTo>
                  <a:cubicBezTo>
                    <a:pt x="1534" y="2573"/>
                    <a:pt x="1526" y="2668"/>
                    <a:pt x="1503" y="2759"/>
                  </a:cubicBezTo>
                  <a:cubicBezTo>
                    <a:pt x="1488" y="2831"/>
                    <a:pt x="1461" y="2903"/>
                    <a:pt x="1423" y="2972"/>
                  </a:cubicBezTo>
                  <a:cubicBezTo>
                    <a:pt x="1351" y="3105"/>
                    <a:pt x="1248" y="3215"/>
                    <a:pt x="1127" y="3295"/>
                  </a:cubicBezTo>
                  <a:cubicBezTo>
                    <a:pt x="1077" y="3330"/>
                    <a:pt x="1028" y="3352"/>
                    <a:pt x="978" y="3371"/>
                  </a:cubicBezTo>
                  <a:cubicBezTo>
                    <a:pt x="879" y="3412"/>
                    <a:pt x="775" y="3433"/>
                    <a:pt x="667" y="3433"/>
                  </a:cubicBezTo>
                  <a:cubicBezTo>
                    <a:pt x="504" y="3433"/>
                    <a:pt x="333" y="3386"/>
                    <a:pt x="157" y="3292"/>
                  </a:cubicBezTo>
                  <a:cubicBezTo>
                    <a:pt x="126" y="3272"/>
                    <a:pt x="92" y="3253"/>
                    <a:pt x="61" y="3234"/>
                  </a:cubicBezTo>
                  <a:lnTo>
                    <a:pt x="1" y="3337"/>
                  </a:lnTo>
                  <a:cubicBezTo>
                    <a:pt x="31" y="3360"/>
                    <a:pt x="65" y="3379"/>
                    <a:pt x="100" y="3394"/>
                  </a:cubicBezTo>
                  <a:cubicBezTo>
                    <a:pt x="297" y="3501"/>
                    <a:pt x="488" y="3554"/>
                    <a:pt x="670" y="3554"/>
                  </a:cubicBezTo>
                  <a:cubicBezTo>
                    <a:pt x="792" y="3554"/>
                    <a:pt x="910" y="3531"/>
                    <a:pt x="1024" y="3482"/>
                  </a:cubicBezTo>
                  <a:cubicBezTo>
                    <a:pt x="1077" y="3463"/>
                    <a:pt x="1134" y="3432"/>
                    <a:pt x="1187" y="3398"/>
                  </a:cubicBezTo>
                  <a:cubicBezTo>
                    <a:pt x="1328" y="3307"/>
                    <a:pt x="1446" y="3181"/>
                    <a:pt x="1526" y="3029"/>
                  </a:cubicBezTo>
                  <a:cubicBezTo>
                    <a:pt x="1572" y="2953"/>
                    <a:pt x="1602" y="2869"/>
                    <a:pt x="1621" y="2786"/>
                  </a:cubicBezTo>
                  <a:cubicBezTo>
                    <a:pt x="1644" y="2683"/>
                    <a:pt x="1652" y="2580"/>
                    <a:pt x="1659" y="2477"/>
                  </a:cubicBezTo>
                  <a:cubicBezTo>
                    <a:pt x="1663" y="2417"/>
                    <a:pt x="1667" y="2359"/>
                    <a:pt x="1674" y="2299"/>
                  </a:cubicBezTo>
                  <a:cubicBezTo>
                    <a:pt x="1701" y="2067"/>
                    <a:pt x="1789" y="1846"/>
                    <a:pt x="1872" y="1637"/>
                  </a:cubicBezTo>
                  <a:cubicBezTo>
                    <a:pt x="1914" y="1534"/>
                    <a:pt x="1945" y="1431"/>
                    <a:pt x="1971" y="1329"/>
                  </a:cubicBezTo>
                  <a:cubicBezTo>
                    <a:pt x="2005" y="1211"/>
                    <a:pt x="2036" y="1100"/>
                    <a:pt x="2085" y="990"/>
                  </a:cubicBezTo>
                  <a:lnTo>
                    <a:pt x="2123" y="910"/>
                  </a:lnTo>
                  <a:cubicBezTo>
                    <a:pt x="2177" y="792"/>
                    <a:pt x="2237" y="667"/>
                    <a:pt x="2264" y="534"/>
                  </a:cubicBezTo>
                  <a:cubicBezTo>
                    <a:pt x="2306" y="340"/>
                    <a:pt x="2272" y="161"/>
                    <a:pt x="2165" y="28"/>
                  </a:cubicBezTo>
                  <a:cubicBezTo>
                    <a:pt x="2149" y="11"/>
                    <a:pt x="2126" y="0"/>
                    <a:pt x="2103" y="0"/>
                  </a:cubicBezTo>
                  <a:close/>
                </a:path>
              </a:pathLst>
            </a:custGeom>
            <a:solidFill>
              <a:srgbClr val="0C224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00" name="Google Shape;727;p38">
              <a:extLst>
                <a:ext uri="{FF2B5EF4-FFF2-40B4-BE49-F238E27FC236}">
                  <a16:creationId xmlns:a16="http://schemas.microsoft.com/office/drawing/2014/main" id="{654AF49E-F593-A4CC-42BE-C310AE5C4DFE}"/>
                </a:ext>
              </a:extLst>
            </p:cNvPr>
            <p:cNvSpPr/>
            <p:nvPr/>
          </p:nvSpPr>
          <p:spPr>
            <a:xfrm>
              <a:off x="6702915" y="3731513"/>
              <a:ext cx="265478" cy="445839"/>
            </a:xfrm>
            <a:custGeom>
              <a:avLst/>
              <a:gdLst/>
              <a:ahLst/>
              <a:cxnLst/>
              <a:rect l="l" t="t" r="r" b="b"/>
              <a:pathLst>
                <a:path w="2386" h="4007" extrusionOk="0">
                  <a:moveTo>
                    <a:pt x="838" y="0"/>
                  </a:moveTo>
                  <a:cubicBezTo>
                    <a:pt x="830" y="4"/>
                    <a:pt x="822" y="12"/>
                    <a:pt x="822" y="15"/>
                  </a:cubicBezTo>
                  <a:cubicBezTo>
                    <a:pt x="678" y="133"/>
                    <a:pt x="682" y="343"/>
                    <a:pt x="697" y="491"/>
                  </a:cubicBezTo>
                  <a:cubicBezTo>
                    <a:pt x="739" y="917"/>
                    <a:pt x="522" y="1404"/>
                    <a:pt x="332" y="1838"/>
                  </a:cubicBezTo>
                  <a:cubicBezTo>
                    <a:pt x="282" y="1952"/>
                    <a:pt x="233" y="2066"/>
                    <a:pt x="191" y="2172"/>
                  </a:cubicBezTo>
                  <a:lnTo>
                    <a:pt x="183" y="2188"/>
                  </a:lnTo>
                  <a:cubicBezTo>
                    <a:pt x="96" y="2408"/>
                    <a:pt x="4" y="2637"/>
                    <a:pt x="1" y="2880"/>
                  </a:cubicBezTo>
                  <a:cubicBezTo>
                    <a:pt x="1" y="3025"/>
                    <a:pt x="39" y="3169"/>
                    <a:pt x="107" y="3287"/>
                  </a:cubicBezTo>
                  <a:cubicBezTo>
                    <a:pt x="172" y="3394"/>
                    <a:pt x="259" y="3477"/>
                    <a:pt x="366" y="3523"/>
                  </a:cubicBezTo>
                  <a:lnTo>
                    <a:pt x="377" y="3527"/>
                  </a:lnTo>
                  <a:cubicBezTo>
                    <a:pt x="400" y="3534"/>
                    <a:pt x="427" y="3546"/>
                    <a:pt x="430" y="3557"/>
                  </a:cubicBezTo>
                  <a:cubicBezTo>
                    <a:pt x="438" y="3569"/>
                    <a:pt x="434" y="3591"/>
                    <a:pt x="430" y="3614"/>
                  </a:cubicBezTo>
                  <a:cubicBezTo>
                    <a:pt x="430" y="3626"/>
                    <a:pt x="430" y="3641"/>
                    <a:pt x="427" y="3652"/>
                  </a:cubicBezTo>
                  <a:cubicBezTo>
                    <a:pt x="419" y="3744"/>
                    <a:pt x="457" y="3831"/>
                    <a:pt x="533" y="3896"/>
                  </a:cubicBezTo>
                  <a:cubicBezTo>
                    <a:pt x="617" y="3968"/>
                    <a:pt x="735" y="4006"/>
                    <a:pt x="853" y="4006"/>
                  </a:cubicBezTo>
                  <a:cubicBezTo>
                    <a:pt x="887" y="4006"/>
                    <a:pt x="925" y="4002"/>
                    <a:pt x="959" y="3995"/>
                  </a:cubicBezTo>
                  <a:cubicBezTo>
                    <a:pt x="1108" y="3960"/>
                    <a:pt x="1237" y="3880"/>
                    <a:pt x="1351" y="3759"/>
                  </a:cubicBezTo>
                  <a:cubicBezTo>
                    <a:pt x="1450" y="3656"/>
                    <a:pt x="1534" y="3527"/>
                    <a:pt x="1591" y="3386"/>
                  </a:cubicBezTo>
                  <a:cubicBezTo>
                    <a:pt x="1678" y="3165"/>
                    <a:pt x="1712" y="2929"/>
                    <a:pt x="1747" y="2701"/>
                  </a:cubicBezTo>
                  <a:cubicBezTo>
                    <a:pt x="1754" y="2648"/>
                    <a:pt x="1762" y="2591"/>
                    <a:pt x="1770" y="2538"/>
                  </a:cubicBezTo>
                  <a:cubicBezTo>
                    <a:pt x="1830" y="2180"/>
                    <a:pt x="1922" y="1830"/>
                    <a:pt x="2051" y="1491"/>
                  </a:cubicBezTo>
                  <a:lnTo>
                    <a:pt x="2081" y="1408"/>
                  </a:lnTo>
                  <a:cubicBezTo>
                    <a:pt x="2222" y="1027"/>
                    <a:pt x="2386" y="594"/>
                    <a:pt x="2207" y="217"/>
                  </a:cubicBezTo>
                  <a:lnTo>
                    <a:pt x="2207" y="213"/>
                  </a:lnTo>
                  <a:lnTo>
                    <a:pt x="2203" y="206"/>
                  </a:lnTo>
                  <a:lnTo>
                    <a:pt x="2120" y="240"/>
                  </a:lnTo>
                  <a:lnTo>
                    <a:pt x="2093" y="240"/>
                  </a:lnTo>
                  <a:lnTo>
                    <a:pt x="2093" y="251"/>
                  </a:lnTo>
                  <a:lnTo>
                    <a:pt x="2100" y="267"/>
                  </a:lnTo>
                  <a:cubicBezTo>
                    <a:pt x="2256" y="601"/>
                    <a:pt x="2112" y="989"/>
                    <a:pt x="1967" y="1366"/>
                  </a:cubicBezTo>
                  <a:lnTo>
                    <a:pt x="1937" y="1450"/>
                  </a:lnTo>
                  <a:cubicBezTo>
                    <a:pt x="1808" y="1796"/>
                    <a:pt x="1712" y="2153"/>
                    <a:pt x="1655" y="2519"/>
                  </a:cubicBezTo>
                  <a:cubicBezTo>
                    <a:pt x="1644" y="2572"/>
                    <a:pt x="1636" y="2629"/>
                    <a:pt x="1629" y="2686"/>
                  </a:cubicBezTo>
                  <a:cubicBezTo>
                    <a:pt x="1595" y="2907"/>
                    <a:pt x="1560" y="3135"/>
                    <a:pt x="1480" y="3340"/>
                  </a:cubicBezTo>
                  <a:cubicBezTo>
                    <a:pt x="1427" y="3470"/>
                    <a:pt x="1355" y="3584"/>
                    <a:pt x="1267" y="3675"/>
                  </a:cubicBezTo>
                  <a:cubicBezTo>
                    <a:pt x="1168" y="3782"/>
                    <a:pt x="1054" y="3850"/>
                    <a:pt x="933" y="3877"/>
                  </a:cubicBezTo>
                  <a:cubicBezTo>
                    <a:pt x="906" y="3883"/>
                    <a:pt x="878" y="3886"/>
                    <a:pt x="850" y="3886"/>
                  </a:cubicBezTo>
                  <a:cubicBezTo>
                    <a:pt x="762" y="3886"/>
                    <a:pt x="674" y="3856"/>
                    <a:pt x="613" y="3804"/>
                  </a:cubicBezTo>
                  <a:cubicBezTo>
                    <a:pt x="564" y="3763"/>
                    <a:pt x="541" y="3717"/>
                    <a:pt x="548" y="3660"/>
                  </a:cubicBezTo>
                  <a:cubicBezTo>
                    <a:pt x="548" y="3648"/>
                    <a:pt x="548" y="3641"/>
                    <a:pt x="552" y="3629"/>
                  </a:cubicBezTo>
                  <a:cubicBezTo>
                    <a:pt x="556" y="3595"/>
                    <a:pt x="560" y="3550"/>
                    <a:pt x="537" y="3504"/>
                  </a:cubicBezTo>
                  <a:cubicBezTo>
                    <a:pt x="510" y="3451"/>
                    <a:pt x="457" y="3432"/>
                    <a:pt x="411" y="3413"/>
                  </a:cubicBezTo>
                  <a:cubicBezTo>
                    <a:pt x="332" y="3378"/>
                    <a:pt x="263" y="3314"/>
                    <a:pt x="210" y="3226"/>
                  </a:cubicBezTo>
                  <a:cubicBezTo>
                    <a:pt x="153" y="3127"/>
                    <a:pt x="119" y="3002"/>
                    <a:pt x="122" y="2880"/>
                  </a:cubicBezTo>
                  <a:cubicBezTo>
                    <a:pt x="122" y="2659"/>
                    <a:pt x="210" y="2443"/>
                    <a:pt x="294" y="2233"/>
                  </a:cubicBezTo>
                  <a:lnTo>
                    <a:pt x="301" y="2214"/>
                  </a:lnTo>
                  <a:cubicBezTo>
                    <a:pt x="343" y="2112"/>
                    <a:pt x="392" y="2001"/>
                    <a:pt x="442" y="1887"/>
                  </a:cubicBezTo>
                  <a:cubicBezTo>
                    <a:pt x="640" y="1438"/>
                    <a:pt x="860" y="936"/>
                    <a:pt x="815" y="480"/>
                  </a:cubicBezTo>
                  <a:cubicBezTo>
                    <a:pt x="796" y="289"/>
                    <a:pt x="822" y="168"/>
                    <a:pt x="906" y="99"/>
                  </a:cubicBezTo>
                  <a:lnTo>
                    <a:pt x="838" y="0"/>
                  </a:lnTo>
                  <a:close/>
                </a:path>
              </a:pathLst>
            </a:custGeom>
            <a:solidFill>
              <a:srgbClr val="0C224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01" name="Google Shape;728;p38">
              <a:extLst>
                <a:ext uri="{FF2B5EF4-FFF2-40B4-BE49-F238E27FC236}">
                  <a16:creationId xmlns:a16="http://schemas.microsoft.com/office/drawing/2014/main" id="{CCFCF7BE-9137-C3BE-6956-BEA6F23A8AE9}"/>
                </a:ext>
              </a:extLst>
            </p:cNvPr>
            <p:cNvSpPr/>
            <p:nvPr/>
          </p:nvSpPr>
          <p:spPr>
            <a:xfrm>
              <a:off x="6527225" y="3457686"/>
              <a:ext cx="181362" cy="302641"/>
            </a:xfrm>
            <a:custGeom>
              <a:avLst/>
              <a:gdLst/>
              <a:ahLst/>
              <a:cxnLst/>
              <a:rect l="l" t="t" r="r" b="b"/>
              <a:pathLst>
                <a:path w="1630" h="2720" extrusionOk="0">
                  <a:moveTo>
                    <a:pt x="598" y="0"/>
                  </a:moveTo>
                  <a:cubicBezTo>
                    <a:pt x="423" y="34"/>
                    <a:pt x="336" y="468"/>
                    <a:pt x="218" y="1126"/>
                  </a:cubicBezTo>
                  <a:cubicBezTo>
                    <a:pt x="180" y="1331"/>
                    <a:pt x="149" y="1506"/>
                    <a:pt x="123" y="1579"/>
                  </a:cubicBezTo>
                  <a:lnTo>
                    <a:pt x="104" y="1636"/>
                  </a:lnTo>
                  <a:cubicBezTo>
                    <a:pt x="54" y="1777"/>
                    <a:pt x="1" y="1917"/>
                    <a:pt x="1" y="2069"/>
                  </a:cubicBezTo>
                  <a:cubicBezTo>
                    <a:pt x="1" y="2107"/>
                    <a:pt x="9" y="2146"/>
                    <a:pt x="16" y="2176"/>
                  </a:cubicBezTo>
                  <a:cubicBezTo>
                    <a:pt x="50" y="2343"/>
                    <a:pt x="161" y="2473"/>
                    <a:pt x="298" y="2507"/>
                  </a:cubicBezTo>
                  <a:cubicBezTo>
                    <a:pt x="339" y="2518"/>
                    <a:pt x="381" y="2518"/>
                    <a:pt x="419" y="2522"/>
                  </a:cubicBezTo>
                  <a:cubicBezTo>
                    <a:pt x="476" y="2526"/>
                    <a:pt x="526" y="2526"/>
                    <a:pt x="560" y="2553"/>
                  </a:cubicBezTo>
                  <a:cubicBezTo>
                    <a:pt x="579" y="2564"/>
                    <a:pt x="594" y="2583"/>
                    <a:pt x="613" y="2602"/>
                  </a:cubicBezTo>
                  <a:cubicBezTo>
                    <a:pt x="629" y="2621"/>
                    <a:pt x="648" y="2636"/>
                    <a:pt x="667" y="2655"/>
                  </a:cubicBezTo>
                  <a:cubicBezTo>
                    <a:pt x="716" y="2697"/>
                    <a:pt x="781" y="2720"/>
                    <a:pt x="849" y="2720"/>
                  </a:cubicBezTo>
                  <a:cubicBezTo>
                    <a:pt x="914" y="2720"/>
                    <a:pt x="982" y="2697"/>
                    <a:pt x="1047" y="2659"/>
                  </a:cubicBezTo>
                  <a:cubicBezTo>
                    <a:pt x="1116" y="2617"/>
                    <a:pt x="1176" y="2556"/>
                    <a:pt x="1211" y="2488"/>
                  </a:cubicBezTo>
                  <a:cubicBezTo>
                    <a:pt x="1291" y="2332"/>
                    <a:pt x="1287" y="2153"/>
                    <a:pt x="1279" y="1986"/>
                  </a:cubicBezTo>
                  <a:lnTo>
                    <a:pt x="1275" y="1803"/>
                  </a:lnTo>
                  <a:cubicBezTo>
                    <a:pt x="1268" y="1484"/>
                    <a:pt x="1260" y="1153"/>
                    <a:pt x="1424" y="898"/>
                  </a:cubicBezTo>
                  <a:cubicBezTo>
                    <a:pt x="1534" y="727"/>
                    <a:pt x="1629" y="540"/>
                    <a:pt x="1561" y="361"/>
                  </a:cubicBezTo>
                  <a:lnTo>
                    <a:pt x="1561" y="361"/>
                  </a:lnTo>
                  <a:lnTo>
                    <a:pt x="1446" y="403"/>
                  </a:lnTo>
                  <a:cubicBezTo>
                    <a:pt x="1496" y="533"/>
                    <a:pt x="1416" y="689"/>
                    <a:pt x="1321" y="833"/>
                  </a:cubicBezTo>
                  <a:cubicBezTo>
                    <a:pt x="1138" y="1122"/>
                    <a:pt x="1150" y="1484"/>
                    <a:pt x="1157" y="1803"/>
                  </a:cubicBezTo>
                  <a:lnTo>
                    <a:pt x="1161" y="1990"/>
                  </a:lnTo>
                  <a:cubicBezTo>
                    <a:pt x="1165" y="2142"/>
                    <a:pt x="1169" y="2305"/>
                    <a:pt x="1104" y="2435"/>
                  </a:cubicBezTo>
                  <a:cubicBezTo>
                    <a:pt x="1077" y="2484"/>
                    <a:pt x="1036" y="2526"/>
                    <a:pt x="986" y="2556"/>
                  </a:cubicBezTo>
                  <a:cubicBezTo>
                    <a:pt x="944" y="2581"/>
                    <a:pt x="894" y="2600"/>
                    <a:pt x="844" y="2600"/>
                  </a:cubicBezTo>
                  <a:cubicBezTo>
                    <a:pt x="808" y="2600"/>
                    <a:pt x="773" y="2590"/>
                    <a:pt x="743" y="2564"/>
                  </a:cubicBezTo>
                  <a:cubicBezTo>
                    <a:pt x="727" y="2549"/>
                    <a:pt x="716" y="2537"/>
                    <a:pt x="701" y="2522"/>
                  </a:cubicBezTo>
                  <a:cubicBezTo>
                    <a:pt x="682" y="2499"/>
                    <a:pt x="659" y="2473"/>
                    <a:pt x="625" y="2450"/>
                  </a:cubicBezTo>
                  <a:cubicBezTo>
                    <a:pt x="564" y="2408"/>
                    <a:pt x="488" y="2404"/>
                    <a:pt x="427" y="2400"/>
                  </a:cubicBezTo>
                  <a:cubicBezTo>
                    <a:pt x="389" y="2400"/>
                    <a:pt x="359" y="2400"/>
                    <a:pt x="328" y="2393"/>
                  </a:cubicBezTo>
                  <a:cubicBezTo>
                    <a:pt x="214" y="2362"/>
                    <a:pt x="153" y="2248"/>
                    <a:pt x="130" y="2149"/>
                  </a:cubicBezTo>
                  <a:cubicBezTo>
                    <a:pt x="126" y="2123"/>
                    <a:pt x="123" y="2096"/>
                    <a:pt x="123" y="2069"/>
                  </a:cubicBezTo>
                  <a:cubicBezTo>
                    <a:pt x="119" y="1940"/>
                    <a:pt x="168" y="1807"/>
                    <a:pt x="214" y="1678"/>
                  </a:cubicBezTo>
                  <a:lnTo>
                    <a:pt x="237" y="1621"/>
                  </a:lnTo>
                  <a:cubicBezTo>
                    <a:pt x="263" y="1541"/>
                    <a:pt x="294" y="1366"/>
                    <a:pt x="336" y="1149"/>
                  </a:cubicBezTo>
                  <a:cubicBezTo>
                    <a:pt x="389" y="848"/>
                    <a:pt x="514" y="145"/>
                    <a:pt x="621" y="118"/>
                  </a:cubicBezTo>
                  <a:lnTo>
                    <a:pt x="598" y="0"/>
                  </a:lnTo>
                  <a:close/>
                </a:path>
              </a:pathLst>
            </a:custGeom>
            <a:solidFill>
              <a:srgbClr val="0C224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02" name="Google Shape;729;p38">
              <a:extLst>
                <a:ext uri="{FF2B5EF4-FFF2-40B4-BE49-F238E27FC236}">
                  <a16:creationId xmlns:a16="http://schemas.microsoft.com/office/drawing/2014/main" id="{242BA062-28DF-7454-AB98-218BE2161CC4}"/>
                </a:ext>
              </a:extLst>
            </p:cNvPr>
            <p:cNvSpPr/>
            <p:nvPr/>
          </p:nvSpPr>
          <p:spPr>
            <a:xfrm>
              <a:off x="6595876" y="4085340"/>
              <a:ext cx="273489" cy="422584"/>
            </a:xfrm>
            <a:custGeom>
              <a:avLst/>
              <a:gdLst/>
              <a:ahLst/>
              <a:cxnLst/>
              <a:rect l="l" t="t" r="r" b="b"/>
              <a:pathLst>
                <a:path w="2458" h="3798" extrusionOk="0">
                  <a:moveTo>
                    <a:pt x="1081" y="1"/>
                  </a:moveTo>
                  <a:cubicBezTo>
                    <a:pt x="1077" y="20"/>
                    <a:pt x="1069" y="35"/>
                    <a:pt x="1065" y="58"/>
                  </a:cubicBezTo>
                  <a:cubicBezTo>
                    <a:pt x="936" y="465"/>
                    <a:pt x="864" y="906"/>
                    <a:pt x="795" y="1336"/>
                  </a:cubicBezTo>
                  <a:cubicBezTo>
                    <a:pt x="753" y="1594"/>
                    <a:pt x="712" y="1861"/>
                    <a:pt x="654" y="2116"/>
                  </a:cubicBezTo>
                  <a:cubicBezTo>
                    <a:pt x="601" y="2367"/>
                    <a:pt x="544" y="2625"/>
                    <a:pt x="396" y="2831"/>
                  </a:cubicBezTo>
                  <a:cubicBezTo>
                    <a:pt x="358" y="2880"/>
                    <a:pt x="320" y="2926"/>
                    <a:pt x="278" y="2972"/>
                  </a:cubicBezTo>
                  <a:cubicBezTo>
                    <a:pt x="206" y="3051"/>
                    <a:pt x="137" y="3131"/>
                    <a:pt x="88" y="3230"/>
                  </a:cubicBezTo>
                  <a:cubicBezTo>
                    <a:pt x="0" y="3401"/>
                    <a:pt x="8" y="3649"/>
                    <a:pt x="179" y="3751"/>
                  </a:cubicBezTo>
                  <a:cubicBezTo>
                    <a:pt x="228" y="3782"/>
                    <a:pt x="285" y="3797"/>
                    <a:pt x="350" y="3797"/>
                  </a:cubicBezTo>
                  <a:cubicBezTo>
                    <a:pt x="422" y="3797"/>
                    <a:pt x="502" y="3778"/>
                    <a:pt x="594" y="3736"/>
                  </a:cubicBezTo>
                  <a:cubicBezTo>
                    <a:pt x="1107" y="3504"/>
                    <a:pt x="1373" y="2953"/>
                    <a:pt x="1602" y="2405"/>
                  </a:cubicBezTo>
                  <a:cubicBezTo>
                    <a:pt x="1682" y="2211"/>
                    <a:pt x="1761" y="2021"/>
                    <a:pt x="1841" y="1826"/>
                  </a:cubicBezTo>
                  <a:lnTo>
                    <a:pt x="1914" y="1655"/>
                  </a:lnTo>
                  <a:cubicBezTo>
                    <a:pt x="1986" y="1480"/>
                    <a:pt x="2089" y="1343"/>
                    <a:pt x="2199" y="1195"/>
                  </a:cubicBezTo>
                  <a:cubicBezTo>
                    <a:pt x="2226" y="1161"/>
                    <a:pt x="2252" y="1127"/>
                    <a:pt x="2279" y="1088"/>
                  </a:cubicBezTo>
                  <a:cubicBezTo>
                    <a:pt x="2408" y="914"/>
                    <a:pt x="2458" y="746"/>
                    <a:pt x="2427" y="598"/>
                  </a:cubicBezTo>
                  <a:lnTo>
                    <a:pt x="2427" y="598"/>
                  </a:lnTo>
                  <a:lnTo>
                    <a:pt x="2309" y="621"/>
                  </a:lnTo>
                  <a:cubicBezTo>
                    <a:pt x="2332" y="735"/>
                    <a:pt x="2290" y="872"/>
                    <a:pt x="2184" y="1016"/>
                  </a:cubicBezTo>
                  <a:cubicBezTo>
                    <a:pt x="2157" y="1054"/>
                    <a:pt x="2130" y="1088"/>
                    <a:pt x="2104" y="1123"/>
                  </a:cubicBezTo>
                  <a:cubicBezTo>
                    <a:pt x="1990" y="1275"/>
                    <a:pt x="1879" y="1419"/>
                    <a:pt x="1803" y="1610"/>
                  </a:cubicBezTo>
                  <a:lnTo>
                    <a:pt x="1731" y="1781"/>
                  </a:lnTo>
                  <a:cubicBezTo>
                    <a:pt x="1651" y="1975"/>
                    <a:pt x="1571" y="2165"/>
                    <a:pt x="1491" y="2359"/>
                  </a:cubicBezTo>
                  <a:cubicBezTo>
                    <a:pt x="1275" y="2884"/>
                    <a:pt x="1020" y="3417"/>
                    <a:pt x="537" y="3633"/>
                  </a:cubicBezTo>
                  <a:cubicBezTo>
                    <a:pt x="485" y="3657"/>
                    <a:pt x="419" y="3679"/>
                    <a:pt x="355" y="3679"/>
                  </a:cubicBezTo>
                  <a:cubicBezTo>
                    <a:pt x="316" y="3679"/>
                    <a:pt x="277" y="3671"/>
                    <a:pt x="244" y="3649"/>
                  </a:cubicBezTo>
                  <a:cubicBezTo>
                    <a:pt x="133" y="3584"/>
                    <a:pt x="130" y="3409"/>
                    <a:pt x="194" y="3283"/>
                  </a:cubicBezTo>
                  <a:cubicBezTo>
                    <a:pt x="236" y="3200"/>
                    <a:pt x="297" y="3128"/>
                    <a:pt x="365" y="3051"/>
                  </a:cubicBezTo>
                  <a:cubicBezTo>
                    <a:pt x="407" y="3002"/>
                    <a:pt x="453" y="2953"/>
                    <a:pt x="491" y="2899"/>
                  </a:cubicBezTo>
                  <a:cubicBezTo>
                    <a:pt x="654" y="2675"/>
                    <a:pt x="715" y="2405"/>
                    <a:pt x="772" y="2138"/>
                  </a:cubicBezTo>
                  <a:cubicBezTo>
                    <a:pt x="826" y="1884"/>
                    <a:pt x="871" y="1613"/>
                    <a:pt x="913" y="1355"/>
                  </a:cubicBezTo>
                  <a:cubicBezTo>
                    <a:pt x="982" y="929"/>
                    <a:pt x="1054" y="491"/>
                    <a:pt x="1179" y="96"/>
                  </a:cubicBezTo>
                  <a:lnTo>
                    <a:pt x="1179" y="84"/>
                  </a:lnTo>
                  <a:cubicBezTo>
                    <a:pt x="1187" y="69"/>
                    <a:pt x="1191" y="54"/>
                    <a:pt x="1195" y="42"/>
                  </a:cubicBezTo>
                  <a:lnTo>
                    <a:pt x="1081" y="1"/>
                  </a:lnTo>
                  <a:close/>
                </a:path>
              </a:pathLst>
            </a:custGeom>
            <a:solidFill>
              <a:srgbClr val="0C224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03" name="Google Shape;730;p38">
              <a:extLst>
                <a:ext uri="{FF2B5EF4-FFF2-40B4-BE49-F238E27FC236}">
                  <a16:creationId xmlns:a16="http://schemas.microsoft.com/office/drawing/2014/main" id="{7C29498A-E39A-55DA-B72E-E97C7C2DF216}"/>
                </a:ext>
              </a:extLst>
            </p:cNvPr>
            <p:cNvSpPr/>
            <p:nvPr/>
          </p:nvSpPr>
          <p:spPr>
            <a:xfrm>
              <a:off x="6654625" y="4153435"/>
              <a:ext cx="327342" cy="385756"/>
            </a:xfrm>
            <a:custGeom>
              <a:avLst/>
              <a:gdLst/>
              <a:ahLst/>
              <a:cxnLst/>
              <a:rect l="l" t="t" r="r" b="b"/>
              <a:pathLst>
                <a:path w="2942" h="3467" extrusionOk="0">
                  <a:moveTo>
                    <a:pt x="2824" y="1"/>
                  </a:moveTo>
                  <a:cubicBezTo>
                    <a:pt x="2824" y="107"/>
                    <a:pt x="2767" y="165"/>
                    <a:pt x="2698" y="237"/>
                  </a:cubicBezTo>
                  <a:cubicBezTo>
                    <a:pt x="2660" y="279"/>
                    <a:pt x="2622" y="317"/>
                    <a:pt x="2588" y="366"/>
                  </a:cubicBezTo>
                  <a:cubicBezTo>
                    <a:pt x="2504" y="503"/>
                    <a:pt x="2451" y="674"/>
                    <a:pt x="2398" y="838"/>
                  </a:cubicBezTo>
                  <a:cubicBezTo>
                    <a:pt x="2375" y="914"/>
                    <a:pt x="2352" y="990"/>
                    <a:pt x="2325" y="1059"/>
                  </a:cubicBezTo>
                  <a:lnTo>
                    <a:pt x="1819" y="2386"/>
                  </a:lnTo>
                  <a:cubicBezTo>
                    <a:pt x="1747" y="2580"/>
                    <a:pt x="1671" y="2778"/>
                    <a:pt x="1534" y="2930"/>
                  </a:cubicBezTo>
                  <a:cubicBezTo>
                    <a:pt x="1477" y="2995"/>
                    <a:pt x="1408" y="3052"/>
                    <a:pt x="1325" y="3101"/>
                  </a:cubicBezTo>
                  <a:cubicBezTo>
                    <a:pt x="1192" y="3185"/>
                    <a:pt x="1032" y="3250"/>
                    <a:pt x="815" y="3303"/>
                  </a:cubicBezTo>
                  <a:cubicBezTo>
                    <a:pt x="707" y="3329"/>
                    <a:pt x="611" y="3347"/>
                    <a:pt x="520" y="3347"/>
                  </a:cubicBezTo>
                  <a:cubicBezTo>
                    <a:pt x="477" y="3347"/>
                    <a:pt x="435" y="3343"/>
                    <a:pt x="393" y="3333"/>
                  </a:cubicBezTo>
                  <a:cubicBezTo>
                    <a:pt x="279" y="3311"/>
                    <a:pt x="146" y="3227"/>
                    <a:pt x="119" y="3098"/>
                  </a:cubicBezTo>
                  <a:lnTo>
                    <a:pt x="1" y="3120"/>
                  </a:lnTo>
                  <a:cubicBezTo>
                    <a:pt x="35" y="3280"/>
                    <a:pt x="184" y="3413"/>
                    <a:pt x="370" y="3451"/>
                  </a:cubicBezTo>
                  <a:cubicBezTo>
                    <a:pt x="416" y="3463"/>
                    <a:pt x="465" y="3467"/>
                    <a:pt x="515" y="3467"/>
                  </a:cubicBezTo>
                  <a:cubicBezTo>
                    <a:pt x="625" y="3467"/>
                    <a:pt x="739" y="3444"/>
                    <a:pt x="845" y="3417"/>
                  </a:cubicBezTo>
                  <a:cubicBezTo>
                    <a:pt x="1070" y="3360"/>
                    <a:pt x="1245" y="3292"/>
                    <a:pt x="1386" y="3204"/>
                  </a:cubicBezTo>
                  <a:cubicBezTo>
                    <a:pt x="1477" y="3151"/>
                    <a:pt x="1561" y="3082"/>
                    <a:pt x="1625" y="3010"/>
                  </a:cubicBezTo>
                  <a:cubicBezTo>
                    <a:pt x="1774" y="2839"/>
                    <a:pt x="1857" y="2622"/>
                    <a:pt x="1933" y="2428"/>
                  </a:cubicBezTo>
                  <a:lnTo>
                    <a:pt x="2439" y="1100"/>
                  </a:lnTo>
                  <a:cubicBezTo>
                    <a:pt x="2466" y="1032"/>
                    <a:pt x="2489" y="952"/>
                    <a:pt x="2512" y="876"/>
                  </a:cubicBezTo>
                  <a:cubicBezTo>
                    <a:pt x="2561" y="716"/>
                    <a:pt x="2614" y="553"/>
                    <a:pt x="2690" y="431"/>
                  </a:cubicBezTo>
                  <a:cubicBezTo>
                    <a:pt x="2717" y="393"/>
                    <a:pt x="2748" y="355"/>
                    <a:pt x="2782" y="321"/>
                  </a:cubicBezTo>
                  <a:cubicBezTo>
                    <a:pt x="2858" y="241"/>
                    <a:pt x="2942" y="153"/>
                    <a:pt x="2942" y="1"/>
                  </a:cubicBezTo>
                  <a:close/>
                </a:path>
              </a:pathLst>
            </a:custGeom>
            <a:solidFill>
              <a:srgbClr val="0C224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04" name="Google Shape;731;p38">
              <a:extLst>
                <a:ext uri="{FF2B5EF4-FFF2-40B4-BE49-F238E27FC236}">
                  <a16:creationId xmlns:a16="http://schemas.microsoft.com/office/drawing/2014/main" id="{A3D004DB-462E-87C1-1BA5-E64DA8E0ABFC}"/>
                </a:ext>
              </a:extLst>
            </p:cNvPr>
            <p:cNvSpPr/>
            <p:nvPr/>
          </p:nvSpPr>
          <p:spPr>
            <a:xfrm>
              <a:off x="6797714" y="4127621"/>
              <a:ext cx="273601" cy="390874"/>
            </a:xfrm>
            <a:custGeom>
              <a:avLst/>
              <a:gdLst/>
              <a:ahLst/>
              <a:cxnLst/>
              <a:rect l="l" t="t" r="r" b="b"/>
              <a:pathLst>
                <a:path w="2459" h="3513" extrusionOk="0">
                  <a:moveTo>
                    <a:pt x="2340" y="1"/>
                  </a:moveTo>
                  <a:cubicBezTo>
                    <a:pt x="2340" y="9"/>
                    <a:pt x="2340" y="20"/>
                    <a:pt x="2336" y="35"/>
                  </a:cubicBezTo>
                  <a:cubicBezTo>
                    <a:pt x="2329" y="100"/>
                    <a:pt x="2317" y="172"/>
                    <a:pt x="2298" y="248"/>
                  </a:cubicBezTo>
                  <a:cubicBezTo>
                    <a:pt x="2264" y="393"/>
                    <a:pt x="2211" y="537"/>
                    <a:pt x="2161" y="674"/>
                  </a:cubicBezTo>
                  <a:cubicBezTo>
                    <a:pt x="2108" y="815"/>
                    <a:pt x="2059" y="960"/>
                    <a:pt x="2006" y="1100"/>
                  </a:cubicBezTo>
                  <a:cubicBezTo>
                    <a:pt x="1903" y="1389"/>
                    <a:pt x="1800" y="1690"/>
                    <a:pt x="1678" y="1971"/>
                  </a:cubicBezTo>
                  <a:cubicBezTo>
                    <a:pt x="1652" y="2036"/>
                    <a:pt x="1629" y="2101"/>
                    <a:pt x="1602" y="2162"/>
                  </a:cubicBezTo>
                  <a:cubicBezTo>
                    <a:pt x="1496" y="2432"/>
                    <a:pt x="1385" y="2706"/>
                    <a:pt x="1207" y="2934"/>
                  </a:cubicBezTo>
                  <a:cubicBezTo>
                    <a:pt x="1066" y="3117"/>
                    <a:pt x="876" y="3257"/>
                    <a:pt x="678" y="3326"/>
                  </a:cubicBezTo>
                  <a:cubicBezTo>
                    <a:pt x="584" y="3359"/>
                    <a:pt x="449" y="3390"/>
                    <a:pt x="326" y="3390"/>
                  </a:cubicBezTo>
                  <a:cubicBezTo>
                    <a:pt x="238" y="3390"/>
                    <a:pt x="156" y="3374"/>
                    <a:pt x="100" y="3333"/>
                  </a:cubicBezTo>
                  <a:cubicBezTo>
                    <a:pt x="96" y="3330"/>
                    <a:pt x="92" y="3330"/>
                    <a:pt x="88" y="3326"/>
                  </a:cubicBezTo>
                  <a:lnTo>
                    <a:pt x="1" y="3409"/>
                  </a:lnTo>
                  <a:cubicBezTo>
                    <a:pt x="16" y="3421"/>
                    <a:pt x="27" y="3428"/>
                    <a:pt x="35" y="3432"/>
                  </a:cubicBezTo>
                  <a:cubicBezTo>
                    <a:pt x="111" y="3489"/>
                    <a:pt x="218" y="3512"/>
                    <a:pt x="324" y="3512"/>
                  </a:cubicBezTo>
                  <a:cubicBezTo>
                    <a:pt x="469" y="3512"/>
                    <a:pt x="621" y="3474"/>
                    <a:pt x="716" y="3440"/>
                  </a:cubicBezTo>
                  <a:cubicBezTo>
                    <a:pt x="937" y="3364"/>
                    <a:pt x="1146" y="3208"/>
                    <a:pt x="1302" y="3006"/>
                  </a:cubicBezTo>
                  <a:cubicBezTo>
                    <a:pt x="1488" y="2767"/>
                    <a:pt x="1602" y="2481"/>
                    <a:pt x="1713" y="2207"/>
                  </a:cubicBezTo>
                  <a:cubicBezTo>
                    <a:pt x="1739" y="2143"/>
                    <a:pt x="1762" y="2082"/>
                    <a:pt x="1789" y="2021"/>
                  </a:cubicBezTo>
                  <a:cubicBezTo>
                    <a:pt x="1910" y="1732"/>
                    <a:pt x="2017" y="1431"/>
                    <a:pt x="2120" y="1142"/>
                  </a:cubicBezTo>
                  <a:cubicBezTo>
                    <a:pt x="2169" y="998"/>
                    <a:pt x="2219" y="857"/>
                    <a:pt x="2272" y="716"/>
                  </a:cubicBezTo>
                  <a:cubicBezTo>
                    <a:pt x="2325" y="575"/>
                    <a:pt x="2378" y="427"/>
                    <a:pt x="2413" y="279"/>
                  </a:cubicBezTo>
                  <a:cubicBezTo>
                    <a:pt x="2432" y="195"/>
                    <a:pt x="2447" y="119"/>
                    <a:pt x="2454" y="54"/>
                  </a:cubicBezTo>
                  <a:cubicBezTo>
                    <a:pt x="2454" y="39"/>
                    <a:pt x="2458" y="28"/>
                    <a:pt x="2458" y="12"/>
                  </a:cubicBezTo>
                  <a:lnTo>
                    <a:pt x="2340" y="1"/>
                  </a:lnTo>
                  <a:close/>
                </a:path>
              </a:pathLst>
            </a:custGeom>
            <a:solidFill>
              <a:srgbClr val="0C224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05" name="Google Shape;732;p38">
              <a:extLst>
                <a:ext uri="{FF2B5EF4-FFF2-40B4-BE49-F238E27FC236}">
                  <a16:creationId xmlns:a16="http://schemas.microsoft.com/office/drawing/2014/main" id="{01E8DB3F-7307-1DAF-F896-6F660E45B3AC}"/>
                </a:ext>
              </a:extLst>
            </p:cNvPr>
            <p:cNvSpPr/>
            <p:nvPr/>
          </p:nvSpPr>
          <p:spPr>
            <a:xfrm>
              <a:off x="6499742" y="3693793"/>
              <a:ext cx="151209" cy="314657"/>
            </a:xfrm>
            <a:custGeom>
              <a:avLst/>
              <a:gdLst/>
              <a:ahLst/>
              <a:cxnLst/>
              <a:rect l="l" t="t" r="r" b="b"/>
              <a:pathLst>
                <a:path w="1359" h="2828" extrusionOk="0">
                  <a:moveTo>
                    <a:pt x="263" y="1"/>
                  </a:moveTo>
                  <a:cubicBezTo>
                    <a:pt x="145" y="119"/>
                    <a:pt x="88" y="320"/>
                    <a:pt x="122" y="510"/>
                  </a:cubicBezTo>
                  <a:cubicBezTo>
                    <a:pt x="164" y="746"/>
                    <a:pt x="119" y="971"/>
                    <a:pt x="73" y="1207"/>
                  </a:cubicBezTo>
                  <a:cubicBezTo>
                    <a:pt x="62" y="1256"/>
                    <a:pt x="50" y="1306"/>
                    <a:pt x="39" y="1366"/>
                  </a:cubicBezTo>
                  <a:cubicBezTo>
                    <a:pt x="20" y="1469"/>
                    <a:pt x="1" y="1576"/>
                    <a:pt x="12" y="1682"/>
                  </a:cubicBezTo>
                  <a:cubicBezTo>
                    <a:pt x="23" y="1834"/>
                    <a:pt x="88" y="1967"/>
                    <a:pt x="149" y="2097"/>
                  </a:cubicBezTo>
                  <a:cubicBezTo>
                    <a:pt x="305" y="2428"/>
                    <a:pt x="495" y="2778"/>
                    <a:pt x="716" y="2823"/>
                  </a:cubicBezTo>
                  <a:cubicBezTo>
                    <a:pt x="727" y="2827"/>
                    <a:pt x="742" y="2827"/>
                    <a:pt x="758" y="2827"/>
                  </a:cubicBezTo>
                  <a:cubicBezTo>
                    <a:pt x="841" y="2827"/>
                    <a:pt x="929" y="2782"/>
                    <a:pt x="982" y="2702"/>
                  </a:cubicBezTo>
                  <a:cubicBezTo>
                    <a:pt x="1039" y="2618"/>
                    <a:pt x="1054" y="2523"/>
                    <a:pt x="1062" y="2447"/>
                  </a:cubicBezTo>
                  <a:cubicBezTo>
                    <a:pt x="1077" y="2291"/>
                    <a:pt x="1066" y="2139"/>
                    <a:pt x="1058" y="1990"/>
                  </a:cubicBezTo>
                  <a:cubicBezTo>
                    <a:pt x="1054" y="1926"/>
                    <a:pt x="1051" y="1861"/>
                    <a:pt x="1047" y="1792"/>
                  </a:cubicBezTo>
                  <a:cubicBezTo>
                    <a:pt x="1039" y="1591"/>
                    <a:pt x="1070" y="1359"/>
                    <a:pt x="1149" y="1070"/>
                  </a:cubicBezTo>
                  <a:cubicBezTo>
                    <a:pt x="1165" y="1016"/>
                    <a:pt x="1191" y="956"/>
                    <a:pt x="1222" y="891"/>
                  </a:cubicBezTo>
                  <a:cubicBezTo>
                    <a:pt x="1286" y="762"/>
                    <a:pt x="1359" y="609"/>
                    <a:pt x="1321" y="469"/>
                  </a:cubicBezTo>
                  <a:lnTo>
                    <a:pt x="1317" y="453"/>
                  </a:lnTo>
                  <a:lnTo>
                    <a:pt x="1203" y="491"/>
                  </a:lnTo>
                  <a:lnTo>
                    <a:pt x="1207" y="507"/>
                  </a:lnTo>
                  <a:cubicBezTo>
                    <a:pt x="1229" y="602"/>
                    <a:pt x="1169" y="723"/>
                    <a:pt x="1115" y="841"/>
                  </a:cubicBezTo>
                  <a:cubicBezTo>
                    <a:pt x="1081" y="910"/>
                    <a:pt x="1051" y="975"/>
                    <a:pt x="1035" y="1035"/>
                  </a:cubicBezTo>
                  <a:cubicBezTo>
                    <a:pt x="952" y="1340"/>
                    <a:pt x="917" y="1583"/>
                    <a:pt x="929" y="1800"/>
                  </a:cubicBezTo>
                  <a:cubicBezTo>
                    <a:pt x="929" y="1865"/>
                    <a:pt x="933" y="1929"/>
                    <a:pt x="936" y="1998"/>
                  </a:cubicBezTo>
                  <a:cubicBezTo>
                    <a:pt x="948" y="2142"/>
                    <a:pt x="959" y="2291"/>
                    <a:pt x="944" y="2435"/>
                  </a:cubicBezTo>
                  <a:cubicBezTo>
                    <a:pt x="936" y="2527"/>
                    <a:pt x="917" y="2588"/>
                    <a:pt x="887" y="2633"/>
                  </a:cubicBezTo>
                  <a:cubicBezTo>
                    <a:pt x="857" y="2673"/>
                    <a:pt x="809" y="2707"/>
                    <a:pt x="759" y="2707"/>
                  </a:cubicBezTo>
                  <a:cubicBezTo>
                    <a:pt x="753" y="2707"/>
                    <a:pt x="746" y="2707"/>
                    <a:pt x="739" y="2705"/>
                  </a:cubicBezTo>
                  <a:cubicBezTo>
                    <a:pt x="548" y="2667"/>
                    <a:pt x="328" y="2199"/>
                    <a:pt x="252" y="2040"/>
                  </a:cubicBezTo>
                  <a:cubicBezTo>
                    <a:pt x="202" y="1926"/>
                    <a:pt x="141" y="1800"/>
                    <a:pt x="130" y="1675"/>
                  </a:cubicBezTo>
                  <a:cubicBezTo>
                    <a:pt x="122" y="1579"/>
                    <a:pt x="141" y="1481"/>
                    <a:pt x="160" y="1378"/>
                  </a:cubicBezTo>
                  <a:cubicBezTo>
                    <a:pt x="168" y="1328"/>
                    <a:pt x="179" y="1279"/>
                    <a:pt x="187" y="1233"/>
                  </a:cubicBezTo>
                  <a:cubicBezTo>
                    <a:pt x="240" y="982"/>
                    <a:pt x="286" y="750"/>
                    <a:pt x="240" y="488"/>
                  </a:cubicBezTo>
                  <a:cubicBezTo>
                    <a:pt x="217" y="362"/>
                    <a:pt x="244" y="191"/>
                    <a:pt x="347" y="88"/>
                  </a:cubicBezTo>
                  <a:lnTo>
                    <a:pt x="263" y="1"/>
                  </a:lnTo>
                  <a:close/>
                </a:path>
              </a:pathLst>
            </a:custGeom>
            <a:solidFill>
              <a:srgbClr val="0C224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06" name="Google Shape;733;p38">
              <a:extLst>
                <a:ext uri="{FF2B5EF4-FFF2-40B4-BE49-F238E27FC236}">
                  <a16:creationId xmlns:a16="http://schemas.microsoft.com/office/drawing/2014/main" id="{1DF300E0-88FD-EFC4-B3A9-B66E43AD4491}"/>
                </a:ext>
              </a:extLst>
            </p:cNvPr>
            <p:cNvSpPr/>
            <p:nvPr/>
          </p:nvSpPr>
          <p:spPr>
            <a:xfrm>
              <a:off x="7088566" y="3061911"/>
              <a:ext cx="38164" cy="161334"/>
            </a:xfrm>
            <a:custGeom>
              <a:avLst/>
              <a:gdLst/>
              <a:ahLst/>
              <a:cxnLst/>
              <a:rect l="l" t="t" r="r" b="b"/>
              <a:pathLst>
                <a:path w="343" h="1450" extrusionOk="0">
                  <a:moveTo>
                    <a:pt x="107" y="0"/>
                  </a:moveTo>
                  <a:lnTo>
                    <a:pt x="0" y="50"/>
                  </a:lnTo>
                  <a:cubicBezTo>
                    <a:pt x="80" y="232"/>
                    <a:pt x="179" y="476"/>
                    <a:pt x="202" y="727"/>
                  </a:cubicBezTo>
                  <a:cubicBezTo>
                    <a:pt x="221" y="978"/>
                    <a:pt x="156" y="1214"/>
                    <a:pt x="23" y="1373"/>
                  </a:cubicBezTo>
                  <a:lnTo>
                    <a:pt x="114" y="1450"/>
                  </a:lnTo>
                  <a:cubicBezTo>
                    <a:pt x="270" y="1263"/>
                    <a:pt x="343" y="1004"/>
                    <a:pt x="320" y="719"/>
                  </a:cubicBezTo>
                  <a:cubicBezTo>
                    <a:pt x="297" y="449"/>
                    <a:pt x="194" y="194"/>
                    <a:pt x="107" y="0"/>
                  </a:cubicBezTo>
                  <a:close/>
                </a:path>
              </a:pathLst>
            </a:custGeom>
            <a:solidFill>
              <a:srgbClr val="0C224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07" name="Google Shape;734;p38">
              <a:extLst>
                <a:ext uri="{FF2B5EF4-FFF2-40B4-BE49-F238E27FC236}">
                  <a16:creationId xmlns:a16="http://schemas.microsoft.com/office/drawing/2014/main" id="{E19B1DFB-3B8E-9AA9-6986-425027E4787C}"/>
                </a:ext>
              </a:extLst>
            </p:cNvPr>
            <p:cNvSpPr/>
            <p:nvPr/>
          </p:nvSpPr>
          <p:spPr>
            <a:xfrm>
              <a:off x="7101250" y="2864636"/>
              <a:ext cx="35271" cy="51293"/>
            </a:xfrm>
            <a:custGeom>
              <a:avLst/>
              <a:gdLst/>
              <a:ahLst/>
              <a:cxnLst/>
              <a:rect l="l" t="t" r="r" b="b"/>
              <a:pathLst>
                <a:path w="317" h="461" extrusionOk="0">
                  <a:moveTo>
                    <a:pt x="107" y="0"/>
                  </a:moveTo>
                  <a:lnTo>
                    <a:pt x="0" y="54"/>
                  </a:lnTo>
                  <a:cubicBezTo>
                    <a:pt x="73" y="187"/>
                    <a:pt x="141" y="316"/>
                    <a:pt x="217" y="461"/>
                  </a:cubicBezTo>
                  <a:lnTo>
                    <a:pt x="270" y="430"/>
                  </a:lnTo>
                  <a:lnTo>
                    <a:pt x="316" y="392"/>
                  </a:lnTo>
                  <a:cubicBezTo>
                    <a:pt x="248" y="263"/>
                    <a:pt x="175" y="130"/>
                    <a:pt x="107" y="0"/>
                  </a:cubicBezTo>
                  <a:close/>
                </a:path>
              </a:pathLst>
            </a:custGeom>
            <a:solidFill>
              <a:srgbClr val="0C224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08" name="Google Shape;735;p38">
              <a:extLst>
                <a:ext uri="{FF2B5EF4-FFF2-40B4-BE49-F238E27FC236}">
                  <a16:creationId xmlns:a16="http://schemas.microsoft.com/office/drawing/2014/main" id="{0BE3CE12-6BAA-CCC3-0E85-557EE00983F4}"/>
                </a:ext>
              </a:extLst>
            </p:cNvPr>
            <p:cNvSpPr/>
            <p:nvPr/>
          </p:nvSpPr>
          <p:spPr>
            <a:xfrm>
              <a:off x="7122836" y="2854510"/>
              <a:ext cx="32712" cy="41502"/>
            </a:xfrm>
            <a:custGeom>
              <a:avLst/>
              <a:gdLst/>
              <a:ahLst/>
              <a:cxnLst/>
              <a:rect l="l" t="t" r="r" b="b"/>
              <a:pathLst>
                <a:path w="294" h="373" extrusionOk="0">
                  <a:moveTo>
                    <a:pt x="99" y="0"/>
                  </a:moveTo>
                  <a:lnTo>
                    <a:pt x="0" y="65"/>
                  </a:lnTo>
                  <a:lnTo>
                    <a:pt x="194" y="373"/>
                  </a:lnTo>
                  <a:lnTo>
                    <a:pt x="293" y="308"/>
                  </a:lnTo>
                  <a:lnTo>
                    <a:pt x="99" y="0"/>
                  </a:lnTo>
                  <a:close/>
                </a:path>
              </a:pathLst>
            </a:custGeom>
            <a:solidFill>
              <a:srgbClr val="0C224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09" name="Google Shape;736;p38">
              <a:extLst>
                <a:ext uri="{FF2B5EF4-FFF2-40B4-BE49-F238E27FC236}">
                  <a16:creationId xmlns:a16="http://schemas.microsoft.com/office/drawing/2014/main" id="{C628C740-1647-F553-E115-471208A554D0}"/>
                </a:ext>
              </a:extLst>
            </p:cNvPr>
            <p:cNvSpPr/>
            <p:nvPr/>
          </p:nvSpPr>
          <p:spPr>
            <a:xfrm>
              <a:off x="6962389" y="4058636"/>
              <a:ext cx="28484" cy="64867"/>
            </a:xfrm>
            <a:custGeom>
              <a:avLst/>
              <a:gdLst/>
              <a:ahLst/>
              <a:cxnLst/>
              <a:rect l="l" t="t" r="r" b="b"/>
              <a:pathLst>
                <a:path w="256" h="583" extrusionOk="0">
                  <a:moveTo>
                    <a:pt x="172" y="1"/>
                  </a:moveTo>
                  <a:lnTo>
                    <a:pt x="61" y="50"/>
                  </a:lnTo>
                  <a:cubicBezTo>
                    <a:pt x="126" y="199"/>
                    <a:pt x="103" y="381"/>
                    <a:pt x="1" y="507"/>
                  </a:cubicBezTo>
                  <a:lnTo>
                    <a:pt x="92" y="583"/>
                  </a:lnTo>
                  <a:cubicBezTo>
                    <a:pt x="221" y="423"/>
                    <a:pt x="255" y="187"/>
                    <a:pt x="172" y="1"/>
                  </a:cubicBezTo>
                  <a:close/>
                </a:path>
              </a:pathLst>
            </a:custGeom>
            <a:solidFill>
              <a:srgbClr val="0C224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10" name="Google Shape;737;p38">
              <a:extLst>
                <a:ext uri="{FF2B5EF4-FFF2-40B4-BE49-F238E27FC236}">
                  <a16:creationId xmlns:a16="http://schemas.microsoft.com/office/drawing/2014/main" id="{D9385434-B1DF-DE7D-15A4-DADE24D08AE9}"/>
                </a:ext>
              </a:extLst>
            </p:cNvPr>
            <p:cNvSpPr/>
            <p:nvPr/>
          </p:nvSpPr>
          <p:spPr>
            <a:xfrm>
              <a:off x="6939580" y="4070542"/>
              <a:ext cx="26704" cy="50069"/>
            </a:xfrm>
            <a:custGeom>
              <a:avLst/>
              <a:gdLst/>
              <a:ahLst/>
              <a:cxnLst/>
              <a:rect l="l" t="t" r="r" b="b"/>
              <a:pathLst>
                <a:path w="240" h="450" extrusionOk="0">
                  <a:moveTo>
                    <a:pt x="217" y="0"/>
                  </a:moveTo>
                  <a:lnTo>
                    <a:pt x="99" y="16"/>
                  </a:lnTo>
                  <a:cubicBezTo>
                    <a:pt x="118" y="141"/>
                    <a:pt x="80" y="274"/>
                    <a:pt x="0" y="373"/>
                  </a:cubicBezTo>
                  <a:lnTo>
                    <a:pt x="95" y="449"/>
                  </a:lnTo>
                  <a:cubicBezTo>
                    <a:pt x="194" y="324"/>
                    <a:pt x="240" y="156"/>
                    <a:pt x="217" y="0"/>
                  </a:cubicBezTo>
                  <a:close/>
                </a:path>
              </a:pathLst>
            </a:custGeom>
            <a:solidFill>
              <a:srgbClr val="0C224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11" name="Google Shape;738;p38">
              <a:extLst>
                <a:ext uri="{FF2B5EF4-FFF2-40B4-BE49-F238E27FC236}">
                  <a16:creationId xmlns:a16="http://schemas.microsoft.com/office/drawing/2014/main" id="{6029D6E7-6E2C-EEF0-D6D4-4649508BE5BA}"/>
                </a:ext>
              </a:extLst>
            </p:cNvPr>
            <p:cNvSpPr/>
            <p:nvPr/>
          </p:nvSpPr>
          <p:spPr>
            <a:xfrm>
              <a:off x="7015352" y="3654405"/>
              <a:ext cx="35160" cy="59416"/>
            </a:xfrm>
            <a:custGeom>
              <a:avLst/>
              <a:gdLst/>
              <a:ahLst/>
              <a:cxnLst/>
              <a:rect l="l" t="t" r="r" b="b"/>
              <a:pathLst>
                <a:path w="316" h="534" extrusionOk="0">
                  <a:moveTo>
                    <a:pt x="110" y="1"/>
                  </a:moveTo>
                  <a:lnTo>
                    <a:pt x="0" y="47"/>
                  </a:lnTo>
                  <a:cubicBezTo>
                    <a:pt x="53" y="168"/>
                    <a:pt x="107" y="294"/>
                    <a:pt x="156" y="416"/>
                  </a:cubicBezTo>
                  <a:lnTo>
                    <a:pt x="205" y="533"/>
                  </a:lnTo>
                  <a:lnTo>
                    <a:pt x="316" y="488"/>
                  </a:lnTo>
                  <a:lnTo>
                    <a:pt x="266" y="370"/>
                  </a:lnTo>
                  <a:cubicBezTo>
                    <a:pt x="217" y="244"/>
                    <a:pt x="164" y="123"/>
                    <a:pt x="110" y="1"/>
                  </a:cubicBezTo>
                  <a:close/>
                </a:path>
              </a:pathLst>
            </a:custGeom>
            <a:solidFill>
              <a:srgbClr val="0C224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12" name="Google Shape;739;p38">
              <a:extLst>
                <a:ext uri="{FF2B5EF4-FFF2-40B4-BE49-F238E27FC236}">
                  <a16:creationId xmlns:a16="http://schemas.microsoft.com/office/drawing/2014/main" id="{835D4C94-7B28-F7F5-C87E-0E3C3B718459}"/>
                </a:ext>
              </a:extLst>
            </p:cNvPr>
            <p:cNvSpPr/>
            <p:nvPr/>
          </p:nvSpPr>
          <p:spPr>
            <a:xfrm>
              <a:off x="7039386" y="3645949"/>
              <a:ext cx="34047" cy="52183"/>
            </a:xfrm>
            <a:custGeom>
              <a:avLst/>
              <a:gdLst/>
              <a:ahLst/>
              <a:cxnLst/>
              <a:rect l="l" t="t" r="r" b="b"/>
              <a:pathLst>
                <a:path w="306" h="469" extrusionOk="0">
                  <a:moveTo>
                    <a:pt x="96" y="1"/>
                  </a:moveTo>
                  <a:lnTo>
                    <a:pt x="1" y="77"/>
                  </a:lnTo>
                  <a:cubicBezTo>
                    <a:pt x="92" y="191"/>
                    <a:pt x="157" y="324"/>
                    <a:pt x="187" y="469"/>
                  </a:cubicBezTo>
                  <a:lnTo>
                    <a:pt x="305" y="442"/>
                  </a:lnTo>
                  <a:cubicBezTo>
                    <a:pt x="271" y="282"/>
                    <a:pt x="195" y="130"/>
                    <a:pt x="96" y="1"/>
                  </a:cubicBezTo>
                  <a:close/>
                </a:path>
              </a:pathLst>
            </a:custGeom>
            <a:solidFill>
              <a:srgbClr val="0C224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13" name="Google Shape;740;p38">
              <a:extLst>
                <a:ext uri="{FF2B5EF4-FFF2-40B4-BE49-F238E27FC236}">
                  <a16:creationId xmlns:a16="http://schemas.microsoft.com/office/drawing/2014/main" id="{BFB1EE08-4088-D6C8-9173-7DF15E3B5AF9}"/>
                </a:ext>
              </a:extLst>
            </p:cNvPr>
            <p:cNvSpPr/>
            <p:nvPr/>
          </p:nvSpPr>
          <p:spPr>
            <a:xfrm>
              <a:off x="6528115" y="3876270"/>
              <a:ext cx="49624" cy="86453"/>
            </a:xfrm>
            <a:custGeom>
              <a:avLst/>
              <a:gdLst/>
              <a:ahLst/>
              <a:cxnLst/>
              <a:rect l="l" t="t" r="r" b="b"/>
              <a:pathLst>
                <a:path w="446" h="777" extrusionOk="0">
                  <a:moveTo>
                    <a:pt x="23" y="0"/>
                  </a:moveTo>
                  <a:cubicBezTo>
                    <a:pt x="1" y="130"/>
                    <a:pt x="31" y="274"/>
                    <a:pt x="118" y="430"/>
                  </a:cubicBezTo>
                  <a:cubicBezTo>
                    <a:pt x="156" y="495"/>
                    <a:pt x="195" y="552"/>
                    <a:pt x="233" y="609"/>
                  </a:cubicBezTo>
                  <a:cubicBezTo>
                    <a:pt x="271" y="662"/>
                    <a:pt x="309" y="719"/>
                    <a:pt x="343" y="776"/>
                  </a:cubicBezTo>
                  <a:lnTo>
                    <a:pt x="446" y="715"/>
                  </a:lnTo>
                  <a:cubicBezTo>
                    <a:pt x="411" y="655"/>
                    <a:pt x="370" y="598"/>
                    <a:pt x="331" y="540"/>
                  </a:cubicBezTo>
                  <a:cubicBezTo>
                    <a:pt x="293" y="487"/>
                    <a:pt x="255" y="430"/>
                    <a:pt x="225" y="373"/>
                  </a:cubicBezTo>
                  <a:cubicBezTo>
                    <a:pt x="149" y="240"/>
                    <a:pt x="122" y="122"/>
                    <a:pt x="141" y="23"/>
                  </a:cubicBezTo>
                  <a:lnTo>
                    <a:pt x="23" y="0"/>
                  </a:lnTo>
                  <a:close/>
                </a:path>
              </a:pathLst>
            </a:custGeom>
            <a:solidFill>
              <a:srgbClr val="0C224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14" name="Google Shape;741;p38">
              <a:extLst>
                <a:ext uri="{FF2B5EF4-FFF2-40B4-BE49-F238E27FC236}">
                  <a16:creationId xmlns:a16="http://schemas.microsoft.com/office/drawing/2014/main" id="{FF31C457-6178-E0F5-7BD6-621D588C637B}"/>
                </a:ext>
              </a:extLst>
            </p:cNvPr>
            <p:cNvSpPr/>
            <p:nvPr/>
          </p:nvSpPr>
          <p:spPr>
            <a:xfrm>
              <a:off x="6824863" y="4287622"/>
              <a:ext cx="51738" cy="134297"/>
            </a:xfrm>
            <a:custGeom>
              <a:avLst/>
              <a:gdLst/>
              <a:ahLst/>
              <a:cxnLst/>
              <a:rect l="l" t="t" r="r" b="b"/>
              <a:pathLst>
                <a:path w="465" h="1207" extrusionOk="0">
                  <a:moveTo>
                    <a:pt x="350" y="1"/>
                  </a:moveTo>
                  <a:cubicBezTo>
                    <a:pt x="225" y="385"/>
                    <a:pt x="107" y="781"/>
                    <a:pt x="0" y="1176"/>
                  </a:cubicBezTo>
                  <a:lnTo>
                    <a:pt x="118" y="1207"/>
                  </a:lnTo>
                  <a:cubicBezTo>
                    <a:pt x="221" y="815"/>
                    <a:pt x="339" y="419"/>
                    <a:pt x="464" y="39"/>
                  </a:cubicBezTo>
                  <a:lnTo>
                    <a:pt x="350" y="1"/>
                  </a:lnTo>
                  <a:close/>
                </a:path>
              </a:pathLst>
            </a:custGeom>
            <a:solidFill>
              <a:srgbClr val="0C224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15" name="Google Shape;742;p38">
              <a:extLst>
                <a:ext uri="{FF2B5EF4-FFF2-40B4-BE49-F238E27FC236}">
                  <a16:creationId xmlns:a16="http://schemas.microsoft.com/office/drawing/2014/main" id="{734C2EBB-E650-F7FE-AEED-E8CCA508FC1C}"/>
                </a:ext>
              </a:extLst>
            </p:cNvPr>
            <p:cNvSpPr/>
            <p:nvPr/>
          </p:nvSpPr>
          <p:spPr>
            <a:xfrm>
              <a:off x="6959385" y="4199166"/>
              <a:ext cx="55632" cy="121168"/>
            </a:xfrm>
            <a:custGeom>
              <a:avLst/>
              <a:gdLst/>
              <a:ahLst/>
              <a:cxnLst/>
              <a:rect l="l" t="t" r="r" b="b"/>
              <a:pathLst>
                <a:path w="500" h="1089" extrusionOk="0">
                  <a:moveTo>
                    <a:pt x="389" y="1"/>
                  </a:moveTo>
                  <a:cubicBezTo>
                    <a:pt x="324" y="180"/>
                    <a:pt x="256" y="358"/>
                    <a:pt x="191" y="541"/>
                  </a:cubicBezTo>
                  <a:lnTo>
                    <a:pt x="1" y="1047"/>
                  </a:lnTo>
                  <a:lnTo>
                    <a:pt x="115" y="1089"/>
                  </a:lnTo>
                  <a:lnTo>
                    <a:pt x="301" y="583"/>
                  </a:lnTo>
                  <a:cubicBezTo>
                    <a:pt x="370" y="400"/>
                    <a:pt x="435" y="221"/>
                    <a:pt x="499" y="39"/>
                  </a:cubicBezTo>
                  <a:lnTo>
                    <a:pt x="389" y="1"/>
                  </a:lnTo>
                  <a:close/>
                </a:path>
              </a:pathLst>
            </a:custGeom>
            <a:solidFill>
              <a:srgbClr val="0C224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16" name="Google Shape;743;p38">
              <a:extLst>
                <a:ext uri="{FF2B5EF4-FFF2-40B4-BE49-F238E27FC236}">
                  <a16:creationId xmlns:a16="http://schemas.microsoft.com/office/drawing/2014/main" id="{86618A16-42BE-73C0-6FE9-B2595995225B}"/>
                </a:ext>
              </a:extLst>
            </p:cNvPr>
            <p:cNvSpPr/>
            <p:nvPr/>
          </p:nvSpPr>
          <p:spPr>
            <a:xfrm>
              <a:off x="6735516" y="2344020"/>
              <a:ext cx="79221" cy="317105"/>
            </a:xfrm>
            <a:custGeom>
              <a:avLst/>
              <a:gdLst/>
              <a:ahLst/>
              <a:cxnLst/>
              <a:rect l="l" t="t" r="r" b="b"/>
              <a:pathLst>
                <a:path w="712" h="2850" extrusionOk="0">
                  <a:moveTo>
                    <a:pt x="115" y="0"/>
                  </a:moveTo>
                  <a:lnTo>
                    <a:pt x="1" y="23"/>
                  </a:lnTo>
                  <a:lnTo>
                    <a:pt x="271" y="1317"/>
                  </a:lnTo>
                  <a:cubicBezTo>
                    <a:pt x="381" y="1830"/>
                    <a:pt x="487" y="2340"/>
                    <a:pt x="594" y="2850"/>
                  </a:cubicBezTo>
                  <a:lnTo>
                    <a:pt x="712" y="2827"/>
                  </a:lnTo>
                  <a:cubicBezTo>
                    <a:pt x="602" y="2317"/>
                    <a:pt x="495" y="1804"/>
                    <a:pt x="389" y="1294"/>
                  </a:cubicBezTo>
                  <a:lnTo>
                    <a:pt x="115" y="0"/>
                  </a:lnTo>
                  <a:close/>
                </a:path>
              </a:pathLst>
            </a:custGeom>
            <a:solidFill>
              <a:srgbClr val="0C224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17" name="Google Shape;744;p38">
              <a:extLst>
                <a:ext uri="{FF2B5EF4-FFF2-40B4-BE49-F238E27FC236}">
                  <a16:creationId xmlns:a16="http://schemas.microsoft.com/office/drawing/2014/main" id="{61E40E8C-66A2-2ABD-7A6E-963C2C9AB017}"/>
                </a:ext>
              </a:extLst>
            </p:cNvPr>
            <p:cNvSpPr/>
            <p:nvPr/>
          </p:nvSpPr>
          <p:spPr>
            <a:xfrm>
              <a:off x="6740189" y="2565329"/>
              <a:ext cx="31822" cy="84784"/>
            </a:xfrm>
            <a:custGeom>
              <a:avLst/>
              <a:gdLst/>
              <a:ahLst/>
              <a:cxnLst/>
              <a:rect l="l" t="t" r="r" b="b"/>
              <a:pathLst>
                <a:path w="286" h="762" extrusionOk="0">
                  <a:moveTo>
                    <a:pt x="118" y="1"/>
                  </a:moveTo>
                  <a:lnTo>
                    <a:pt x="0" y="28"/>
                  </a:lnTo>
                  <a:lnTo>
                    <a:pt x="172" y="762"/>
                  </a:lnTo>
                  <a:lnTo>
                    <a:pt x="286" y="735"/>
                  </a:lnTo>
                  <a:lnTo>
                    <a:pt x="118" y="1"/>
                  </a:lnTo>
                  <a:close/>
                </a:path>
              </a:pathLst>
            </a:custGeom>
            <a:solidFill>
              <a:srgbClr val="0C224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18" name="Google Shape;745;p38">
              <a:extLst>
                <a:ext uri="{FF2B5EF4-FFF2-40B4-BE49-F238E27FC236}">
                  <a16:creationId xmlns:a16="http://schemas.microsoft.com/office/drawing/2014/main" id="{0A510A9E-9524-99C1-2530-E1E0AD16C791}"/>
                </a:ext>
              </a:extLst>
            </p:cNvPr>
            <p:cNvSpPr/>
            <p:nvPr/>
          </p:nvSpPr>
          <p:spPr>
            <a:xfrm>
              <a:off x="6805392" y="1018725"/>
              <a:ext cx="179916" cy="1073930"/>
            </a:xfrm>
            <a:custGeom>
              <a:avLst/>
              <a:gdLst/>
              <a:ahLst/>
              <a:cxnLst/>
              <a:rect l="l" t="t" r="r" b="b"/>
              <a:pathLst>
                <a:path w="1617" h="9652" extrusionOk="0">
                  <a:moveTo>
                    <a:pt x="118" y="1"/>
                  </a:moveTo>
                  <a:lnTo>
                    <a:pt x="0" y="23"/>
                  </a:lnTo>
                  <a:cubicBezTo>
                    <a:pt x="422" y="2215"/>
                    <a:pt x="746" y="4467"/>
                    <a:pt x="1058" y="6646"/>
                  </a:cubicBezTo>
                  <a:cubicBezTo>
                    <a:pt x="1199" y="7636"/>
                    <a:pt x="1343" y="8655"/>
                    <a:pt x="1499" y="9652"/>
                  </a:cubicBezTo>
                  <a:lnTo>
                    <a:pt x="1617" y="9636"/>
                  </a:lnTo>
                  <a:cubicBezTo>
                    <a:pt x="1465" y="8636"/>
                    <a:pt x="1316" y="7617"/>
                    <a:pt x="1176" y="6631"/>
                  </a:cubicBezTo>
                  <a:cubicBezTo>
                    <a:pt x="864" y="4448"/>
                    <a:pt x="540" y="2192"/>
                    <a:pt x="118" y="1"/>
                  </a:cubicBezTo>
                  <a:close/>
                </a:path>
              </a:pathLst>
            </a:custGeom>
            <a:solidFill>
              <a:srgbClr val="0C224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19" name="Google Shape;746;p38">
              <a:extLst>
                <a:ext uri="{FF2B5EF4-FFF2-40B4-BE49-F238E27FC236}">
                  <a16:creationId xmlns:a16="http://schemas.microsoft.com/office/drawing/2014/main" id="{2E4663F3-70C3-F04F-ACCA-115796ECA46E}"/>
                </a:ext>
              </a:extLst>
            </p:cNvPr>
            <p:cNvSpPr/>
            <p:nvPr/>
          </p:nvSpPr>
          <p:spPr>
            <a:xfrm>
              <a:off x="7583703" y="2240431"/>
              <a:ext cx="136411" cy="105479"/>
            </a:xfrm>
            <a:custGeom>
              <a:avLst/>
              <a:gdLst/>
              <a:ahLst/>
              <a:cxnLst/>
              <a:rect l="l" t="t" r="r" b="b"/>
              <a:pathLst>
                <a:path w="1226" h="948" extrusionOk="0">
                  <a:moveTo>
                    <a:pt x="171" y="1"/>
                  </a:moveTo>
                  <a:cubicBezTo>
                    <a:pt x="130" y="1"/>
                    <a:pt x="100" y="11"/>
                    <a:pt x="81" y="34"/>
                  </a:cubicBezTo>
                  <a:cubicBezTo>
                    <a:pt x="1" y="132"/>
                    <a:pt x="176" y="406"/>
                    <a:pt x="469" y="650"/>
                  </a:cubicBezTo>
                  <a:cubicBezTo>
                    <a:pt x="691" y="835"/>
                    <a:pt x="918" y="947"/>
                    <a:pt x="1050" y="947"/>
                  </a:cubicBezTo>
                  <a:cubicBezTo>
                    <a:pt x="1091" y="947"/>
                    <a:pt x="1123" y="936"/>
                    <a:pt x="1142" y="912"/>
                  </a:cubicBezTo>
                  <a:cubicBezTo>
                    <a:pt x="1226" y="817"/>
                    <a:pt x="1051" y="543"/>
                    <a:pt x="754" y="300"/>
                  </a:cubicBezTo>
                  <a:cubicBezTo>
                    <a:pt x="530" y="114"/>
                    <a:pt x="301" y="1"/>
                    <a:pt x="171" y="1"/>
                  </a:cubicBezTo>
                  <a:close/>
                </a:path>
              </a:pathLst>
            </a:custGeom>
            <a:solidFill>
              <a:srgbClr val="FFE27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20" name="Google Shape;747;p38">
              <a:extLst>
                <a:ext uri="{FF2B5EF4-FFF2-40B4-BE49-F238E27FC236}">
                  <a16:creationId xmlns:a16="http://schemas.microsoft.com/office/drawing/2014/main" id="{65FE1EDF-4AF1-3D4D-5B6A-E11296E6C404}"/>
                </a:ext>
              </a:extLst>
            </p:cNvPr>
            <p:cNvSpPr/>
            <p:nvPr/>
          </p:nvSpPr>
          <p:spPr>
            <a:xfrm>
              <a:off x="7411907" y="2308414"/>
              <a:ext cx="240555" cy="274268"/>
            </a:xfrm>
            <a:custGeom>
              <a:avLst/>
              <a:gdLst/>
              <a:ahLst/>
              <a:cxnLst/>
              <a:rect l="l" t="t" r="r" b="b"/>
              <a:pathLst>
                <a:path w="2162" h="2465" extrusionOk="0">
                  <a:moveTo>
                    <a:pt x="1419" y="1"/>
                  </a:moveTo>
                  <a:lnTo>
                    <a:pt x="12" y="2424"/>
                  </a:lnTo>
                  <a:cubicBezTo>
                    <a:pt x="0" y="2444"/>
                    <a:pt x="15" y="2465"/>
                    <a:pt x="33" y="2465"/>
                  </a:cubicBezTo>
                  <a:cubicBezTo>
                    <a:pt x="39" y="2465"/>
                    <a:pt x="45" y="2463"/>
                    <a:pt x="50" y="2458"/>
                  </a:cubicBezTo>
                  <a:lnTo>
                    <a:pt x="2161" y="613"/>
                  </a:lnTo>
                  <a:cubicBezTo>
                    <a:pt x="2039" y="564"/>
                    <a:pt x="1895" y="473"/>
                    <a:pt x="1750" y="355"/>
                  </a:cubicBezTo>
                  <a:cubicBezTo>
                    <a:pt x="1606" y="237"/>
                    <a:pt x="1492" y="111"/>
                    <a:pt x="1419" y="1"/>
                  </a:cubicBezTo>
                  <a:close/>
                </a:path>
              </a:pathLst>
            </a:custGeom>
            <a:solidFill>
              <a:srgbClr val="FFE27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21" name="Google Shape;748;p38">
              <a:extLst>
                <a:ext uri="{FF2B5EF4-FFF2-40B4-BE49-F238E27FC236}">
                  <a16:creationId xmlns:a16="http://schemas.microsoft.com/office/drawing/2014/main" id="{532402AD-10D0-9A79-4630-783599EA2FF1}"/>
                </a:ext>
              </a:extLst>
            </p:cNvPr>
            <p:cNvSpPr/>
            <p:nvPr/>
          </p:nvSpPr>
          <p:spPr>
            <a:xfrm>
              <a:off x="7436163" y="2698292"/>
              <a:ext cx="315325" cy="131293"/>
            </a:xfrm>
            <a:custGeom>
              <a:avLst/>
              <a:gdLst/>
              <a:ahLst/>
              <a:cxnLst/>
              <a:rect l="l" t="t" r="r" b="b"/>
              <a:pathLst>
                <a:path w="2834" h="1180" extrusionOk="0">
                  <a:moveTo>
                    <a:pt x="2590" y="0"/>
                  </a:moveTo>
                  <a:lnTo>
                    <a:pt x="26" y="1130"/>
                  </a:lnTo>
                  <a:cubicBezTo>
                    <a:pt x="0" y="1141"/>
                    <a:pt x="10" y="1180"/>
                    <a:pt x="37" y="1180"/>
                  </a:cubicBezTo>
                  <a:cubicBezTo>
                    <a:pt x="39" y="1180"/>
                    <a:pt x="40" y="1180"/>
                    <a:pt x="41" y="1180"/>
                  </a:cubicBezTo>
                  <a:lnTo>
                    <a:pt x="2833" y="929"/>
                  </a:lnTo>
                  <a:cubicBezTo>
                    <a:pt x="2765" y="818"/>
                    <a:pt x="2696" y="659"/>
                    <a:pt x="2651" y="480"/>
                  </a:cubicBezTo>
                  <a:cubicBezTo>
                    <a:pt x="2605" y="301"/>
                    <a:pt x="2586" y="130"/>
                    <a:pt x="2590" y="0"/>
                  </a:cubicBezTo>
                  <a:close/>
                </a:path>
              </a:pathLst>
            </a:custGeom>
            <a:solidFill>
              <a:srgbClr val="FFE27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22" name="Google Shape;749;p38">
              <a:extLst>
                <a:ext uri="{FF2B5EF4-FFF2-40B4-BE49-F238E27FC236}">
                  <a16:creationId xmlns:a16="http://schemas.microsoft.com/office/drawing/2014/main" id="{2FA81770-A182-BEC5-D606-D2E713D8C01C}"/>
                </a:ext>
              </a:extLst>
            </p:cNvPr>
            <p:cNvSpPr/>
            <p:nvPr/>
          </p:nvSpPr>
          <p:spPr>
            <a:xfrm>
              <a:off x="7764512" y="2659460"/>
              <a:ext cx="70319" cy="149206"/>
            </a:xfrm>
            <a:custGeom>
              <a:avLst/>
              <a:gdLst/>
              <a:ahLst/>
              <a:cxnLst/>
              <a:rect l="l" t="t" r="r" b="b"/>
              <a:pathLst>
                <a:path w="632" h="1341" extrusionOk="0">
                  <a:moveTo>
                    <a:pt x="166" y="0"/>
                  </a:moveTo>
                  <a:cubicBezTo>
                    <a:pt x="159" y="0"/>
                    <a:pt x="152" y="1"/>
                    <a:pt x="145" y="3"/>
                  </a:cubicBezTo>
                  <a:cubicBezTo>
                    <a:pt x="23" y="34"/>
                    <a:pt x="0" y="357"/>
                    <a:pt x="99" y="726"/>
                  </a:cubicBezTo>
                  <a:cubicBezTo>
                    <a:pt x="189" y="1076"/>
                    <a:pt x="352" y="1341"/>
                    <a:pt x="469" y="1341"/>
                  </a:cubicBezTo>
                  <a:cubicBezTo>
                    <a:pt x="475" y="1341"/>
                    <a:pt x="481" y="1340"/>
                    <a:pt x="487" y="1338"/>
                  </a:cubicBezTo>
                  <a:cubicBezTo>
                    <a:pt x="613" y="1304"/>
                    <a:pt x="632" y="981"/>
                    <a:pt x="537" y="612"/>
                  </a:cubicBezTo>
                  <a:cubicBezTo>
                    <a:pt x="447" y="264"/>
                    <a:pt x="286" y="0"/>
                    <a:pt x="166" y="0"/>
                  </a:cubicBezTo>
                  <a:close/>
                </a:path>
              </a:pathLst>
            </a:custGeom>
            <a:solidFill>
              <a:srgbClr val="FFE27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23" name="Google Shape;750;p38">
              <a:extLst>
                <a:ext uri="{FF2B5EF4-FFF2-40B4-BE49-F238E27FC236}">
                  <a16:creationId xmlns:a16="http://schemas.microsoft.com/office/drawing/2014/main" id="{0B66D934-604B-9906-2767-EDF420DD17E7}"/>
                </a:ext>
              </a:extLst>
            </p:cNvPr>
            <p:cNvSpPr/>
            <p:nvPr/>
          </p:nvSpPr>
          <p:spPr>
            <a:xfrm>
              <a:off x="7606624" y="3420412"/>
              <a:ext cx="134297" cy="108150"/>
            </a:xfrm>
            <a:custGeom>
              <a:avLst/>
              <a:gdLst/>
              <a:ahLst/>
              <a:cxnLst/>
              <a:rect l="l" t="t" r="r" b="b"/>
              <a:pathLst>
                <a:path w="1207" h="972" extrusionOk="0">
                  <a:moveTo>
                    <a:pt x="1038" y="1"/>
                  </a:moveTo>
                  <a:cubicBezTo>
                    <a:pt x="908" y="1"/>
                    <a:pt x="679" y="120"/>
                    <a:pt x="457" y="316"/>
                  </a:cubicBezTo>
                  <a:cubicBezTo>
                    <a:pt x="168" y="567"/>
                    <a:pt x="0" y="849"/>
                    <a:pt x="84" y="940"/>
                  </a:cubicBezTo>
                  <a:cubicBezTo>
                    <a:pt x="103" y="961"/>
                    <a:pt x="133" y="972"/>
                    <a:pt x="172" y="972"/>
                  </a:cubicBezTo>
                  <a:cubicBezTo>
                    <a:pt x="303" y="972"/>
                    <a:pt x="533" y="853"/>
                    <a:pt x="754" y="658"/>
                  </a:cubicBezTo>
                  <a:cubicBezTo>
                    <a:pt x="1039" y="407"/>
                    <a:pt x="1206" y="126"/>
                    <a:pt x="1123" y="31"/>
                  </a:cubicBezTo>
                  <a:cubicBezTo>
                    <a:pt x="1104" y="11"/>
                    <a:pt x="1075" y="1"/>
                    <a:pt x="1038" y="1"/>
                  </a:cubicBezTo>
                  <a:close/>
                </a:path>
              </a:pathLst>
            </a:custGeom>
            <a:solidFill>
              <a:srgbClr val="FFE27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24" name="Google Shape;751;p38">
              <a:extLst>
                <a:ext uri="{FF2B5EF4-FFF2-40B4-BE49-F238E27FC236}">
                  <a16:creationId xmlns:a16="http://schemas.microsoft.com/office/drawing/2014/main" id="{A5E6D5D0-A22A-59D8-E696-EB1625D6854D}"/>
                </a:ext>
              </a:extLst>
            </p:cNvPr>
            <p:cNvSpPr/>
            <p:nvPr/>
          </p:nvSpPr>
          <p:spPr>
            <a:xfrm>
              <a:off x="7425482" y="3192315"/>
              <a:ext cx="246452" cy="269706"/>
            </a:xfrm>
            <a:custGeom>
              <a:avLst/>
              <a:gdLst/>
              <a:ahLst/>
              <a:cxnLst/>
              <a:rect l="l" t="t" r="r" b="b"/>
              <a:pathLst>
                <a:path w="2215" h="2424" extrusionOk="0">
                  <a:moveTo>
                    <a:pt x="33" y="1"/>
                  </a:moveTo>
                  <a:cubicBezTo>
                    <a:pt x="15" y="1"/>
                    <a:pt x="0" y="21"/>
                    <a:pt x="12" y="42"/>
                  </a:cubicBezTo>
                  <a:lnTo>
                    <a:pt x="1491" y="2423"/>
                  </a:lnTo>
                  <a:lnTo>
                    <a:pt x="1495" y="2423"/>
                  </a:lnTo>
                  <a:cubicBezTo>
                    <a:pt x="1560" y="2309"/>
                    <a:pt x="1674" y="2180"/>
                    <a:pt x="1811" y="2058"/>
                  </a:cubicBezTo>
                  <a:cubicBezTo>
                    <a:pt x="1952" y="1936"/>
                    <a:pt x="2096" y="1841"/>
                    <a:pt x="2214" y="1788"/>
                  </a:cubicBezTo>
                  <a:lnTo>
                    <a:pt x="50" y="7"/>
                  </a:lnTo>
                  <a:cubicBezTo>
                    <a:pt x="44" y="3"/>
                    <a:pt x="38" y="1"/>
                    <a:pt x="33" y="1"/>
                  </a:cubicBezTo>
                  <a:close/>
                </a:path>
              </a:pathLst>
            </a:custGeom>
            <a:solidFill>
              <a:srgbClr val="FFE27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25" name="Google Shape;752;p38">
              <a:extLst>
                <a:ext uri="{FF2B5EF4-FFF2-40B4-BE49-F238E27FC236}">
                  <a16:creationId xmlns:a16="http://schemas.microsoft.com/office/drawing/2014/main" id="{15D8CBB5-4BAA-3CF1-7BA6-F50A6AD2E82F}"/>
                </a:ext>
              </a:extLst>
            </p:cNvPr>
            <p:cNvSpPr/>
            <p:nvPr/>
          </p:nvSpPr>
          <p:spPr>
            <a:xfrm>
              <a:off x="7581255" y="3386141"/>
              <a:ext cx="150319" cy="138859"/>
            </a:xfrm>
            <a:custGeom>
              <a:avLst/>
              <a:gdLst/>
              <a:ahLst/>
              <a:cxnLst/>
              <a:rect l="l" t="t" r="r" b="b"/>
              <a:pathLst>
                <a:path w="1351" h="1248" extrusionOk="0">
                  <a:moveTo>
                    <a:pt x="994" y="1"/>
                  </a:moveTo>
                  <a:cubicBezTo>
                    <a:pt x="946" y="1"/>
                    <a:pt x="884" y="16"/>
                    <a:pt x="814" y="46"/>
                  </a:cubicBezTo>
                  <a:cubicBezTo>
                    <a:pt x="696" y="99"/>
                    <a:pt x="552" y="194"/>
                    <a:pt x="411" y="316"/>
                  </a:cubicBezTo>
                  <a:cubicBezTo>
                    <a:pt x="274" y="438"/>
                    <a:pt x="160" y="567"/>
                    <a:pt x="95" y="681"/>
                  </a:cubicBezTo>
                  <a:cubicBezTo>
                    <a:pt x="23" y="795"/>
                    <a:pt x="0" y="894"/>
                    <a:pt x="42" y="940"/>
                  </a:cubicBezTo>
                  <a:lnTo>
                    <a:pt x="310" y="1245"/>
                  </a:lnTo>
                  <a:lnTo>
                    <a:pt x="310" y="1245"/>
                  </a:lnTo>
                  <a:cubicBezTo>
                    <a:pt x="231" y="1152"/>
                    <a:pt x="398" y="873"/>
                    <a:pt x="685" y="624"/>
                  </a:cubicBezTo>
                  <a:cubicBezTo>
                    <a:pt x="907" y="428"/>
                    <a:pt x="1136" y="309"/>
                    <a:pt x="1266" y="309"/>
                  </a:cubicBezTo>
                  <a:cubicBezTo>
                    <a:pt x="1303" y="309"/>
                    <a:pt x="1332" y="319"/>
                    <a:pt x="1351" y="339"/>
                  </a:cubicBezTo>
                  <a:lnTo>
                    <a:pt x="1081" y="31"/>
                  </a:lnTo>
                  <a:cubicBezTo>
                    <a:pt x="1062" y="10"/>
                    <a:pt x="1032" y="1"/>
                    <a:pt x="994" y="1"/>
                  </a:cubicBezTo>
                  <a:close/>
                  <a:moveTo>
                    <a:pt x="310" y="1245"/>
                  </a:moveTo>
                  <a:cubicBezTo>
                    <a:pt x="311" y="1246"/>
                    <a:pt x="311" y="1247"/>
                    <a:pt x="312" y="1248"/>
                  </a:cubicBezTo>
                  <a:lnTo>
                    <a:pt x="310" y="1245"/>
                  </a:lnTo>
                  <a:close/>
                </a:path>
              </a:pathLst>
            </a:custGeom>
            <a:solidFill>
              <a:srgbClr val="FFC7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26" name="Google Shape;753;p38">
              <a:extLst>
                <a:ext uri="{FF2B5EF4-FFF2-40B4-BE49-F238E27FC236}">
                  <a16:creationId xmlns:a16="http://schemas.microsoft.com/office/drawing/2014/main" id="{D8CC269F-797C-EA7A-AAF2-EE63D6D5BB3E}"/>
                </a:ext>
              </a:extLst>
            </p:cNvPr>
            <p:cNvSpPr/>
            <p:nvPr/>
          </p:nvSpPr>
          <p:spPr>
            <a:xfrm>
              <a:off x="7723899" y="2659794"/>
              <a:ext cx="94909" cy="160333"/>
            </a:xfrm>
            <a:custGeom>
              <a:avLst/>
              <a:gdLst/>
              <a:ahLst/>
              <a:cxnLst/>
              <a:rect l="l" t="t" r="r" b="b"/>
              <a:pathLst>
                <a:path w="853" h="1441" extrusionOk="0">
                  <a:moveTo>
                    <a:pt x="510" y="0"/>
                  </a:moveTo>
                  <a:lnTo>
                    <a:pt x="110" y="99"/>
                  </a:lnTo>
                  <a:cubicBezTo>
                    <a:pt x="50" y="114"/>
                    <a:pt x="12" y="209"/>
                    <a:pt x="4" y="346"/>
                  </a:cubicBezTo>
                  <a:cubicBezTo>
                    <a:pt x="0" y="476"/>
                    <a:pt x="19" y="647"/>
                    <a:pt x="65" y="826"/>
                  </a:cubicBezTo>
                  <a:cubicBezTo>
                    <a:pt x="110" y="1005"/>
                    <a:pt x="179" y="1164"/>
                    <a:pt x="247" y="1275"/>
                  </a:cubicBezTo>
                  <a:cubicBezTo>
                    <a:pt x="313" y="1378"/>
                    <a:pt x="381" y="1440"/>
                    <a:pt x="438" y="1440"/>
                  </a:cubicBezTo>
                  <a:cubicBezTo>
                    <a:pt x="445" y="1440"/>
                    <a:pt x="451" y="1440"/>
                    <a:pt x="457" y="1438"/>
                  </a:cubicBezTo>
                  <a:lnTo>
                    <a:pt x="852" y="1335"/>
                  </a:lnTo>
                  <a:lnTo>
                    <a:pt x="852" y="1335"/>
                  </a:lnTo>
                  <a:cubicBezTo>
                    <a:pt x="846" y="1337"/>
                    <a:pt x="840" y="1338"/>
                    <a:pt x="834" y="1338"/>
                  </a:cubicBezTo>
                  <a:cubicBezTo>
                    <a:pt x="717" y="1338"/>
                    <a:pt x="554" y="1073"/>
                    <a:pt x="464" y="723"/>
                  </a:cubicBezTo>
                  <a:cubicBezTo>
                    <a:pt x="365" y="354"/>
                    <a:pt x="388" y="31"/>
                    <a:pt x="510" y="0"/>
                  </a:cubicBezTo>
                  <a:close/>
                </a:path>
              </a:pathLst>
            </a:custGeom>
            <a:solidFill>
              <a:srgbClr val="FFC7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27" name="Google Shape;754;p38">
              <a:extLst>
                <a:ext uri="{FF2B5EF4-FFF2-40B4-BE49-F238E27FC236}">
                  <a16:creationId xmlns:a16="http://schemas.microsoft.com/office/drawing/2014/main" id="{DBA9CC69-0FE6-7B87-61A9-152E4866CE84}"/>
                </a:ext>
              </a:extLst>
            </p:cNvPr>
            <p:cNvSpPr/>
            <p:nvPr/>
          </p:nvSpPr>
          <p:spPr>
            <a:xfrm>
              <a:off x="7558779" y="2244102"/>
              <a:ext cx="152099" cy="136967"/>
            </a:xfrm>
            <a:custGeom>
              <a:avLst/>
              <a:gdLst/>
              <a:ahLst/>
              <a:cxnLst/>
              <a:rect l="l" t="t" r="r" b="b"/>
              <a:pathLst>
                <a:path w="1367" h="1231" extrusionOk="0">
                  <a:moveTo>
                    <a:pt x="1366" y="879"/>
                  </a:moveTo>
                  <a:lnTo>
                    <a:pt x="1366" y="879"/>
                  </a:lnTo>
                  <a:lnTo>
                    <a:pt x="1366" y="879"/>
                  </a:lnTo>
                  <a:cubicBezTo>
                    <a:pt x="1366" y="879"/>
                    <a:pt x="1366" y="879"/>
                    <a:pt x="1366" y="879"/>
                  </a:cubicBezTo>
                  <a:close/>
                  <a:moveTo>
                    <a:pt x="305" y="1"/>
                  </a:moveTo>
                  <a:lnTo>
                    <a:pt x="42" y="320"/>
                  </a:lnTo>
                  <a:cubicBezTo>
                    <a:pt x="1" y="370"/>
                    <a:pt x="27" y="465"/>
                    <a:pt x="99" y="579"/>
                  </a:cubicBezTo>
                  <a:cubicBezTo>
                    <a:pt x="172" y="689"/>
                    <a:pt x="286" y="815"/>
                    <a:pt x="430" y="933"/>
                  </a:cubicBezTo>
                  <a:cubicBezTo>
                    <a:pt x="575" y="1051"/>
                    <a:pt x="719" y="1142"/>
                    <a:pt x="841" y="1191"/>
                  </a:cubicBezTo>
                  <a:cubicBezTo>
                    <a:pt x="908" y="1217"/>
                    <a:pt x="967" y="1231"/>
                    <a:pt x="1014" y="1231"/>
                  </a:cubicBezTo>
                  <a:cubicBezTo>
                    <a:pt x="1056" y="1231"/>
                    <a:pt x="1088" y="1220"/>
                    <a:pt x="1108" y="1199"/>
                  </a:cubicBezTo>
                  <a:lnTo>
                    <a:pt x="1366" y="879"/>
                  </a:lnTo>
                  <a:lnTo>
                    <a:pt x="1366" y="879"/>
                  </a:lnTo>
                  <a:cubicBezTo>
                    <a:pt x="1347" y="903"/>
                    <a:pt x="1315" y="914"/>
                    <a:pt x="1274" y="914"/>
                  </a:cubicBezTo>
                  <a:cubicBezTo>
                    <a:pt x="1142" y="914"/>
                    <a:pt x="915" y="802"/>
                    <a:pt x="693" y="617"/>
                  </a:cubicBezTo>
                  <a:cubicBezTo>
                    <a:pt x="400" y="373"/>
                    <a:pt x="225" y="99"/>
                    <a:pt x="305" y="1"/>
                  </a:cubicBezTo>
                  <a:close/>
                </a:path>
              </a:pathLst>
            </a:custGeom>
            <a:solidFill>
              <a:srgbClr val="FFC7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28" name="Google Shape;755;p38">
              <a:extLst>
                <a:ext uri="{FF2B5EF4-FFF2-40B4-BE49-F238E27FC236}">
                  <a16:creationId xmlns:a16="http://schemas.microsoft.com/office/drawing/2014/main" id="{88CA5A0F-C36F-3C4F-F96C-FCBAE87F4F41}"/>
                </a:ext>
              </a:extLst>
            </p:cNvPr>
            <p:cNvSpPr/>
            <p:nvPr/>
          </p:nvSpPr>
          <p:spPr>
            <a:xfrm>
              <a:off x="7606624" y="3413958"/>
              <a:ext cx="134297" cy="121279"/>
            </a:xfrm>
            <a:custGeom>
              <a:avLst/>
              <a:gdLst/>
              <a:ahLst/>
              <a:cxnLst/>
              <a:rect l="l" t="t" r="r" b="b"/>
              <a:pathLst>
                <a:path w="1207" h="1090" extrusionOk="0">
                  <a:moveTo>
                    <a:pt x="1047" y="119"/>
                  </a:moveTo>
                  <a:cubicBezTo>
                    <a:pt x="1054" y="119"/>
                    <a:pt x="1069" y="123"/>
                    <a:pt x="1077" y="131"/>
                  </a:cubicBezTo>
                  <a:cubicBezTo>
                    <a:pt x="1085" y="138"/>
                    <a:pt x="1085" y="153"/>
                    <a:pt x="1085" y="161"/>
                  </a:cubicBezTo>
                  <a:cubicBezTo>
                    <a:pt x="1077" y="260"/>
                    <a:pt x="948" y="465"/>
                    <a:pt x="712" y="671"/>
                  </a:cubicBezTo>
                  <a:cubicBezTo>
                    <a:pt x="488" y="869"/>
                    <a:pt x="278" y="972"/>
                    <a:pt x="171" y="972"/>
                  </a:cubicBezTo>
                  <a:cubicBezTo>
                    <a:pt x="167" y="972"/>
                    <a:pt x="164" y="971"/>
                    <a:pt x="160" y="971"/>
                  </a:cubicBezTo>
                  <a:cubicBezTo>
                    <a:pt x="153" y="971"/>
                    <a:pt x="137" y="967"/>
                    <a:pt x="130" y="960"/>
                  </a:cubicBezTo>
                  <a:cubicBezTo>
                    <a:pt x="122" y="952"/>
                    <a:pt x="122" y="937"/>
                    <a:pt x="122" y="926"/>
                  </a:cubicBezTo>
                  <a:cubicBezTo>
                    <a:pt x="130" y="830"/>
                    <a:pt x="259" y="625"/>
                    <a:pt x="495" y="420"/>
                  </a:cubicBezTo>
                  <a:cubicBezTo>
                    <a:pt x="723" y="222"/>
                    <a:pt x="936" y="119"/>
                    <a:pt x="1039" y="119"/>
                  </a:cubicBezTo>
                  <a:close/>
                  <a:moveTo>
                    <a:pt x="1035" y="0"/>
                  </a:moveTo>
                  <a:cubicBezTo>
                    <a:pt x="885" y="0"/>
                    <a:pt x="645" y="128"/>
                    <a:pt x="415" y="328"/>
                  </a:cubicBezTo>
                  <a:cubicBezTo>
                    <a:pt x="175" y="541"/>
                    <a:pt x="16" y="770"/>
                    <a:pt x="4" y="918"/>
                  </a:cubicBezTo>
                  <a:cubicBezTo>
                    <a:pt x="0" y="979"/>
                    <a:pt x="23" y="1017"/>
                    <a:pt x="38" y="1040"/>
                  </a:cubicBezTo>
                  <a:cubicBezTo>
                    <a:pt x="57" y="1059"/>
                    <a:pt x="92" y="1085"/>
                    <a:pt x="153" y="1089"/>
                  </a:cubicBezTo>
                  <a:lnTo>
                    <a:pt x="172" y="1089"/>
                  </a:lnTo>
                  <a:cubicBezTo>
                    <a:pt x="320" y="1089"/>
                    <a:pt x="563" y="964"/>
                    <a:pt x="792" y="758"/>
                  </a:cubicBezTo>
                  <a:cubicBezTo>
                    <a:pt x="1031" y="549"/>
                    <a:pt x="1195" y="321"/>
                    <a:pt x="1202" y="172"/>
                  </a:cubicBezTo>
                  <a:cubicBezTo>
                    <a:pt x="1206" y="111"/>
                    <a:pt x="1187" y="73"/>
                    <a:pt x="1168" y="51"/>
                  </a:cubicBezTo>
                  <a:cubicBezTo>
                    <a:pt x="1149" y="32"/>
                    <a:pt x="1115" y="5"/>
                    <a:pt x="1054" y="1"/>
                  </a:cubicBezTo>
                  <a:cubicBezTo>
                    <a:pt x="1048" y="1"/>
                    <a:pt x="1042" y="0"/>
                    <a:pt x="1035" y="0"/>
                  </a:cubicBezTo>
                  <a:close/>
                </a:path>
              </a:pathLst>
            </a:custGeom>
            <a:solidFill>
              <a:srgbClr val="0C224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29" name="Google Shape;756;p38">
              <a:extLst>
                <a:ext uri="{FF2B5EF4-FFF2-40B4-BE49-F238E27FC236}">
                  <a16:creationId xmlns:a16="http://schemas.microsoft.com/office/drawing/2014/main" id="{AA3C11C8-B474-0CBB-B9E4-6337A11A982E}"/>
                </a:ext>
              </a:extLst>
            </p:cNvPr>
            <p:cNvSpPr/>
            <p:nvPr/>
          </p:nvSpPr>
          <p:spPr>
            <a:xfrm>
              <a:off x="7573133" y="3379465"/>
              <a:ext cx="163560" cy="150208"/>
            </a:xfrm>
            <a:custGeom>
              <a:avLst/>
              <a:gdLst/>
              <a:ahLst/>
              <a:cxnLst/>
              <a:rect l="l" t="t" r="r" b="b"/>
              <a:pathLst>
                <a:path w="1470" h="1350" extrusionOk="0">
                  <a:moveTo>
                    <a:pt x="1070" y="0"/>
                  </a:moveTo>
                  <a:cubicBezTo>
                    <a:pt x="1019" y="0"/>
                    <a:pt x="952" y="15"/>
                    <a:pt x="864" y="52"/>
                  </a:cubicBezTo>
                  <a:cubicBezTo>
                    <a:pt x="735" y="110"/>
                    <a:pt x="587" y="208"/>
                    <a:pt x="446" y="330"/>
                  </a:cubicBezTo>
                  <a:cubicBezTo>
                    <a:pt x="301" y="456"/>
                    <a:pt x="187" y="593"/>
                    <a:pt x="115" y="707"/>
                  </a:cubicBezTo>
                  <a:cubicBezTo>
                    <a:pt x="1" y="897"/>
                    <a:pt x="27" y="992"/>
                    <a:pt x="69" y="1042"/>
                  </a:cubicBezTo>
                  <a:lnTo>
                    <a:pt x="339" y="1350"/>
                  </a:lnTo>
                  <a:lnTo>
                    <a:pt x="431" y="1270"/>
                  </a:lnTo>
                  <a:lnTo>
                    <a:pt x="161" y="962"/>
                  </a:lnTo>
                  <a:cubicBezTo>
                    <a:pt x="145" y="946"/>
                    <a:pt x="149" y="882"/>
                    <a:pt x="218" y="771"/>
                  </a:cubicBezTo>
                  <a:cubicBezTo>
                    <a:pt x="282" y="661"/>
                    <a:pt x="393" y="539"/>
                    <a:pt x="526" y="421"/>
                  </a:cubicBezTo>
                  <a:cubicBezTo>
                    <a:pt x="655" y="307"/>
                    <a:pt x="792" y="216"/>
                    <a:pt x="914" y="163"/>
                  </a:cubicBezTo>
                  <a:cubicBezTo>
                    <a:pt x="983" y="131"/>
                    <a:pt x="1033" y="121"/>
                    <a:pt x="1065" y="121"/>
                  </a:cubicBezTo>
                  <a:cubicBezTo>
                    <a:pt x="1088" y="121"/>
                    <a:pt x="1102" y="126"/>
                    <a:pt x="1108" y="132"/>
                  </a:cubicBezTo>
                  <a:lnTo>
                    <a:pt x="1378" y="441"/>
                  </a:lnTo>
                  <a:lnTo>
                    <a:pt x="1469" y="361"/>
                  </a:lnTo>
                  <a:lnTo>
                    <a:pt x="1199" y="52"/>
                  </a:lnTo>
                  <a:cubicBezTo>
                    <a:pt x="1175" y="25"/>
                    <a:pt x="1136" y="0"/>
                    <a:pt x="1070" y="0"/>
                  </a:cubicBezTo>
                  <a:close/>
                </a:path>
              </a:pathLst>
            </a:custGeom>
            <a:solidFill>
              <a:srgbClr val="0C224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30" name="Google Shape;757;p38">
              <a:extLst>
                <a:ext uri="{FF2B5EF4-FFF2-40B4-BE49-F238E27FC236}">
                  <a16:creationId xmlns:a16="http://schemas.microsoft.com/office/drawing/2014/main" id="{53659B88-0B5D-09BB-67E6-14B17AA9A8AC}"/>
                </a:ext>
              </a:extLst>
            </p:cNvPr>
            <p:cNvSpPr/>
            <p:nvPr/>
          </p:nvSpPr>
          <p:spPr>
            <a:xfrm>
              <a:off x="7418694" y="3185862"/>
              <a:ext cx="257467" cy="279498"/>
            </a:xfrm>
            <a:custGeom>
              <a:avLst/>
              <a:gdLst/>
              <a:ahLst/>
              <a:cxnLst/>
              <a:rect l="l" t="t" r="r" b="b"/>
              <a:pathLst>
                <a:path w="2314" h="2512" extrusionOk="0">
                  <a:moveTo>
                    <a:pt x="94" y="0"/>
                  </a:moveTo>
                  <a:cubicBezTo>
                    <a:pt x="74" y="0"/>
                    <a:pt x="54" y="8"/>
                    <a:pt x="38" y="24"/>
                  </a:cubicBezTo>
                  <a:cubicBezTo>
                    <a:pt x="4" y="50"/>
                    <a:pt x="0" y="96"/>
                    <a:pt x="23" y="130"/>
                  </a:cubicBezTo>
                  <a:lnTo>
                    <a:pt x="1503" y="2511"/>
                  </a:lnTo>
                  <a:lnTo>
                    <a:pt x="1606" y="2447"/>
                  </a:lnTo>
                  <a:lnTo>
                    <a:pt x="236" y="244"/>
                  </a:lnTo>
                  <a:lnTo>
                    <a:pt x="2237" y="1895"/>
                  </a:lnTo>
                  <a:lnTo>
                    <a:pt x="2313" y="1800"/>
                  </a:lnTo>
                  <a:lnTo>
                    <a:pt x="149" y="20"/>
                  </a:lnTo>
                  <a:cubicBezTo>
                    <a:pt x="132" y="7"/>
                    <a:pt x="113" y="0"/>
                    <a:pt x="94" y="0"/>
                  </a:cubicBezTo>
                  <a:close/>
                </a:path>
              </a:pathLst>
            </a:custGeom>
            <a:solidFill>
              <a:srgbClr val="0C224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31" name="Google Shape;758;p38">
              <a:extLst>
                <a:ext uri="{FF2B5EF4-FFF2-40B4-BE49-F238E27FC236}">
                  <a16:creationId xmlns:a16="http://schemas.microsoft.com/office/drawing/2014/main" id="{86DF8E69-6FD6-4C58-9180-869D02B30076}"/>
                </a:ext>
              </a:extLst>
            </p:cNvPr>
            <p:cNvSpPr/>
            <p:nvPr/>
          </p:nvSpPr>
          <p:spPr>
            <a:xfrm>
              <a:off x="7759838" y="2652673"/>
              <a:ext cx="80111" cy="162558"/>
            </a:xfrm>
            <a:custGeom>
              <a:avLst/>
              <a:gdLst/>
              <a:ahLst/>
              <a:cxnLst/>
              <a:rect l="l" t="t" r="r" b="b"/>
              <a:pathLst>
                <a:path w="720" h="1461" extrusionOk="0">
                  <a:moveTo>
                    <a:pt x="206" y="121"/>
                  </a:moveTo>
                  <a:cubicBezTo>
                    <a:pt x="214" y="121"/>
                    <a:pt x="225" y="125"/>
                    <a:pt x="233" y="129"/>
                  </a:cubicBezTo>
                  <a:cubicBezTo>
                    <a:pt x="316" y="178"/>
                    <a:pt x="442" y="388"/>
                    <a:pt x="518" y="688"/>
                  </a:cubicBezTo>
                  <a:cubicBezTo>
                    <a:pt x="598" y="992"/>
                    <a:pt x="590" y="1232"/>
                    <a:pt x="541" y="1316"/>
                  </a:cubicBezTo>
                  <a:cubicBezTo>
                    <a:pt x="537" y="1323"/>
                    <a:pt x="525" y="1339"/>
                    <a:pt x="518" y="1342"/>
                  </a:cubicBezTo>
                  <a:cubicBezTo>
                    <a:pt x="517" y="1343"/>
                    <a:pt x="515" y="1343"/>
                    <a:pt x="514" y="1343"/>
                  </a:cubicBezTo>
                  <a:cubicBezTo>
                    <a:pt x="489" y="1343"/>
                    <a:pt x="438" y="1310"/>
                    <a:pt x="377" y="1209"/>
                  </a:cubicBezTo>
                  <a:cubicBezTo>
                    <a:pt x="305" y="1099"/>
                    <a:pt x="244" y="943"/>
                    <a:pt x="198" y="772"/>
                  </a:cubicBezTo>
                  <a:cubicBezTo>
                    <a:pt x="118" y="471"/>
                    <a:pt x="130" y="228"/>
                    <a:pt x="179" y="144"/>
                  </a:cubicBezTo>
                  <a:cubicBezTo>
                    <a:pt x="183" y="137"/>
                    <a:pt x="191" y="125"/>
                    <a:pt x="202" y="121"/>
                  </a:cubicBezTo>
                  <a:close/>
                  <a:moveTo>
                    <a:pt x="203" y="1"/>
                  </a:moveTo>
                  <a:cubicBezTo>
                    <a:pt x="191" y="1"/>
                    <a:pt x="181" y="2"/>
                    <a:pt x="172" y="3"/>
                  </a:cubicBezTo>
                  <a:cubicBezTo>
                    <a:pt x="145" y="11"/>
                    <a:pt x="107" y="30"/>
                    <a:pt x="77" y="83"/>
                  </a:cubicBezTo>
                  <a:cubicBezTo>
                    <a:pt x="0" y="209"/>
                    <a:pt x="0" y="494"/>
                    <a:pt x="80" y="802"/>
                  </a:cubicBezTo>
                  <a:cubicBezTo>
                    <a:pt x="130" y="985"/>
                    <a:pt x="198" y="1156"/>
                    <a:pt x="274" y="1274"/>
                  </a:cubicBezTo>
                  <a:cubicBezTo>
                    <a:pt x="369" y="1422"/>
                    <a:pt x="453" y="1460"/>
                    <a:pt x="510" y="1460"/>
                  </a:cubicBezTo>
                  <a:cubicBezTo>
                    <a:pt x="525" y="1460"/>
                    <a:pt x="537" y="1460"/>
                    <a:pt x="544" y="1457"/>
                  </a:cubicBezTo>
                  <a:cubicBezTo>
                    <a:pt x="575" y="1449"/>
                    <a:pt x="613" y="1430"/>
                    <a:pt x="643" y="1377"/>
                  </a:cubicBezTo>
                  <a:cubicBezTo>
                    <a:pt x="719" y="1251"/>
                    <a:pt x="716" y="966"/>
                    <a:pt x="636" y="658"/>
                  </a:cubicBezTo>
                  <a:cubicBezTo>
                    <a:pt x="556" y="350"/>
                    <a:pt x="423" y="102"/>
                    <a:pt x="293" y="26"/>
                  </a:cubicBezTo>
                  <a:cubicBezTo>
                    <a:pt x="258" y="6"/>
                    <a:pt x="227" y="1"/>
                    <a:pt x="203" y="1"/>
                  </a:cubicBezTo>
                  <a:close/>
                </a:path>
              </a:pathLst>
            </a:custGeom>
            <a:solidFill>
              <a:srgbClr val="0C224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32" name="Google Shape;759;p38">
              <a:extLst>
                <a:ext uri="{FF2B5EF4-FFF2-40B4-BE49-F238E27FC236}">
                  <a16:creationId xmlns:a16="http://schemas.microsoft.com/office/drawing/2014/main" id="{FFFB2F93-30B8-EF11-6328-6EA6B15392AD}"/>
                </a:ext>
              </a:extLst>
            </p:cNvPr>
            <p:cNvSpPr/>
            <p:nvPr/>
          </p:nvSpPr>
          <p:spPr>
            <a:xfrm>
              <a:off x="7717112" y="2653007"/>
              <a:ext cx="103365" cy="173685"/>
            </a:xfrm>
            <a:custGeom>
              <a:avLst/>
              <a:gdLst/>
              <a:ahLst/>
              <a:cxnLst/>
              <a:rect l="l" t="t" r="r" b="b"/>
              <a:pathLst>
                <a:path w="929" h="1561" extrusionOk="0">
                  <a:moveTo>
                    <a:pt x="556" y="0"/>
                  </a:moveTo>
                  <a:lnTo>
                    <a:pt x="156" y="103"/>
                  </a:lnTo>
                  <a:cubicBezTo>
                    <a:pt x="95" y="118"/>
                    <a:pt x="19" y="183"/>
                    <a:pt x="8" y="404"/>
                  </a:cubicBezTo>
                  <a:cubicBezTo>
                    <a:pt x="0" y="544"/>
                    <a:pt x="23" y="723"/>
                    <a:pt x="69" y="902"/>
                  </a:cubicBezTo>
                  <a:cubicBezTo>
                    <a:pt x="114" y="1081"/>
                    <a:pt x="179" y="1244"/>
                    <a:pt x="255" y="1366"/>
                  </a:cubicBezTo>
                  <a:cubicBezTo>
                    <a:pt x="354" y="1522"/>
                    <a:pt x="438" y="1560"/>
                    <a:pt x="499" y="1560"/>
                  </a:cubicBezTo>
                  <a:cubicBezTo>
                    <a:pt x="510" y="1560"/>
                    <a:pt x="521" y="1560"/>
                    <a:pt x="533" y="1556"/>
                  </a:cubicBezTo>
                  <a:lnTo>
                    <a:pt x="928" y="1454"/>
                  </a:lnTo>
                  <a:lnTo>
                    <a:pt x="902" y="1339"/>
                  </a:lnTo>
                  <a:lnTo>
                    <a:pt x="502" y="1438"/>
                  </a:lnTo>
                  <a:cubicBezTo>
                    <a:pt x="501" y="1439"/>
                    <a:pt x="499" y="1439"/>
                    <a:pt x="497" y="1439"/>
                  </a:cubicBezTo>
                  <a:cubicBezTo>
                    <a:pt x="473" y="1439"/>
                    <a:pt x="420" y="1402"/>
                    <a:pt x="358" y="1305"/>
                  </a:cubicBezTo>
                  <a:cubicBezTo>
                    <a:pt x="289" y="1195"/>
                    <a:pt x="225" y="1035"/>
                    <a:pt x="183" y="872"/>
                  </a:cubicBezTo>
                  <a:cubicBezTo>
                    <a:pt x="141" y="708"/>
                    <a:pt x="118" y="537"/>
                    <a:pt x="126" y="411"/>
                  </a:cubicBezTo>
                  <a:cubicBezTo>
                    <a:pt x="133" y="282"/>
                    <a:pt x="168" y="225"/>
                    <a:pt x="187" y="221"/>
                  </a:cubicBezTo>
                  <a:lnTo>
                    <a:pt x="586" y="118"/>
                  </a:lnTo>
                  <a:lnTo>
                    <a:pt x="556" y="0"/>
                  </a:lnTo>
                  <a:close/>
                </a:path>
              </a:pathLst>
            </a:custGeom>
            <a:solidFill>
              <a:srgbClr val="0C224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33" name="Google Shape;760;p38">
              <a:extLst>
                <a:ext uri="{FF2B5EF4-FFF2-40B4-BE49-F238E27FC236}">
                  <a16:creationId xmlns:a16="http://schemas.microsoft.com/office/drawing/2014/main" id="{2791703E-B5CC-D487-692B-CB510D4B7166}"/>
                </a:ext>
              </a:extLst>
            </p:cNvPr>
            <p:cNvSpPr/>
            <p:nvPr/>
          </p:nvSpPr>
          <p:spPr>
            <a:xfrm>
              <a:off x="7430155" y="2691505"/>
              <a:ext cx="321333" cy="144867"/>
            </a:xfrm>
            <a:custGeom>
              <a:avLst/>
              <a:gdLst/>
              <a:ahLst/>
              <a:cxnLst/>
              <a:rect l="l" t="t" r="r" b="b"/>
              <a:pathLst>
                <a:path w="2888" h="1302" extrusionOk="0">
                  <a:moveTo>
                    <a:pt x="2633" y="1"/>
                  </a:moveTo>
                  <a:lnTo>
                    <a:pt x="57" y="1138"/>
                  </a:lnTo>
                  <a:cubicBezTo>
                    <a:pt x="19" y="1153"/>
                    <a:pt x="0" y="1195"/>
                    <a:pt x="8" y="1237"/>
                  </a:cubicBezTo>
                  <a:cubicBezTo>
                    <a:pt x="19" y="1275"/>
                    <a:pt x="53" y="1302"/>
                    <a:pt x="91" y="1302"/>
                  </a:cubicBezTo>
                  <a:lnTo>
                    <a:pt x="99" y="1302"/>
                  </a:lnTo>
                  <a:lnTo>
                    <a:pt x="2887" y="1050"/>
                  </a:lnTo>
                  <a:lnTo>
                    <a:pt x="2887" y="990"/>
                  </a:lnTo>
                  <a:lnTo>
                    <a:pt x="2880" y="929"/>
                  </a:lnTo>
                  <a:lnTo>
                    <a:pt x="293" y="1165"/>
                  </a:lnTo>
                  <a:lnTo>
                    <a:pt x="2671" y="115"/>
                  </a:lnTo>
                  <a:lnTo>
                    <a:pt x="2648" y="61"/>
                  </a:lnTo>
                  <a:lnTo>
                    <a:pt x="2644" y="1"/>
                  </a:lnTo>
                  <a:close/>
                </a:path>
              </a:pathLst>
            </a:custGeom>
            <a:solidFill>
              <a:srgbClr val="0C224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34" name="Google Shape;761;p38">
              <a:extLst>
                <a:ext uri="{FF2B5EF4-FFF2-40B4-BE49-F238E27FC236}">
                  <a16:creationId xmlns:a16="http://schemas.microsoft.com/office/drawing/2014/main" id="{4CC32ACD-FA18-5580-5172-81437F3F3661}"/>
                </a:ext>
              </a:extLst>
            </p:cNvPr>
            <p:cNvSpPr/>
            <p:nvPr/>
          </p:nvSpPr>
          <p:spPr>
            <a:xfrm>
              <a:off x="7583369" y="2233866"/>
              <a:ext cx="136745" cy="118720"/>
            </a:xfrm>
            <a:custGeom>
              <a:avLst/>
              <a:gdLst/>
              <a:ahLst/>
              <a:cxnLst/>
              <a:rect l="l" t="t" r="r" b="b"/>
              <a:pathLst>
                <a:path w="1229" h="1067" extrusionOk="0">
                  <a:moveTo>
                    <a:pt x="171" y="119"/>
                  </a:moveTo>
                  <a:cubicBezTo>
                    <a:pt x="263" y="119"/>
                    <a:pt x="476" y="203"/>
                    <a:pt x="719" y="405"/>
                  </a:cubicBezTo>
                  <a:cubicBezTo>
                    <a:pt x="963" y="602"/>
                    <a:pt x="1096" y="804"/>
                    <a:pt x="1107" y="899"/>
                  </a:cubicBezTo>
                  <a:cubicBezTo>
                    <a:pt x="1107" y="910"/>
                    <a:pt x="1107" y="926"/>
                    <a:pt x="1100" y="933"/>
                  </a:cubicBezTo>
                  <a:cubicBezTo>
                    <a:pt x="1092" y="941"/>
                    <a:pt x="1077" y="945"/>
                    <a:pt x="1069" y="945"/>
                  </a:cubicBezTo>
                  <a:cubicBezTo>
                    <a:pt x="1065" y="945"/>
                    <a:pt x="1061" y="945"/>
                    <a:pt x="1057" y="945"/>
                  </a:cubicBezTo>
                  <a:cubicBezTo>
                    <a:pt x="953" y="945"/>
                    <a:pt x="740" y="853"/>
                    <a:pt x="510" y="663"/>
                  </a:cubicBezTo>
                  <a:cubicBezTo>
                    <a:pt x="266" y="462"/>
                    <a:pt x="133" y="260"/>
                    <a:pt x="122" y="165"/>
                  </a:cubicBezTo>
                  <a:cubicBezTo>
                    <a:pt x="122" y="157"/>
                    <a:pt x="122" y="142"/>
                    <a:pt x="130" y="134"/>
                  </a:cubicBezTo>
                  <a:cubicBezTo>
                    <a:pt x="137" y="123"/>
                    <a:pt x="149" y="119"/>
                    <a:pt x="171" y="119"/>
                  </a:cubicBezTo>
                  <a:close/>
                  <a:moveTo>
                    <a:pt x="171" y="1"/>
                  </a:moveTo>
                  <a:cubicBezTo>
                    <a:pt x="115" y="1"/>
                    <a:pt x="69" y="17"/>
                    <a:pt x="38" y="55"/>
                  </a:cubicBezTo>
                  <a:cubicBezTo>
                    <a:pt x="19" y="77"/>
                    <a:pt x="0" y="115"/>
                    <a:pt x="4" y="176"/>
                  </a:cubicBezTo>
                  <a:cubicBezTo>
                    <a:pt x="19" y="325"/>
                    <a:pt x="187" y="549"/>
                    <a:pt x="434" y="755"/>
                  </a:cubicBezTo>
                  <a:cubicBezTo>
                    <a:pt x="666" y="945"/>
                    <a:pt x="906" y="1066"/>
                    <a:pt x="1058" y="1066"/>
                  </a:cubicBezTo>
                  <a:cubicBezTo>
                    <a:pt x="1065" y="1066"/>
                    <a:pt x="1073" y="1066"/>
                    <a:pt x="1081" y="1063"/>
                  </a:cubicBezTo>
                  <a:cubicBezTo>
                    <a:pt x="1141" y="1059"/>
                    <a:pt x="1176" y="1032"/>
                    <a:pt x="1191" y="1009"/>
                  </a:cubicBezTo>
                  <a:cubicBezTo>
                    <a:pt x="1210" y="987"/>
                    <a:pt x="1229" y="949"/>
                    <a:pt x="1225" y="891"/>
                  </a:cubicBezTo>
                  <a:cubicBezTo>
                    <a:pt x="1210" y="743"/>
                    <a:pt x="1042" y="515"/>
                    <a:pt x="795" y="313"/>
                  </a:cubicBezTo>
                  <a:cubicBezTo>
                    <a:pt x="583" y="138"/>
                    <a:pt x="334" y="1"/>
                    <a:pt x="171" y="1"/>
                  </a:cubicBezTo>
                  <a:close/>
                </a:path>
              </a:pathLst>
            </a:custGeom>
            <a:solidFill>
              <a:srgbClr val="0C224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35" name="Google Shape;762;p38">
              <a:extLst>
                <a:ext uri="{FF2B5EF4-FFF2-40B4-BE49-F238E27FC236}">
                  <a16:creationId xmlns:a16="http://schemas.microsoft.com/office/drawing/2014/main" id="{78069DFF-E434-406C-AD87-C976F738961F}"/>
                </a:ext>
              </a:extLst>
            </p:cNvPr>
            <p:cNvSpPr/>
            <p:nvPr/>
          </p:nvSpPr>
          <p:spPr>
            <a:xfrm>
              <a:off x="7551213" y="2239874"/>
              <a:ext cx="164672" cy="147871"/>
            </a:xfrm>
            <a:custGeom>
              <a:avLst/>
              <a:gdLst/>
              <a:ahLst/>
              <a:cxnLst/>
              <a:rect l="l" t="t" r="r" b="b"/>
              <a:pathLst>
                <a:path w="1480" h="1329" extrusionOk="0">
                  <a:moveTo>
                    <a:pt x="327" y="1"/>
                  </a:moveTo>
                  <a:lnTo>
                    <a:pt x="65" y="320"/>
                  </a:lnTo>
                  <a:cubicBezTo>
                    <a:pt x="23" y="370"/>
                    <a:pt x="0" y="465"/>
                    <a:pt x="118" y="651"/>
                  </a:cubicBezTo>
                  <a:cubicBezTo>
                    <a:pt x="198" y="769"/>
                    <a:pt x="316" y="898"/>
                    <a:pt x="460" y="1016"/>
                  </a:cubicBezTo>
                  <a:cubicBezTo>
                    <a:pt x="605" y="1134"/>
                    <a:pt x="757" y="1229"/>
                    <a:pt x="886" y="1283"/>
                  </a:cubicBezTo>
                  <a:cubicBezTo>
                    <a:pt x="970" y="1317"/>
                    <a:pt x="1035" y="1328"/>
                    <a:pt x="1084" y="1328"/>
                  </a:cubicBezTo>
                  <a:cubicBezTo>
                    <a:pt x="1156" y="1328"/>
                    <a:pt x="1198" y="1302"/>
                    <a:pt x="1221" y="1275"/>
                  </a:cubicBezTo>
                  <a:lnTo>
                    <a:pt x="1480" y="955"/>
                  </a:lnTo>
                  <a:lnTo>
                    <a:pt x="1389" y="879"/>
                  </a:lnTo>
                  <a:lnTo>
                    <a:pt x="1130" y="1199"/>
                  </a:lnTo>
                  <a:cubicBezTo>
                    <a:pt x="1123" y="1205"/>
                    <a:pt x="1108" y="1210"/>
                    <a:pt x="1084" y="1210"/>
                  </a:cubicBezTo>
                  <a:cubicBezTo>
                    <a:pt x="1051" y="1210"/>
                    <a:pt x="1000" y="1201"/>
                    <a:pt x="932" y="1172"/>
                  </a:cubicBezTo>
                  <a:cubicBezTo>
                    <a:pt x="810" y="1123"/>
                    <a:pt x="673" y="1035"/>
                    <a:pt x="536" y="925"/>
                  </a:cubicBezTo>
                  <a:cubicBezTo>
                    <a:pt x="403" y="815"/>
                    <a:pt x="289" y="693"/>
                    <a:pt x="221" y="586"/>
                  </a:cubicBezTo>
                  <a:cubicBezTo>
                    <a:pt x="148" y="476"/>
                    <a:pt x="145" y="411"/>
                    <a:pt x="156" y="396"/>
                  </a:cubicBezTo>
                  <a:lnTo>
                    <a:pt x="419" y="77"/>
                  </a:lnTo>
                  <a:lnTo>
                    <a:pt x="327" y="1"/>
                  </a:lnTo>
                  <a:close/>
                </a:path>
              </a:pathLst>
            </a:custGeom>
            <a:solidFill>
              <a:srgbClr val="0C224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36" name="Google Shape;763;p38">
              <a:extLst>
                <a:ext uri="{FF2B5EF4-FFF2-40B4-BE49-F238E27FC236}">
                  <a16:creationId xmlns:a16="http://schemas.microsoft.com/office/drawing/2014/main" id="{F7B5CBCB-F020-178C-1860-20A903A540C5}"/>
                </a:ext>
              </a:extLst>
            </p:cNvPr>
            <p:cNvSpPr/>
            <p:nvPr/>
          </p:nvSpPr>
          <p:spPr>
            <a:xfrm>
              <a:off x="7405120" y="2305076"/>
              <a:ext cx="252015" cy="284060"/>
            </a:xfrm>
            <a:custGeom>
              <a:avLst/>
              <a:gdLst/>
              <a:ahLst/>
              <a:cxnLst/>
              <a:rect l="l" t="t" r="r" b="b"/>
              <a:pathLst>
                <a:path w="2265" h="2553" extrusionOk="0">
                  <a:moveTo>
                    <a:pt x="1431" y="0"/>
                  </a:moveTo>
                  <a:lnTo>
                    <a:pt x="23" y="2424"/>
                  </a:lnTo>
                  <a:cubicBezTo>
                    <a:pt x="1" y="2462"/>
                    <a:pt x="8" y="2503"/>
                    <a:pt x="39" y="2534"/>
                  </a:cubicBezTo>
                  <a:cubicBezTo>
                    <a:pt x="54" y="2545"/>
                    <a:pt x="77" y="2553"/>
                    <a:pt x="96" y="2553"/>
                  </a:cubicBezTo>
                  <a:cubicBezTo>
                    <a:pt x="115" y="2553"/>
                    <a:pt x="134" y="2545"/>
                    <a:pt x="153" y="2530"/>
                  </a:cubicBezTo>
                  <a:lnTo>
                    <a:pt x="2264" y="685"/>
                  </a:lnTo>
                  <a:lnTo>
                    <a:pt x="2180" y="598"/>
                  </a:lnTo>
                  <a:lnTo>
                    <a:pt x="229" y="2306"/>
                  </a:lnTo>
                  <a:lnTo>
                    <a:pt x="229" y="2306"/>
                  </a:lnTo>
                  <a:lnTo>
                    <a:pt x="1534" y="61"/>
                  </a:lnTo>
                  <a:lnTo>
                    <a:pt x="1431" y="0"/>
                  </a:lnTo>
                  <a:close/>
                </a:path>
              </a:pathLst>
            </a:custGeom>
            <a:solidFill>
              <a:srgbClr val="0C224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extLst>
      <p:ext uri="{BB962C8B-B14F-4D97-AF65-F5344CB8AC3E}">
        <p14:creationId xmlns:p14="http://schemas.microsoft.com/office/powerpoint/2010/main" val="423430290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1220">
          <a:extLst>
            <a:ext uri="{FF2B5EF4-FFF2-40B4-BE49-F238E27FC236}">
              <a16:creationId xmlns:a16="http://schemas.microsoft.com/office/drawing/2014/main" id="{0A91CA50-1ED4-3E6E-038B-5953EA58F75B}"/>
            </a:ext>
          </a:extLst>
        </p:cNvPr>
        <p:cNvGrpSpPr/>
        <p:nvPr/>
      </p:nvGrpSpPr>
      <p:grpSpPr>
        <a:xfrm>
          <a:off x="0" y="0"/>
          <a:ext cx="0" cy="0"/>
          <a:chOff x="0" y="0"/>
          <a:chExt cx="0" cy="0"/>
        </a:xfrm>
      </p:grpSpPr>
      <p:grpSp>
        <p:nvGrpSpPr>
          <p:cNvPr id="1222" name="Google Shape;1222;p47">
            <a:extLst>
              <a:ext uri="{FF2B5EF4-FFF2-40B4-BE49-F238E27FC236}">
                <a16:creationId xmlns:a16="http://schemas.microsoft.com/office/drawing/2014/main" id="{41308B48-1DCE-B95A-CC15-AA8A05D8E8B9}"/>
              </a:ext>
            </a:extLst>
          </p:cNvPr>
          <p:cNvGrpSpPr/>
          <p:nvPr/>
        </p:nvGrpSpPr>
        <p:grpSpPr>
          <a:xfrm>
            <a:off x="275849" y="358731"/>
            <a:ext cx="623693" cy="542353"/>
            <a:chOff x="1082169" y="2497002"/>
            <a:chExt cx="1663996" cy="1720378"/>
          </a:xfrm>
        </p:grpSpPr>
        <p:sp>
          <p:nvSpPr>
            <p:cNvPr id="1223" name="Google Shape;1223;p47">
              <a:extLst>
                <a:ext uri="{FF2B5EF4-FFF2-40B4-BE49-F238E27FC236}">
                  <a16:creationId xmlns:a16="http://schemas.microsoft.com/office/drawing/2014/main" id="{4B8A6388-0F24-1136-9E76-F4EBEE4FA311}"/>
                </a:ext>
              </a:extLst>
            </p:cNvPr>
            <p:cNvSpPr/>
            <p:nvPr/>
          </p:nvSpPr>
          <p:spPr>
            <a:xfrm rot="-1002475">
              <a:off x="1255753" y="2656719"/>
              <a:ext cx="1316828" cy="1400943"/>
            </a:xfrm>
            <a:custGeom>
              <a:avLst/>
              <a:gdLst/>
              <a:ahLst/>
              <a:cxnLst/>
              <a:rect l="l" t="t" r="r" b="b"/>
              <a:pathLst>
                <a:path w="33267" h="35392" extrusionOk="0">
                  <a:moveTo>
                    <a:pt x="16501" y="1"/>
                  </a:moveTo>
                  <a:cubicBezTo>
                    <a:pt x="15873" y="110"/>
                    <a:pt x="14762" y="293"/>
                    <a:pt x="14762" y="293"/>
                  </a:cubicBezTo>
                  <a:cubicBezTo>
                    <a:pt x="12749" y="761"/>
                    <a:pt x="10902" y="1778"/>
                    <a:pt x="9405" y="3270"/>
                  </a:cubicBezTo>
                  <a:cubicBezTo>
                    <a:pt x="7289" y="5379"/>
                    <a:pt x="6118" y="8189"/>
                    <a:pt x="6108" y="11183"/>
                  </a:cubicBezTo>
                  <a:cubicBezTo>
                    <a:pt x="6102" y="13317"/>
                    <a:pt x="6696" y="15394"/>
                    <a:pt x="7829" y="17192"/>
                  </a:cubicBezTo>
                  <a:cubicBezTo>
                    <a:pt x="8647" y="18490"/>
                    <a:pt x="9079" y="19998"/>
                    <a:pt x="9079" y="21552"/>
                  </a:cubicBezTo>
                  <a:lnTo>
                    <a:pt x="9079" y="24669"/>
                  </a:lnTo>
                  <a:lnTo>
                    <a:pt x="9118" y="25929"/>
                  </a:lnTo>
                  <a:lnTo>
                    <a:pt x="9079" y="26273"/>
                  </a:lnTo>
                  <a:lnTo>
                    <a:pt x="9079" y="28907"/>
                  </a:lnTo>
                  <a:cubicBezTo>
                    <a:pt x="9079" y="29271"/>
                    <a:pt x="8783" y="29566"/>
                    <a:pt x="8418" y="29566"/>
                  </a:cubicBezTo>
                  <a:lnTo>
                    <a:pt x="5260" y="29566"/>
                  </a:lnTo>
                  <a:cubicBezTo>
                    <a:pt x="2360" y="29566"/>
                    <a:pt x="1" y="31925"/>
                    <a:pt x="1" y="34825"/>
                  </a:cubicBezTo>
                  <a:cubicBezTo>
                    <a:pt x="1" y="35137"/>
                    <a:pt x="254" y="35392"/>
                    <a:pt x="568" y="35392"/>
                  </a:cubicBezTo>
                  <a:cubicBezTo>
                    <a:pt x="881" y="35392"/>
                    <a:pt x="1134" y="35137"/>
                    <a:pt x="1134" y="34825"/>
                  </a:cubicBezTo>
                  <a:lnTo>
                    <a:pt x="1134" y="34824"/>
                  </a:lnTo>
                  <a:lnTo>
                    <a:pt x="32132" y="34824"/>
                  </a:lnTo>
                  <a:cubicBezTo>
                    <a:pt x="32132" y="35137"/>
                    <a:pt x="32386" y="35392"/>
                    <a:pt x="32700" y="35392"/>
                  </a:cubicBezTo>
                  <a:cubicBezTo>
                    <a:pt x="33012" y="35392"/>
                    <a:pt x="33266" y="35137"/>
                    <a:pt x="33266" y="34824"/>
                  </a:cubicBezTo>
                  <a:cubicBezTo>
                    <a:pt x="33266" y="33420"/>
                    <a:pt x="32719" y="32099"/>
                    <a:pt x="31726" y="31107"/>
                  </a:cubicBezTo>
                  <a:cubicBezTo>
                    <a:pt x="30734" y="30114"/>
                    <a:pt x="29413" y="29567"/>
                    <a:pt x="28007" y="29567"/>
                  </a:cubicBezTo>
                  <a:lnTo>
                    <a:pt x="20189" y="29567"/>
                  </a:lnTo>
                  <a:cubicBezTo>
                    <a:pt x="19825" y="29567"/>
                    <a:pt x="19528" y="29271"/>
                    <a:pt x="19528" y="28907"/>
                  </a:cubicBezTo>
                  <a:lnTo>
                    <a:pt x="19528" y="25916"/>
                  </a:lnTo>
                  <a:cubicBezTo>
                    <a:pt x="19528" y="25553"/>
                    <a:pt x="19825" y="25256"/>
                    <a:pt x="20189" y="25256"/>
                  </a:cubicBezTo>
                  <a:cubicBezTo>
                    <a:pt x="20502" y="25256"/>
                    <a:pt x="20756" y="25003"/>
                    <a:pt x="20756" y="24689"/>
                  </a:cubicBezTo>
                  <a:lnTo>
                    <a:pt x="22273" y="24689"/>
                  </a:lnTo>
                  <a:cubicBezTo>
                    <a:pt x="22273" y="25003"/>
                    <a:pt x="22527" y="25256"/>
                    <a:pt x="22840" y="25256"/>
                  </a:cubicBezTo>
                  <a:lnTo>
                    <a:pt x="24457" y="25256"/>
                  </a:lnTo>
                  <a:cubicBezTo>
                    <a:pt x="26005" y="25256"/>
                    <a:pt x="27282" y="24094"/>
                    <a:pt x="27428" y="22553"/>
                  </a:cubicBezTo>
                  <a:lnTo>
                    <a:pt x="27777" y="18874"/>
                  </a:lnTo>
                  <a:lnTo>
                    <a:pt x="28243" y="18874"/>
                  </a:lnTo>
                  <a:cubicBezTo>
                    <a:pt x="28800" y="18874"/>
                    <a:pt x="29307" y="18590"/>
                    <a:pt x="29600" y="18115"/>
                  </a:cubicBezTo>
                  <a:cubicBezTo>
                    <a:pt x="29891" y="17639"/>
                    <a:pt x="29914" y="17059"/>
                    <a:pt x="29663" y="16563"/>
                  </a:cubicBezTo>
                  <a:lnTo>
                    <a:pt x="28544" y="14356"/>
                  </a:lnTo>
                  <a:lnTo>
                    <a:pt x="28546" y="11219"/>
                  </a:lnTo>
                  <a:cubicBezTo>
                    <a:pt x="28546" y="5964"/>
                    <a:pt x="24928" y="1470"/>
                    <a:pt x="20024" y="330"/>
                  </a:cubicBezTo>
                  <a:cubicBezTo>
                    <a:pt x="18622" y="4"/>
                    <a:pt x="19051" y="233"/>
                    <a:pt x="18416" y="58"/>
                  </a:cubicBezTo>
                  <a:cubicBezTo>
                    <a:pt x="18414" y="58"/>
                    <a:pt x="18412" y="59"/>
                    <a:pt x="18409" y="59"/>
                  </a:cubicBezTo>
                  <a:cubicBezTo>
                    <a:pt x="18347" y="59"/>
                    <a:pt x="18049" y="1"/>
                    <a:pt x="18007" y="1"/>
                  </a:cubicBezTo>
                  <a:close/>
                </a:path>
              </a:pathLst>
            </a:custGeom>
            <a:solidFill>
              <a:schemeClr val="accent2"/>
            </a:solidFill>
            <a:ln w="114300" cap="flat" cmpd="sng">
              <a:solidFill>
                <a:schemeClr val="accent2"/>
              </a:solidFill>
              <a:prstDash val="solid"/>
              <a:round/>
              <a:headEnd type="none" w="sm" len="sm"/>
              <a:tailEnd type="none" w="sm" len="sm"/>
            </a:ln>
            <a:effectLst>
              <a:outerShdw dist="76200" dir="1800000" algn="bl" rotWithShape="0">
                <a:schemeClr val="lt2"/>
              </a:outerShdw>
            </a:effectLst>
          </p:spPr>
          <p:txBody>
            <a:bodyPr spcFirstLastPara="1" wrap="square" lIns="91425" tIns="91425" rIns="91425" bIns="91425" anchor="ctr" anchorCtr="0">
              <a:noAutofit/>
            </a:bodyPr>
            <a:lstStyle/>
            <a:p>
              <a:pPr marL="0" marR="0" lvl="0" indent="0" algn="l" rtl="0">
                <a:lnSpc>
                  <a:spcPct val="100000"/>
                </a:lnSpc>
                <a:spcBef>
                  <a:spcPts val="0"/>
                </a:spcBef>
                <a:spcAft>
                  <a:spcPts val="0"/>
                </a:spcAft>
                <a:buNone/>
              </a:pPr>
              <a:endParaRPr/>
            </a:p>
          </p:txBody>
        </p:sp>
        <p:sp>
          <p:nvSpPr>
            <p:cNvPr id="1224" name="Google Shape;1224;p47">
              <a:extLst>
                <a:ext uri="{FF2B5EF4-FFF2-40B4-BE49-F238E27FC236}">
                  <a16:creationId xmlns:a16="http://schemas.microsoft.com/office/drawing/2014/main" id="{6B65DE5B-0A66-5DDA-2523-9ADEF1D9BCEA}"/>
                </a:ext>
              </a:extLst>
            </p:cNvPr>
            <p:cNvSpPr/>
            <p:nvPr/>
          </p:nvSpPr>
          <p:spPr>
            <a:xfrm rot="-1002475">
              <a:off x="1278198" y="2679168"/>
              <a:ext cx="1271901" cy="1356055"/>
            </a:xfrm>
            <a:custGeom>
              <a:avLst/>
              <a:gdLst/>
              <a:ahLst/>
              <a:cxnLst/>
              <a:rect l="l" t="t" r="r" b="b"/>
              <a:pathLst>
                <a:path w="32132" h="34258" extrusionOk="0">
                  <a:moveTo>
                    <a:pt x="16761" y="0"/>
                  </a:moveTo>
                  <a:cubicBezTo>
                    <a:pt x="10884" y="0"/>
                    <a:pt x="6127" y="4741"/>
                    <a:pt x="6108" y="10618"/>
                  </a:cubicBezTo>
                  <a:cubicBezTo>
                    <a:pt x="6102" y="12715"/>
                    <a:pt x="6701" y="14672"/>
                    <a:pt x="7741" y="16323"/>
                  </a:cubicBezTo>
                  <a:cubicBezTo>
                    <a:pt x="8620" y="17718"/>
                    <a:pt x="9079" y="19337"/>
                    <a:pt x="9079" y="20986"/>
                  </a:cubicBezTo>
                  <a:lnTo>
                    <a:pt x="9079" y="28340"/>
                  </a:lnTo>
                  <a:cubicBezTo>
                    <a:pt x="9079" y="29017"/>
                    <a:pt x="8529" y="29567"/>
                    <a:pt x="7851" y="29567"/>
                  </a:cubicBezTo>
                  <a:lnTo>
                    <a:pt x="4693" y="29567"/>
                  </a:lnTo>
                  <a:cubicBezTo>
                    <a:pt x="2101" y="29567"/>
                    <a:pt x="1" y="31667"/>
                    <a:pt x="1" y="34258"/>
                  </a:cubicBezTo>
                  <a:lnTo>
                    <a:pt x="32131" y="34258"/>
                  </a:lnTo>
                  <a:cubicBezTo>
                    <a:pt x="32131" y="31667"/>
                    <a:pt x="30032" y="29567"/>
                    <a:pt x="27440" y="29567"/>
                  </a:cubicBezTo>
                  <a:lnTo>
                    <a:pt x="19622" y="29567"/>
                  </a:lnTo>
                  <a:cubicBezTo>
                    <a:pt x="18944" y="29567"/>
                    <a:pt x="18395" y="29017"/>
                    <a:pt x="18395" y="28339"/>
                  </a:cubicBezTo>
                  <a:lnTo>
                    <a:pt x="18395" y="25349"/>
                  </a:lnTo>
                  <a:cubicBezTo>
                    <a:pt x="18395" y="24671"/>
                    <a:pt x="18944" y="24122"/>
                    <a:pt x="19622" y="24122"/>
                  </a:cubicBezTo>
                  <a:lnTo>
                    <a:pt x="23890" y="24122"/>
                  </a:lnTo>
                  <a:cubicBezTo>
                    <a:pt x="25137" y="24122"/>
                    <a:pt x="26179" y="23174"/>
                    <a:pt x="26297" y="21933"/>
                  </a:cubicBezTo>
                  <a:lnTo>
                    <a:pt x="26694" y="17739"/>
                  </a:lnTo>
                  <a:lnTo>
                    <a:pt x="27676" y="17739"/>
                  </a:lnTo>
                  <a:cubicBezTo>
                    <a:pt x="28440" y="17739"/>
                    <a:pt x="28935" y="16934"/>
                    <a:pt x="28590" y="16252"/>
                  </a:cubicBezTo>
                  <a:lnTo>
                    <a:pt x="27410" y="13924"/>
                  </a:lnTo>
                  <a:lnTo>
                    <a:pt x="27412" y="10652"/>
                  </a:lnTo>
                  <a:cubicBezTo>
                    <a:pt x="27412" y="4770"/>
                    <a:pt x="22643" y="1"/>
                    <a:pt x="16761"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25" name="Google Shape;1225;p47">
              <a:extLst>
                <a:ext uri="{FF2B5EF4-FFF2-40B4-BE49-F238E27FC236}">
                  <a16:creationId xmlns:a16="http://schemas.microsoft.com/office/drawing/2014/main" id="{AD143D43-882E-366A-EE3C-CBE51D0F8349}"/>
                </a:ext>
              </a:extLst>
            </p:cNvPr>
            <p:cNvSpPr/>
            <p:nvPr/>
          </p:nvSpPr>
          <p:spPr>
            <a:xfrm rot="-1002475">
              <a:off x="1517787" y="2809192"/>
              <a:ext cx="566046" cy="422120"/>
            </a:xfrm>
            <a:custGeom>
              <a:avLst/>
              <a:gdLst/>
              <a:ahLst/>
              <a:cxnLst/>
              <a:rect l="l" t="t" r="r" b="b"/>
              <a:pathLst>
                <a:path w="14300" h="10664" extrusionOk="0">
                  <a:moveTo>
                    <a:pt x="7108" y="1"/>
                  </a:moveTo>
                  <a:cubicBezTo>
                    <a:pt x="3183" y="1"/>
                    <a:pt x="0" y="3182"/>
                    <a:pt x="0" y="7109"/>
                  </a:cubicBezTo>
                  <a:lnTo>
                    <a:pt x="0" y="9508"/>
                  </a:lnTo>
                  <a:cubicBezTo>
                    <a:pt x="0" y="10145"/>
                    <a:pt x="517" y="10663"/>
                    <a:pt x="1156" y="10663"/>
                  </a:cubicBezTo>
                  <a:lnTo>
                    <a:pt x="2112" y="10663"/>
                  </a:lnTo>
                  <a:cubicBezTo>
                    <a:pt x="2499" y="10663"/>
                    <a:pt x="2860" y="10469"/>
                    <a:pt x="3074" y="10148"/>
                  </a:cubicBezTo>
                  <a:lnTo>
                    <a:pt x="3929" y="8864"/>
                  </a:lnTo>
                  <a:lnTo>
                    <a:pt x="9030" y="8864"/>
                  </a:lnTo>
                  <a:cubicBezTo>
                    <a:pt x="10564" y="8864"/>
                    <a:pt x="11809" y="7620"/>
                    <a:pt x="11809" y="6085"/>
                  </a:cubicBezTo>
                  <a:cubicBezTo>
                    <a:pt x="13184" y="6085"/>
                    <a:pt x="14300" y="4969"/>
                    <a:pt x="14300" y="3594"/>
                  </a:cubicBezTo>
                  <a:cubicBezTo>
                    <a:pt x="14300" y="1609"/>
                    <a:pt x="12691" y="1"/>
                    <a:pt x="10707"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26" name="Google Shape;1226;p47">
              <a:extLst>
                <a:ext uri="{FF2B5EF4-FFF2-40B4-BE49-F238E27FC236}">
                  <a16:creationId xmlns:a16="http://schemas.microsoft.com/office/drawing/2014/main" id="{E29B74B6-065B-3FED-F532-B7B8407EEA58}"/>
                </a:ext>
              </a:extLst>
            </p:cNvPr>
            <p:cNvSpPr/>
            <p:nvPr/>
          </p:nvSpPr>
          <p:spPr>
            <a:xfrm rot="-1002475">
              <a:off x="2105720" y="3486731"/>
              <a:ext cx="588727" cy="446107"/>
            </a:xfrm>
            <a:custGeom>
              <a:avLst/>
              <a:gdLst/>
              <a:ahLst/>
              <a:cxnLst/>
              <a:rect l="l" t="t" r="r" b="b"/>
              <a:pathLst>
                <a:path w="14873" h="11270" extrusionOk="0">
                  <a:moveTo>
                    <a:pt x="1795" y="1"/>
                  </a:moveTo>
                  <a:cubicBezTo>
                    <a:pt x="805" y="1"/>
                    <a:pt x="1" y="805"/>
                    <a:pt x="1" y="1794"/>
                  </a:cubicBezTo>
                  <a:lnTo>
                    <a:pt x="1" y="4785"/>
                  </a:lnTo>
                  <a:cubicBezTo>
                    <a:pt x="1" y="5774"/>
                    <a:pt x="805" y="6578"/>
                    <a:pt x="1795" y="6578"/>
                  </a:cubicBezTo>
                  <a:lnTo>
                    <a:pt x="9613" y="6578"/>
                  </a:lnTo>
                  <a:cubicBezTo>
                    <a:pt x="10716" y="6578"/>
                    <a:pt x="11751" y="7008"/>
                    <a:pt x="12531" y="7787"/>
                  </a:cubicBezTo>
                  <a:cubicBezTo>
                    <a:pt x="13309" y="8565"/>
                    <a:pt x="13739" y="9601"/>
                    <a:pt x="13739" y="10703"/>
                  </a:cubicBezTo>
                  <a:cubicBezTo>
                    <a:pt x="13739" y="11016"/>
                    <a:pt x="13992" y="11270"/>
                    <a:pt x="14306" y="11270"/>
                  </a:cubicBezTo>
                  <a:cubicBezTo>
                    <a:pt x="14619" y="11270"/>
                    <a:pt x="14872" y="11016"/>
                    <a:pt x="14872" y="10703"/>
                  </a:cubicBezTo>
                  <a:cubicBezTo>
                    <a:pt x="14872" y="9297"/>
                    <a:pt x="14325" y="7977"/>
                    <a:pt x="13332" y="6985"/>
                  </a:cubicBezTo>
                  <a:cubicBezTo>
                    <a:pt x="12339" y="5992"/>
                    <a:pt x="11019" y="5445"/>
                    <a:pt x="9613" y="5445"/>
                  </a:cubicBezTo>
                  <a:lnTo>
                    <a:pt x="1795" y="5445"/>
                  </a:lnTo>
                  <a:cubicBezTo>
                    <a:pt x="1431" y="5445"/>
                    <a:pt x="1134" y="5149"/>
                    <a:pt x="1134" y="4785"/>
                  </a:cubicBezTo>
                  <a:lnTo>
                    <a:pt x="1134" y="1794"/>
                  </a:lnTo>
                  <a:cubicBezTo>
                    <a:pt x="1134" y="1431"/>
                    <a:pt x="1431" y="1134"/>
                    <a:pt x="1795" y="1134"/>
                  </a:cubicBezTo>
                  <a:cubicBezTo>
                    <a:pt x="2108" y="1134"/>
                    <a:pt x="2362" y="881"/>
                    <a:pt x="2362" y="567"/>
                  </a:cubicBezTo>
                  <a:cubicBezTo>
                    <a:pt x="2362" y="254"/>
                    <a:pt x="2108" y="1"/>
                    <a:pt x="179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27" name="Google Shape;1227;p47">
              <a:extLst>
                <a:ext uri="{FF2B5EF4-FFF2-40B4-BE49-F238E27FC236}">
                  <a16:creationId xmlns:a16="http://schemas.microsoft.com/office/drawing/2014/main" id="{F7C0635A-03E1-3773-7673-668C00A1D40A}"/>
                </a:ext>
              </a:extLst>
            </p:cNvPr>
            <p:cNvSpPr/>
            <p:nvPr/>
          </p:nvSpPr>
          <p:spPr>
            <a:xfrm rot="-1002475">
              <a:off x="1258555" y="2675798"/>
              <a:ext cx="1184104" cy="1400943"/>
            </a:xfrm>
            <a:custGeom>
              <a:avLst/>
              <a:gdLst/>
              <a:ahLst/>
              <a:cxnLst/>
              <a:rect l="l" t="t" r="r" b="b"/>
              <a:pathLst>
                <a:path w="29914" h="35392" extrusionOk="0">
                  <a:moveTo>
                    <a:pt x="16501" y="1"/>
                  </a:moveTo>
                  <a:cubicBezTo>
                    <a:pt x="15873" y="110"/>
                    <a:pt x="14762" y="294"/>
                    <a:pt x="14760" y="294"/>
                  </a:cubicBezTo>
                  <a:cubicBezTo>
                    <a:pt x="12748" y="761"/>
                    <a:pt x="10901" y="1778"/>
                    <a:pt x="9404" y="3270"/>
                  </a:cubicBezTo>
                  <a:cubicBezTo>
                    <a:pt x="7288" y="5380"/>
                    <a:pt x="6118" y="8190"/>
                    <a:pt x="6108" y="11184"/>
                  </a:cubicBezTo>
                  <a:cubicBezTo>
                    <a:pt x="6101" y="13318"/>
                    <a:pt x="6696" y="15395"/>
                    <a:pt x="7829" y="17192"/>
                  </a:cubicBezTo>
                  <a:cubicBezTo>
                    <a:pt x="8647" y="18491"/>
                    <a:pt x="9078" y="19998"/>
                    <a:pt x="9078" y="21553"/>
                  </a:cubicBezTo>
                  <a:lnTo>
                    <a:pt x="9078" y="24671"/>
                  </a:lnTo>
                  <a:lnTo>
                    <a:pt x="9117" y="25929"/>
                  </a:lnTo>
                  <a:lnTo>
                    <a:pt x="9078" y="26273"/>
                  </a:lnTo>
                  <a:lnTo>
                    <a:pt x="9078" y="28907"/>
                  </a:lnTo>
                  <a:cubicBezTo>
                    <a:pt x="9078" y="29271"/>
                    <a:pt x="8783" y="29567"/>
                    <a:pt x="8418" y="29567"/>
                  </a:cubicBezTo>
                  <a:lnTo>
                    <a:pt x="5259" y="29567"/>
                  </a:lnTo>
                  <a:cubicBezTo>
                    <a:pt x="2359" y="29567"/>
                    <a:pt x="1" y="31926"/>
                    <a:pt x="1" y="34825"/>
                  </a:cubicBezTo>
                  <a:cubicBezTo>
                    <a:pt x="1" y="35138"/>
                    <a:pt x="254" y="35392"/>
                    <a:pt x="568" y="35392"/>
                  </a:cubicBezTo>
                  <a:cubicBezTo>
                    <a:pt x="881" y="35392"/>
                    <a:pt x="1134" y="35138"/>
                    <a:pt x="1134" y="34825"/>
                  </a:cubicBezTo>
                  <a:cubicBezTo>
                    <a:pt x="1134" y="32551"/>
                    <a:pt x="2984" y="30700"/>
                    <a:pt x="5259" y="30700"/>
                  </a:cubicBezTo>
                  <a:lnTo>
                    <a:pt x="8418" y="30700"/>
                  </a:lnTo>
                  <a:cubicBezTo>
                    <a:pt x="9407" y="30700"/>
                    <a:pt x="10213" y="29896"/>
                    <a:pt x="10213" y="28907"/>
                  </a:cubicBezTo>
                  <a:lnTo>
                    <a:pt x="10213" y="27408"/>
                  </a:lnTo>
                  <a:lnTo>
                    <a:pt x="10213" y="25804"/>
                  </a:lnTo>
                  <a:lnTo>
                    <a:pt x="10213" y="21553"/>
                  </a:lnTo>
                  <a:cubicBezTo>
                    <a:pt x="10213" y="19785"/>
                    <a:pt x="9719" y="18068"/>
                    <a:pt x="8787" y="16587"/>
                  </a:cubicBezTo>
                  <a:cubicBezTo>
                    <a:pt x="7770" y="14973"/>
                    <a:pt x="7236" y="13105"/>
                    <a:pt x="7242" y="11187"/>
                  </a:cubicBezTo>
                  <a:cubicBezTo>
                    <a:pt x="7250" y="8496"/>
                    <a:pt x="8303" y="5970"/>
                    <a:pt x="10204" y="4074"/>
                  </a:cubicBezTo>
                  <a:cubicBezTo>
                    <a:pt x="12105" y="2181"/>
                    <a:pt x="14630" y="1137"/>
                    <a:pt x="17318" y="1134"/>
                  </a:cubicBezTo>
                  <a:lnTo>
                    <a:pt x="17337" y="1134"/>
                  </a:lnTo>
                  <a:cubicBezTo>
                    <a:pt x="22893" y="1140"/>
                    <a:pt x="27411" y="5662"/>
                    <a:pt x="27411" y="11219"/>
                  </a:cubicBezTo>
                  <a:lnTo>
                    <a:pt x="27409" y="14491"/>
                  </a:lnTo>
                  <a:cubicBezTo>
                    <a:pt x="27409" y="14580"/>
                    <a:pt x="27430" y="14668"/>
                    <a:pt x="27471" y="14748"/>
                  </a:cubicBezTo>
                  <a:lnTo>
                    <a:pt x="28651" y="17076"/>
                  </a:lnTo>
                  <a:cubicBezTo>
                    <a:pt x="28755" y="17282"/>
                    <a:pt x="28673" y="17456"/>
                    <a:pt x="28633" y="17522"/>
                  </a:cubicBezTo>
                  <a:cubicBezTo>
                    <a:pt x="28593" y="17587"/>
                    <a:pt x="28474" y="17740"/>
                    <a:pt x="28242" y="17740"/>
                  </a:cubicBezTo>
                  <a:lnTo>
                    <a:pt x="27261" y="17740"/>
                  </a:lnTo>
                  <a:cubicBezTo>
                    <a:pt x="26969" y="17740"/>
                    <a:pt x="26724" y="17963"/>
                    <a:pt x="26697" y="18254"/>
                  </a:cubicBezTo>
                  <a:lnTo>
                    <a:pt x="26299" y="22446"/>
                  </a:lnTo>
                  <a:cubicBezTo>
                    <a:pt x="26209" y="23402"/>
                    <a:pt x="25417" y="24123"/>
                    <a:pt x="24457" y="24123"/>
                  </a:cubicBezTo>
                  <a:lnTo>
                    <a:pt x="22840" y="24123"/>
                  </a:lnTo>
                  <a:cubicBezTo>
                    <a:pt x="22526" y="24123"/>
                    <a:pt x="22273" y="24377"/>
                    <a:pt x="22273" y="24689"/>
                  </a:cubicBezTo>
                  <a:cubicBezTo>
                    <a:pt x="22273" y="25003"/>
                    <a:pt x="22526" y="25257"/>
                    <a:pt x="22840" y="25257"/>
                  </a:cubicBezTo>
                  <a:lnTo>
                    <a:pt x="24457" y="25257"/>
                  </a:lnTo>
                  <a:cubicBezTo>
                    <a:pt x="26005" y="25257"/>
                    <a:pt x="27282" y="24094"/>
                    <a:pt x="27428" y="22553"/>
                  </a:cubicBezTo>
                  <a:lnTo>
                    <a:pt x="27777" y="18874"/>
                  </a:lnTo>
                  <a:lnTo>
                    <a:pt x="28242" y="18874"/>
                  </a:lnTo>
                  <a:cubicBezTo>
                    <a:pt x="28800" y="18874"/>
                    <a:pt x="29307" y="18590"/>
                    <a:pt x="29600" y="18115"/>
                  </a:cubicBezTo>
                  <a:cubicBezTo>
                    <a:pt x="29891" y="17639"/>
                    <a:pt x="29914" y="17060"/>
                    <a:pt x="29661" y="16563"/>
                  </a:cubicBezTo>
                  <a:lnTo>
                    <a:pt x="28544" y="14356"/>
                  </a:lnTo>
                  <a:lnTo>
                    <a:pt x="28546" y="11219"/>
                  </a:lnTo>
                  <a:cubicBezTo>
                    <a:pt x="28546" y="5964"/>
                    <a:pt x="24928" y="1470"/>
                    <a:pt x="20024" y="330"/>
                  </a:cubicBezTo>
                  <a:cubicBezTo>
                    <a:pt x="18622" y="4"/>
                    <a:pt x="19051" y="234"/>
                    <a:pt x="18416" y="58"/>
                  </a:cubicBezTo>
                  <a:cubicBezTo>
                    <a:pt x="18414" y="58"/>
                    <a:pt x="18412" y="59"/>
                    <a:pt x="18409" y="59"/>
                  </a:cubicBezTo>
                  <a:cubicBezTo>
                    <a:pt x="18347" y="59"/>
                    <a:pt x="18049" y="1"/>
                    <a:pt x="18007"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28" name="Google Shape;1228;p47">
              <a:extLst>
                <a:ext uri="{FF2B5EF4-FFF2-40B4-BE49-F238E27FC236}">
                  <a16:creationId xmlns:a16="http://schemas.microsoft.com/office/drawing/2014/main" id="{F0A35ACA-53C9-BEE0-AF80-66CC53929C05}"/>
                </a:ext>
              </a:extLst>
            </p:cNvPr>
            <p:cNvSpPr/>
            <p:nvPr/>
          </p:nvSpPr>
          <p:spPr>
            <a:xfrm rot="-1002475">
              <a:off x="1495332" y="2786710"/>
              <a:ext cx="610933" cy="467007"/>
            </a:xfrm>
            <a:custGeom>
              <a:avLst/>
              <a:gdLst/>
              <a:ahLst/>
              <a:cxnLst/>
              <a:rect l="l" t="t" r="r" b="b"/>
              <a:pathLst>
                <a:path w="15434" h="11798" extrusionOk="0">
                  <a:moveTo>
                    <a:pt x="9688" y="1"/>
                  </a:moveTo>
                  <a:cubicBezTo>
                    <a:pt x="9374" y="1"/>
                    <a:pt x="9121" y="254"/>
                    <a:pt x="9121" y="568"/>
                  </a:cubicBezTo>
                  <a:cubicBezTo>
                    <a:pt x="9121" y="881"/>
                    <a:pt x="9374" y="1134"/>
                    <a:pt x="9688" y="1134"/>
                  </a:cubicBezTo>
                  <a:lnTo>
                    <a:pt x="11274" y="1134"/>
                  </a:lnTo>
                  <a:cubicBezTo>
                    <a:pt x="12943" y="1134"/>
                    <a:pt x="14300" y="2492"/>
                    <a:pt x="14300" y="4161"/>
                  </a:cubicBezTo>
                  <a:cubicBezTo>
                    <a:pt x="14300" y="5030"/>
                    <a:pt x="13721" y="5767"/>
                    <a:pt x="12928" y="6005"/>
                  </a:cubicBezTo>
                  <a:cubicBezTo>
                    <a:pt x="12879" y="5505"/>
                    <a:pt x="12725" y="4834"/>
                    <a:pt x="12287" y="4314"/>
                  </a:cubicBezTo>
                  <a:cubicBezTo>
                    <a:pt x="12486" y="3967"/>
                    <a:pt x="12579" y="3582"/>
                    <a:pt x="12560" y="3174"/>
                  </a:cubicBezTo>
                  <a:cubicBezTo>
                    <a:pt x="12547" y="2870"/>
                    <a:pt x="12299" y="2633"/>
                    <a:pt x="11995" y="2633"/>
                  </a:cubicBezTo>
                  <a:cubicBezTo>
                    <a:pt x="11986" y="2633"/>
                    <a:pt x="11977" y="2633"/>
                    <a:pt x="11968" y="2633"/>
                  </a:cubicBezTo>
                  <a:cubicBezTo>
                    <a:pt x="11655" y="2648"/>
                    <a:pt x="11413" y="2913"/>
                    <a:pt x="11428" y="3225"/>
                  </a:cubicBezTo>
                  <a:cubicBezTo>
                    <a:pt x="11443" y="3572"/>
                    <a:pt x="11289" y="3872"/>
                    <a:pt x="10956" y="4140"/>
                  </a:cubicBezTo>
                  <a:cubicBezTo>
                    <a:pt x="10668" y="4372"/>
                    <a:pt x="10358" y="4483"/>
                    <a:pt x="10348" y="4487"/>
                  </a:cubicBezTo>
                  <a:cubicBezTo>
                    <a:pt x="10052" y="4588"/>
                    <a:pt x="9894" y="4909"/>
                    <a:pt x="9994" y="5204"/>
                  </a:cubicBezTo>
                  <a:cubicBezTo>
                    <a:pt x="10073" y="5441"/>
                    <a:pt x="10294" y="5591"/>
                    <a:pt x="10531" y="5591"/>
                  </a:cubicBezTo>
                  <a:cubicBezTo>
                    <a:pt x="10591" y="5591"/>
                    <a:pt x="10651" y="5581"/>
                    <a:pt x="10712" y="5560"/>
                  </a:cubicBezTo>
                  <a:cubicBezTo>
                    <a:pt x="10755" y="5546"/>
                    <a:pt x="11110" y="5421"/>
                    <a:pt x="11498" y="5150"/>
                  </a:cubicBezTo>
                  <a:cubicBezTo>
                    <a:pt x="11809" y="5617"/>
                    <a:pt x="11834" y="6323"/>
                    <a:pt x="11810" y="6602"/>
                  </a:cubicBezTo>
                  <a:cubicBezTo>
                    <a:pt x="11810" y="6610"/>
                    <a:pt x="11810" y="6617"/>
                    <a:pt x="11809" y="6626"/>
                  </a:cubicBezTo>
                  <a:cubicBezTo>
                    <a:pt x="11809" y="6634"/>
                    <a:pt x="11808" y="6644"/>
                    <a:pt x="11808" y="6653"/>
                  </a:cubicBezTo>
                  <a:cubicBezTo>
                    <a:pt x="11808" y="7872"/>
                    <a:pt x="10816" y="8864"/>
                    <a:pt x="9597" y="8864"/>
                  </a:cubicBezTo>
                  <a:lnTo>
                    <a:pt x="4495" y="8864"/>
                  </a:lnTo>
                  <a:cubicBezTo>
                    <a:pt x="4305" y="8864"/>
                    <a:pt x="4128" y="8960"/>
                    <a:pt x="4023" y="9118"/>
                  </a:cubicBezTo>
                  <a:lnTo>
                    <a:pt x="3168" y="10401"/>
                  </a:lnTo>
                  <a:cubicBezTo>
                    <a:pt x="3058" y="10566"/>
                    <a:pt x="2876" y="10663"/>
                    <a:pt x="2678" y="10663"/>
                  </a:cubicBezTo>
                  <a:lnTo>
                    <a:pt x="1722" y="10663"/>
                  </a:lnTo>
                  <a:cubicBezTo>
                    <a:pt x="1397" y="10663"/>
                    <a:pt x="1133" y="10399"/>
                    <a:pt x="1133" y="10076"/>
                  </a:cubicBezTo>
                  <a:lnTo>
                    <a:pt x="1133" y="7677"/>
                  </a:lnTo>
                  <a:cubicBezTo>
                    <a:pt x="1133" y="6032"/>
                    <a:pt x="1746" y="4459"/>
                    <a:pt x="2858" y="3249"/>
                  </a:cubicBezTo>
                  <a:cubicBezTo>
                    <a:pt x="3964" y="2047"/>
                    <a:pt x="5466" y="1305"/>
                    <a:pt x="7085" y="1160"/>
                  </a:cubicBezTo>
                  <a:cubicBezTo>
                    <a:pt x="7399" y="1133"/>
                    <a:pt x="7628" y="858"/>
                    <a:pt x="7601" y="547"/>
                  </a:cubicBezTo>
                  <a:cubicBezTo>
                    <a:pt x="7574" y="252"/>
                    <a:pt x="7328" y="30"/>
                    <a:pt x="7039" y="30"/>
                  </a:cubicBezTo>
                  <a:cubicBezTo>
                    <a:pt x="7022" y="30"/>
                    <a:pt x="7004" y="31"/>
                    <a:pt x="6986" y="32"/>
                  </a:cubicBezTo>
                  <a:cubicBezTo>
                    <a:pt x="5084" y="201"/>
                    <a:pt x="3321" y="1071"/>
                    <a:pt x="2025" y="2483"/>
                  </a:cubicBezTo>
                  <a:cubicBezTo>
                    <a:pt x="719" y="3902"/>
                    <a:pt x="1" y="5747"/>
                    <a:pt x="1" y="7677"/>
                  </a:cubicBezTo>
                  <a:lnTo>
                    <a:pt x="1" y="10076"/>
                  </a:lnTo>
                  <a:cubicBezTo>
                    <a:pt x="1" y="11025"/>
                    <a:pt x="773" y="11798"/>
                    <a:pt x="1722" y="11798"/>
                  </a:cubicBezTo>
                  <a:lnTo>
                    <a:pt x="2679" y="11798"/>
                  </a:lnTo>
                  <a:cubicBezTo>
                    <a:pt x="3256" y="11798"/>
                    <a:pt x="3793" y="11511"/>
                    <a:pt x="4112" y="11030"/>
                  </a:cubicBezTo>
                  <a:lnTo>
                    <a:pt x="4800" y="9999"/>
                  </a:lnTo>
                  <a:lnTo>
                    <a:pt x="9597" y="9999"/>
                  </a:lnTo>
                  <a:cubicBezTo>
                    <a:pt x="11264" y="9999"/>
                    <a:pt x="12650" y="8772"/>
                    <a:pt x="12902" y="7175"/>
                  </a:cubicBezTo>
                  <a:cubicBezTo>
                    <a:pt x="14338" y="6924"/>
                    <a:pt x="15434" y="5668"/>
                    <a:pt x="15434" y="4162"/>
                  </a:cubicBezTo>
                  <a:cubicBezTo>
                    <a:pt x="15434" y="1868"/>
                    <a:pt x="13568" y="1"/>
                    <a:pt x="11274"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29" name="Google Shape;1229;p47">
              <a:extLst>
                <a:ext uri="{FF2B5EF4-FFF2-40B4-BE49-F238E27FC236}">
                  <a16:creationId xmlns:a16="http://schemas.microsoft.com/office/drawing/2014/main" id="{E40FC1C6-CB46-40FC-8829-918BB4802126}"/>
                </a:ext>
              </a:extLst>
            </p:cNvPr>
            <p:cNvSpPr/>
            <p:nvPr/>
          </p:nvSpPr>
          <p:spPr>
            <a:xfrm rot="-1002475">
              <a:off x="1625186" y="3048514"/>
              <a:ext cx="134822" cy="82453"/>
            </a:xfrm>
            <a:custGeom>
              <a:avLst/>
              <a:gdLst/>
              <a:ahLst/>
              <a:cxnLst/>
              <a:rect l="l" t="t" r="r" b="b"/>
              <a:pathLst>
                <a:path w="3406" h="2083" extrusionOk="0">
                  <a:moveTo>
                    <a:pt x="2760" y="1"/>
                  </a:moveTo>
                  <a:cubicBezTo>
                    <a:pt x="2547" y="1"/>
                    <a:pt x="2344" y="121"/>
                    <a:pt x="2247" y="325"/>
                  </a:cubicBezTo>
                  <a:cubicBezTo>
                    <a:pt x="2098" y="638"/>
                    <a:pt x="1822" y="830"/>
                    <a:pt x="1402" y="911"/>
                  </a:cubicBezTo>
                  <a:cubicBezTo>
                    <a:pt x="1247" y="940"/>
                    <a:pt x="1100" y="949"/>
                    <a:pt x="981" y="949"/>
                  </a:cubicBezTo>
                  <a:cubicBezTo>
                    <a:pt x="817" y="949"/>
                    <a:pt x="706" y="933"/>
                    <a:pt x="701" y="931"/>
                  </a:cubicBezTo>
                  <a:cubicBezTo>
                    <a:pt x="670" y="927"/>
                    <a:pt x="640" y="924"/>
                    <a:pt x="610" y="924"/>
                  </a:cubicBezTo>
                  <a:cubicBezTo>
                    <a:pt x="338" y="924"/>
                    <a:pt x="97" y="1121"/>
                    <a:pt x="51" y="1400"/>
                  </a:cubicBezTo>
                  <a:cubicBezTo>
                    <a:pt x="1" y="1708"/>
                    <a:pt x="210" y="2000"/>
                    <a:pt x="519" y="2050"/>
                  </a:cubicBezTo>
                  <a:cubicBezTo>
                    <a:pt x="549" y="2056"/>
                    <a:pt x="726" y="2083"/>
                    <a:pt x="980" y="2083"/>
                  </a:cubicBezTo>
                  <a:cubicBezTo>
                    <a:pt x="1150" y="2083"/>
                    <a:pt x="1354" y="2071"/>
                    <a:pt x="1573" y="2033"/>
                  </a:cubicBezTo>
                  <a:cubicBezTo>
                    <a:pt x="2373" y="1890"/>
                    <a:pt x="2959" y="1468"/>
                    <a:pt x="3272" y="811"/>
                  </a:cubicBezTo>
                  <a:cubicBezTo>
                    <a:pt x="3406" y="528"/>
                    <a:pt x="3285" y="190"/>
                    <a:pt x="3002" y="56"/>
                  </a:cubicBezTo>
                  <a:cubicBezTo>
                    <a:pt x="2924" y="19"/>
                    <a:pt x="2841" y="1"/>
                    <a:pt x="2760"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242" name="Google Shape;1242;p47">
            <a:extLst>
              <a:ext uri="{FF2B5EF4-FFF2-40B4-BE49-F238E27FC236}">
                <a16:creationId xmlns:a16="http://schemas.microsoft.com/office/drawing/2014/main" id="{9D3203C0-177E-C538-DB59-BA676D68AE1B}"/>
              </a:ext>
            </a:extLst>
          </p:cNvPr>
          <p:cNvSpPr/>
          <p:nvPr/>
        </p:nvSpPr>
        <p:spPr>
          <a:xfrm rot="-9388557">
            <a:off x="5248733" y="647732"/>
            <a:ext cx="112800" cy="112818"/>
          </a:xfrm>
          <a:custGeom>
            <a:avLst/>
            <a:gdLst/>
            <a:ahLst/>
            <a:cxnLst/>
            <a:rect l="l" t="t" r="r" b="b"/>
            <a:pathLst>
              <a:path w="6138" h="6139" extrusionOk="0">
                <a:moveTo>
                  <a:pt x="3069" y="0"/>
                </a:moveTo>
                <a:cubicBezTo>
                  <a:pt x="2625" y="513"/>
                  <a:pt x="2402" y="1024"/>
                  <a:pt x="2235" y="1535"/>
                </a:cubicBezTo>
                <a:cubicBezTo>
                  <a:pt x="2177" y="1722"/>
                  <a:pt x="2134" y="1909"/>
                  <a:pt x="2099" y="2097"/>
                </a:cubicBezTo>
                <a:cubicBezTo>
                  <a:pt x="1912" y="2131"/>
                  <a:pt x="1723" y="2173"/>
                  <a:pt x="1536" y="2233"/>
                </a:cubicBezTo>
                <a:cubicBezTo>
                  <a:pt x="1023" y="2398"/>
                  <a:pt x="512" y="2623"/>
                  <a:pt x="1" y="3070"/>
                </a:cubicBezTo>
                <a:cubicBezTo>
                  <a:pt x="512" y="3517"/>
                  <a:pt x="1023" y="3740"/>
                  <a:pt x="1536" y="3907"/>
                </a:cubicBezTo>
                <a:cubicBezTo>
                  <a:pt x="1722" y="3966"/>
                  <a:pt x="1909" y="4008"/>
                  <a:pt x="2096" y="4042"/>
                </a:cubicBezTo>
                <a:cubicBezTo>
                  <a:pt x="2132" y="4230"/>
                  <a:pt x="2173" y="4417"/>
                  <a:pt x="2232" y="4604"/>
                </a:cubicBezTo>
                <a:cubicBezTo>
                  <a:pt x="2399" y="5115"/>
                  <a:pt x="2622" y="5627"/>
                  <a:pt x="3069" y="6138"/>
                </a:cubicBezTo>
                <a:cubicBezTo>
                  <a:pt x="3517" y="5627"/>
                  <a:pt x="3741" y="5115"/>
                  <a:pt x="3906" y="4604"/>
                </a:cubicBezTo>
                <a:cubicBezTo>
                  <a:pt x="3966" y="4416"/>
                  <a:pt x="4008" y="4229"/>
                  <a:pt x="4042" y="4040"/>
                </a:cubicBezTo>
                <a:cubicBezTo>
                  <a:pt x="4230" y="4005"/>
                  <a:pt x="4416" y="3963"/>
                  <a:pt x="4604" y="3904"/>
                </a:cubicBezTo>
                <a:cubicBezTo>
                  <a:pt x="5115" y="3737"/>
                  <a:pt x="5626" y="3514"/>
                  <a:pt x="6138" y="3070"/>
                </a:cubicBezTo>
                <a:cubicBezTo>
                  <a:pt x="5626" y="2625"/>
                  <a:pt x="5115" y="2402"/>
                  <a:pt x="4604" y="2235"/>
                </a:cubicBezTo>
                <a:cubicBezTo>
                  <a:pt x="4416" y="2176"/>
                  <a:pt x="4228" y="2133"/>
                  <a:pt x="4040" y="2099"/>
                </a:cubicBezTo>
                <a:cubicBezTo>
                  <a:pt x="4005" y="1910"/>
                  <a:pt x="3963" y="1723"/>
                  <a:pt x="3904" y="1535"/>
                </a:cubicBezTo>
                <a:cubicBezTo>
                  <a:pt x="3738" y="1024"/>
                  <a:pt x="3514" y="513"/>
                  <a:pt x="3069"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 name="TextBox 3">
            <a:extLst>
              <a:ext uri="{FF2B5EF4-FFF2-40B4-BE49-F238E27FC236}">
                <a16:creationId xmlns:a16="http://schemas.microsoft.com/office/drawing/2014/main" id="{2F275EAB-0F65-D16B-0CBE-A86CD469A113}"/>
              </a:ext>
            </a:extLst>
          </p:cNvPr>
          <p:cNvSpPr txBox="1"/>
          <p:nvPr/>
        </p:nvSpPr>
        <p:spPr>
          <a:xfrm>
            <a:off x="843613" y="539503"/>
            <a:ext cx="7180174" cy="523220"/>
          </a:xfrm>
          <a:prstGeom prst="rect">
            <a:avLst/>
          </a:prstGeom>
          <a:noFill/>
        </p:spPr>
        <p:txBody>
          <a:bodyPr wrap="square">
            <a:spAutoFit/>
          </a:bodyPr>
          <a:lstStyle/>
          <a:p>
            <a:pPr marL="0" marR="0" algn="ctr" rtl="0">
              <a:spcBef>
                <a:spcPts val="600"/>
              </a:spcBef>
              <a:spcAft>
                <a:spcPts val="600"/>
              </a:spcAft>
              <a:buNone/>
            </a:pPr>
            <a:r>
              <a:rPr lang="en-US" sz="2800" b="1" dirty="0">
                <a:latin typeface="ADLaM Display" panose="02010000000000000000" pitchFamily="2" charset="0"/>
                <a:ea typeface="ADLaM Display" panose="02010000000000000000" pitchFamily="2" charset="0"/>
                <a:cs typeface="ADLaM Display" panose="02010000000000000000" pitchFamily="2" charset="0"/>
              </a:rPr>
              <a:t>Introduction</a:t>
            </a:r>
            <a:endParaRPr lang="en-US" sz="2800" b="1" dirty="0">
              <a:effectLst/>
              <a:latin typeface="ADLaM Display" panose="02010000000000000000" pitchFamily="2" charset="0"/>
              <a:ea typeface="ADLaM Display" panose="02010000000000000000" pitchFamily="2" charset="0"/>
              <a:cs typeface="ADLaM Display" panose="02010000000000000000" pitchFamily="2" charset="0"/>
            </a:endParaRPr>
          </a:p>
        </p:txBody>
      </p:sp>
      <p:sp>
        <p:nvSpPr>
          <p:cNvPr id="2" name="Title 4">
            <a:extLst>
              <a:ext uri="{FF2B5EF4-FFF2-40B4-BE49-F238E27FC236}">
                <a16:creationId xmlns:a16="http://schemas.microsoft.com/office/drawing/2014/main" id="{F3F3C936-5FF8-F938-3B83-DE91FBA1DDAE}"/>
              </a:ext>
            </a:extLst>
          </p:cNvPr>
          <p:cNvSpPr>
            <a:spLocks noGrp="1"/>
          </p:cNvSpPr>
          <p:nvPr>
            <p:ph type="title"/>
          </p:nvPr>
        </p:nvSpPr>
        <p:spPr>
          <a:xfrm>
            <a:off x="692539" y="1253494"/>
            <a:ext cx="5734860" cy="2636512"/>
          </a:xfrm>
        </p:spPr>
        <p:txBody>
          <a:bodyPr/>
          <a:lstStyle/>
          <a:p>
            <a:pPr algn="l"/>
            <a:br>
              <a:rPr lang="en-US" sz="2400" dirty="0">
                <a:latin typeface="Fredoka One" panose="02000000000000000000" pitchFamily="2" charset="0"/>
                <a:cs typeface="FrankRuehl" panose="020F0502020204030204" pitchFamily="34" charset="-79"/>
              </a:rPr>
            </a:br>
            <a:br>
              <a:rPr lang="en-US" sz="2400" dirty="0">
                <a:latin typeface="Fredoka One" panose="02000000000000000000" pitchFamily="2" charset="0"/>
                <a:cs typeface="FrankRuehl" panose="020F0502020204030204" pitchFamily="34" charset="-79"/>
              </a:rPr>
            </a:br>
            <a:r>
              <a:rPr lang="en-US" sz="2400" dirty="0"/>
              <a:t>The pathophysiology involves a complex interplay of genetic and environmental factors that trigger a </a:t>
            </a:r>
            <a:r>
              <a:rPr lang="en-US" sz="2400" u="sng" dirty="0"/>
              <a:t>dysregulated immune response. </a:t>
            </a:r>
            <a:br>
              <a:rPr lang="en-US" sz="2400" dirty="0"/>
            </a:br>
            <a:br>
              <a:rPr lang="en-US" sz="2400" dirty="0"/>
            </a:br>
            <a:r>
              <a:rPr lang="en-US" sz="2400" dirty="0"/>
              <a:t>that leads to synovial inflammation (synovitis), proliferation of the synovial lining (pannus formation), and subsequent erosion of cartilage and bone.</a:t>
            </a:r>
            <a:endParaRPr lang="en-US" sz="2400" dirty="0">
              <a:latin typeface="Fredoka One" panose="02000000000000000000" pitchFamily="2" charset="0"/>
              <a:cs typeface="FrankRuehl" panose="020F0502020204030204" pitchFamily="34" charset="-79"/>
            </a:endParaRPr>
          </a:p>
        </p:txBody>
      </p:sp>
      <p:grpSp>
        <p:nvGrpSpPr>
          <p:cNvPr id="3" name="Google Shape;780;p39">
            <a:extLst>
              <a:ext uri="{FF2B5EF4-FFF2-40B4-BE49-F238E27FC236}">
                <a16:creationId xmlns:a16="http://schemas.microsoft.com/office/drawing/2014/main" id="{CFD62F1F-7A3B-EFC7-275E-3F189F059E80}"/>
              </a:ext>
            </a:extLst>
          </p:cNvPr>
          <p:cNvGrpSpPr/>
          <p:nvPr/>
        </p:nvGrpSpPr>
        <p:grpSpPr>
          <a:xfrm>
            <a:off x="6427399" y="1515176"/>
            <a:ext cx="2245234" cy="2245791"/>
            <a:chOff x="-2361085" y="278543"/>
            <a:chExt cx="2628469" cy="2628855"/>
          </a:xfrm>
        </p:grpSpPr>
        <p:sp>
          <p:nvSpPr>
            <p:cNvPr id="5" name="Google Shape;781;p39">
              <a:extLst>
                <a:ext uri="{FF2B5EF4-FFF2-40B4-BE49-F238E27FC236}">
                  <a16:creationId xmlns:a16="http://schemas.microsoft.com/office/drawing/2014/main" id="{C19F0F69-8240-73A1-EFEC-58CF7A4E84A3}"/>
                </a:ext>
              </a:extLst>
            </p:cNvPr>
            <p:cNvSpPr/>
            <p:nvPr/>
          </p:nvSpPr>
          <p:spPr>
            <a:xfrm>
              <a:off x="-2361085" y="278543"/>
              <a:ext cx="2628469" cy="2628855"/>
            </a:xfrm>
            <a:custGeom>
              <a:avLst/>
              <a:gdLst/>
              <a:ahLst/>
              <a:cxnLst/>
              <a:rect l="l" t="t" r="r" b="b"/>
              <a:pathLst>
                <a:path w="20426" h="20429" extrusionOk="0">
                  <a:moveTo>
                    <a:pt x="10211" y="480"/>
                  </a:moveTo>
                  <a:cubicBezTo>
                    <a:pt x="15590" y="480"/>
                    <a:pt x="19946" y="4839"/>
                    <a:pt x="19946" y="10215"/>
                  </a:cubicBezTo>
                  <a:cubicBezTo>
                    <a:pt x="19946" y="14551"/>
                    <a:pt x="17112" y="18222"/>
                    <a:pt x="13197" y="19481"/>
                  </a:cubicBezTo>
                  <a:cubicBezTo>
                    <a:pt x="12988" y="19550"/>
                    <a:pt x="12779" y="19607"/>
                    <a:pt x="12566" y="19660"/>
                  </a:cubicBezTo>
                  <a:cubicBezTo>
                    <a:pt x="12258" y="19736"/>
                    <a:pt x="11942" y="19801"/>
                    <a:pt x="11622" y="19847"/>
                  </a:cubicBezTo>
                  <a:cubicBezTo>
                    <a:pt x="11292" y="19896"/>
                    <a:pt x="10953" y="19926"/>
                    <a:pt x="10611" y="19938"/>
                  </a:cubicBezTo>
                  <a:cubicBezTo>
                    <a:pt x="10481" y="19945"/>
                    <a:pt x="10348" y="19949"/>
                    <a:pt x="10211" y="19949"/>
                  </a:cubicBezTo>
                  <a:cubicBezTo>
                    <a:pt x="9876" y="19949"/>
                    <a:pt x="9542" y="19930"/>
                    <a:pt x="9214" y="19896"/>
                  </a:cubicBezTo>
                  <a:cubicBezTo>
                    <a:pt x="9127" y="19888"/>
                    <a:pt x="9039" y="19877"/>
                    <a:pt x="8956" y="19869"/>
                  </a:cubicBezTo>
                  <a:cubicBezTo>
                    <a:pt x="8739" y="19839"/>
                    <a:pt x="8530" y="19805"/>
                    <a:pt x="8317" y="19763"/>
                  </a:cubicBezTo>
                  <a:cubicBezTo>
                    <a:pt x="3851" y="18880"/>
                    <a:pt x="480" y="14943"/>
                    <a:pt x="480" y="10215"/>
                  </a:cubicBezTo>
                  <a:cubicBezTo>
                    <a:pt x="480" y="4839"/>
                    <a:pt x="4836" y="480"/>
                    <a:pt x="10211" y="480"/>
                  </a:cubicBezTo>
                  <a:close/>
                  <a:moveTo>
                    <a:pt x="10211" y="0"/>
                  </a:moveTo>
                  <a:cubicBezTo>
                    <a:pt x="4573" y="0"/>
                    <a:pt x="1" y="4573"/>
                    <a:pt x="1" y="10215"/>
                  </a:cubicBezTo>
                  <a:cubicBezTo>
                    <a:pt x="1" y="15856"/>
                    <a:pt x="4573" y="20429"/>
                    <a:pt x="10211" y="20429"/>
                  </a:cubicBezTo>
                  <a:cubicBezTo>
                    <a:pt x="15853" y="20429"/>
                    <a:pt x="20425" y="15856"/>
                    <a:pt x="20425" y="10215"/>
                  </a:cubicBezTo>
                  <a:cubicBezTo>
                    <a:pt x="20425" y="4573"/>
                    <a:pt x="15853" y="0"/>
                    <a:pt x="10211" y="0"/>
                  </a:cubicBezTo>
                  <a:close/>
                </a:path>
              </a:pathLst>
            </a:custGeom>
            <a:solidFill>
              <a:schemeClr val="accent4"/>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 name="Google Shape;782;p39">
              <a:extLst>
                <a:ext uri="{FF2B5EF4-FFF2-40B4-BE49-F238E27FC236}">
                  <a16:creationId xmlns:a16="http://schemas.microsoft.com/office/drawing/2014/main" id="{6423783A-CF07-D380-95A8-F857BC864D4A}"/>
                </a:ext>
              </a:extLst>
            </p:cNvPr>
            <p:cNvSpPr/>
            <p:nvPr/>
          </p:nvSpPr>
          <p:spPr>
            <a:xfrm>
              <a:off x="-2299318" y="340182"/>
              <a:ext cx="2504934" cy="2481513"/>
            </a:xfrm>
            <a:custGeom>
              <a:avLst/>
              <a:gdLst/>
              <a:ahLst/>
              <a:cxnLst/>
              <a:rect l="l" t="t" r="r" b="b"/>
              <a:pathLst>
                <a:path w="19466" h="19284" extrusionOk="0">
                  <a:moveTo>
                    <a:pt x="9731" y="1"/>
                  </a:moveTo>
                  <a:cubicBezTo>
                    <a:pt x="4356" y="1"/>
                    <a:pt x="0" y="4360"/>
                    <a:pt x="0" y="9736"/>
                  </a:cubicBezTo>
                  <a:cubicBezTo>
                    <a:pt x="0" y="14464"/>
                    <a:pt x="3371" y="18401"/>
                    <a:pt x="7837" y="19284"/>
                  </a:cubicBezTo>
                  <a:cubicBezTo>
                    <a:pt x="7841" y="19166"/>
                    <a:pt x="7841" y="19086"/>
                    <a:pt x="7837" y="19010"/>
                  </a:cubicBezTo>
                  <a:cubicBezTo>
                    <a:pt x="7833" y="18862"/>
                    <a:pt x="7829" y="18725"/>
                    <a:pt x="7856" y="18417"/>
                  </a:cubicBezTo>
                  <a:cubicBezTo>
                    <a:pt x="7871" y="18283"/>
                    <a:pt x="7742" y="18036"/>
                    <a:pt x="7635" y="17835"/>
                  </a:cubicBezTo>
                  <a:cubicBezTo>
                    <a:pt x="7589" y="17747"/>
                    <a:pt x="7544" y="17660"/>
                    <a:pt x="7502" y="17568"/>
                  </a:cubicBezTo>
                  <a:cubicBezTo>
                    <a:pt x="7213" y="16944"/>
                    <a:pt x="7148" y="16416"/>
                    <a:pt x="7312" y="15944"/>
                  </a:cubicBezTo>
                  <a:cubicBezTo>
                    <a:pt x="7300" y="15917"/>
                    <a:pt x="7293" y="15894"/>
                    <a:pt x="7281" y="15868"/>
                  </a:cubicBezTo>
                  <a:cubicBezTo>
                    <a:pt x="7205" y="15792"/>
                    <a:pt x="7156" y="15716"/>
                    <a:pt x="7122" y="15662"/>
                  </a:cubicBezTo>
                  <a:lnTo>
                    <a:pt x="7106" y="15636"/>
                  </a:lnTo>
                  <a:cubicBezTo>
                    <a:pt x="7076" y="15590"/>
                    <a:pt x="7030" y="15548"/>
                    <a:pt x="6981" y="15522"/>
                  </a:cubicBezTo>
                  <a:cubicBezTo>
                    <a:pt x="6969" y="15514"/>
                    <a:pt x="6958" y="15510"/>
                    <a:pt x="6947" y="15503"/>
                  </a:cubicBezTo>
                  <a:cubicBezTo>
                    <a:pt x="6867" y="15465"/>
                    <a:pt x="6734" y="15392"/>
                    <a:pt x="6612" y="15263"/>
                  </a:cubicBezTo>
                  <a:cubicBezTo>
                    <a:pt x="6509" y="15149"/>
                    <a:pt x="6441" y="15016"/>
                    <a:pt x="6406" y="14875"/>
                  </a:cubicBezTo>
                  <a:cubicBezTo>
                    <a:pt x="6266" y="14711"/>
                    <a:pt x="6167" y="14529"/>
                    <a:pt x="6083" y="14373"/>
                  </a:cubicBezTo>
                  <a:cubicBezTo>
                    <a:pt x="6049" y="14304"/>
                    <a:pt x="6011" y="14240"/>
                    <a:pt x="5980" y="14190"/>
                  </a:cubicBezTo>
                  <a:cubicBezTo>
                    <a:pt x="5821" y="13943"/>
                    <a:pt x="5649" y="13692"/>
                    <a:pt x="5478" y="13452"/>
                  </a:cubicBezTo>
                  <a:cubicBezTo>
                    <a:pt x="5421" y="13372"/>
                    <a:pt x="5364" y="13285"/>
                    <a:pt x="5303" y="13186"/>
                  </a:cubicBezTo>
                  <a:cubicBezTo>
                    <a:pt x="5208" y="13041"/>
                    <a:pt x="5018" y="12745"/>
                    <a:pt x="4911" y="12665"/>
                  </a:cubicBezTo>
                  <a:lnTo>
                    <a:pt x="4904" y="12665"/>
                  </a:lnTo>
                  <a:cubicBezTo>
                    <a:pt x="4805" y="12642"/>
                    <a:pt x="4615" y="12600"/>
                    <a:pt x="4443" y="12444"/>
                  </a:cubicBezTo>
                  <a:cubicBezTo>
                    <a:pt x="4189" y="12216"/>
                    <a:pt x="4109" y="11858"/>
                    <a:pt x="4211" y="11539"/>
                  </a:cubicBezTo>
                  <a:cubicBezTo>
                    <a:pt x="4185" y="11440"/>
                    <a:pt x="4173" y="11337"/>
                    <a:pt x="4177" y="11234"/>
                  </a:cubicBezTo>
                  <a:cubicBezTo>
                    <a:pt x="4185" y="11086"/>
                    <a:pt x="4219" y="10964"/>
                    <a:pt x="4246" y="10873"/>
                  </a:cubicBezTo>
                  <a:cubicBezTo>
                    <a:pt x="4253" y="10850"/>
                    <a:pt x="4265" y="10820"/>
                    <a:pt x="4265" y="10808"/>
                  </a:cubicBezTo>
                  <a:cubicBezTo>
                    <a:pt x="4268" y="10785"/>
                    <a:pt x="4249" y="10698"/>
                    <a:pt x="4242" y="10641"/>
                  </a:cubicBezTo>
                  <a:cubicBezTo>
                    <a:pt x="4234" y="10603"/>
                    <a:pt x="4227" y="10561"/>
                    <a:pt x="4219" y="10523"/>
                  </a:cubicBezTo>
                  <a:cubicBezTo>
                    <a:pt x="4204" y="10428"/>
                    <a:pt x="4192" y="10337"/>
                    <a:pt x="4181" y="10245"/>
                  </a:cubicBezTo>
                  <a:cubicBezTo>
                    <a:pt x="4139" y="9952"/>
                    <a:pt x="4112" y="9777"/>
                    <a:pt x="4014" y="9610"/>
                  </a:cubicBezTo>
                  <a:cubicBezTo>
                    <a:pt x="3957" y="9519"/>
                    <a:pt x="3842" y="9325"/>
                    <a:pt x="3854" y="9062"/>
                  </a:cubicBezTo>
                  <a:cubicBezTo>
                    <a:pt x="3854" y="9028"/>
                    <a:pt x="3858" y="8998"/>
                    <a:pt x="3865" y="8967"/>
                  </a:cubicBezTo>
                  <a:cubicBezTo>
                    <a:pt x="3850" y="8883"/>
                    <a:pt x="3846" y="8788"/>
                    <a:pt x="3854" y="8686"/>
                  </a:cubicBezTo>
                  <a:cubicBezTo>
                    <a:pt x="3869" y="8499"/>
                    <a:pt x="3846" y="8404"/>
                    <a:pt x="3740" y="8260"/>
                  </a:cubicBezTo>
                  <a:cubicBezTo>
                    <a:pt x="3588" y="8058"/>
                    <a:pt x="3413" y="7780"/>
                    <a:pt x="3416" y="7415"/>
                  </a:cubicBezTo>
                  <a:cubicBezTo>
                    <a:pt x="3416" y="7210"/>
                    <a:pt x="3481" y="7016"/>
                    <a:pt x="3599" y="6863"/>
                  </a:cubicBezTo>
                  <a:cubicBezTo>
                    <a:pt x="3751" y="6662"/>
                    <a:pt x="3987" y="6548"/>
                    <a:pt x="4246" y="6548"/>
                  </a:cubicBezTo>
                  <a:cubicBezTo>
                    <a:pt x="4527" y="6548"/>
                    <a:pt x="4774" y="6681"/>
                    <a:pt x="4900" y="6761"/>
                  </a:cubicBezTo>
                  <a:cubicBezTo>
                    <a:pt x="5094" y="6886"/>
                    <a:pt x="5254" y="7061"/>
                    <a:pt x="5398" y="7301"/>
                  </a:cubicBezTo>
                  <a:cubicBezTo>
                    <a:pt x="5410" y="7324"/>
                    <a:pt x="5425" y="7347"/>
                    <a:pt x="5436" y="7369"/>
                  </a:cubicBezTo>
                  <a:cubicBezTo>
                    <a:pt x="5452" y="7396"/>
                    <a:pt x="5474" y="7434"/>
                    <a:pt x="5486" y="7449"/>
                  </a:cubicBezTo>
                  <a:cubicBezTo>
                    <a:pt x="5501" y="7468"/>
                    <a:pt x="5558" y="7514"/>
                    <a:pt x="5604" y="7544"/>
                  </a:cubicBezTo>
                  <a:cubicBezTo>
                    <a:pt x="5638" y="7571"/>
                    <a:pt x="5672" y="7598"/>
                    <a:pt x="5706" y="7628"/>
                  </a:cubicBezTo>
                  <a:cubicBezTo>
                    <a:pt x="5969" y="7841"/>
                    <a:pt x="6121" y="8077"/>
                    <a:pt x="6171" y="8347"/>
                  </a:cubicBezTo>
                  <a:cubicBezTo>
                    <a:pt x="6190" y="8450"/>
                    <a:pt x="6190" y="8549"/>
                    <a:pt x="6178" y="8648"/>
                  </a:cubicBezTo>
                  <a:cubicBezTo>
                    <a:pt x="6205" y="8720"/>
                    <a:pt x="6224" y="8796"/>
                    <a:pt x="6235" y="8876"/>
                  </a:cubicBezTo>
                  <a:cubicBezTo>
                    <a:pt x="6262" y="9051"/>
                    <a:pt x="6239" y="9195"/>
                    <a:pt x="6220" y="9306"/>
                  </a:cubicBezTo>
                  <a:cubicBezTo>
                    <a:pt x="6216" y="9329"/>
                    <a:pt x="6212" y="9355"/>
                    <a:pt x="6212" y="9382"/>
                  </a:cubicBezTo>
                  <a:cubicBezTo>
                    <a:pt x="6205" y="9458"/>
                    <a:pt x="6224" y="9580"/>
                    <a:pt x="6243" y="9678"/>
                  </a:cubicBezTo>
                  <a:cubicBezTo>
                    <a:pt x="6254" y="9739"/>
                    <a:pt x="6269" y="9804"/>
                    <a:pt x="6285" y="9869"/>
                  </a:cubicBezTo>
                  <a:cubicBezTo>
                    <a:pt x="6304" y="9956"/>
                    <a:pt x="6323" y="10044"/>
                    <a:pt x="6342" y="10139"/>
                  </a:cubicBezTo>
                  <a:cubicBezTo>
                    <a:pt x="6349" y="10184"/>
                    <a:pt x="6368" y="10299"/>
                    <a:pt x="6384" y="10329"/>
                  </a:cubicBezTo>
                  <a:cubicBezTo>
                    <a:pt x="6391" y="10340"/>
                    <a:pt x="6410" y="10367"/>
                    <a:pt x="6429" y="10390"/>
                  </a:cubicBezTo>
                  <a:cubicBezTo>
                    <a:pt x="6505" y="10481"/>
                    <a:pt x="6616" y="10622"/>
                    <a:pt x="6680" y="10816"/>
                  </a:cubicBezTo>
                  <a:cubicBezTo>
                    <a:pt x="6749" y="11025"/>
                    <a:pt x="6749" y="11242"/>
                    <a:pt x="6692" y="11440"/>
                  </a:cubicBezTo>
                  <a:cubicBezTo>
                    <a:pt x="6699" y="11459"/>
                    <a:pt x="6703" y="11478"/>
                    <a:pt x="6707" y="11493"/>
                  </a:cubicBezTo>
                  <a:lnTo>
                    <a:pt x="7278" y="12239"/>
                  </a:lnTo>
                  <a:cubicBezTo>
                    <a:pt x="7281" y="12079"/>
                    <a:pt x="7270" y="11900"/>
                    <a:pt x="7258" y="11725"/>
                  </a:cubicBezTo>
                  <a:cubicBezTo>
                    <a:pt x="7251" y="11634"/>
                    <a:pt x="7247" y="11543"/>
                    <a:pt x="7243" y="11451"/>
                  </a:cubicBezTo>
                  <a:cubicBezTo>
                    <a:pt x="7220" y="10995"/>
                    <a:pt x="7186" y="10534"/>
                    <a:pt x="7137" y="10078"/>
                  </a:cubicBezTo>
                  <a:cubicBezTo>
                    <a:pt x="7125" y="9990"/>
                    <a:pt x="7099" y="9717"/>
                    <a:pt x="7004" y="9633"/>
                  </a:cubicBezTo>
                  <a:lnTo>
                    <a:pt x="6992" y="9621"/>
                  </a:lnTo>
                  <a:cubicBezTo>
                    <a:pt x="6939" y="9576"/>
                    <a:pt x="6840" y="9488"/>
                    <a:pt x="6764" y="9348"/>
                  </a:cubicBezTo>
                  <a:cubicBezTo>
                    <a:pt x="6684" y="9199"/>
                    <a:pt x="6654" y="9028"/>
                    <a:pt x="6665" y="8838"/>
                  </a:cubicBezTo>
                  <a:cubicBezTo>
                    <a:pt x="6676" y="8727"/>
                    <a:pt x="6695" y="8621"/>
                    <a:pt x="6730" y="8522"/>
                  </a:cubicBezTo>
                  <a:cubicBezTo>
                    <a:pt x="6680" y="8389"/>
                    <a:pt x="6657" y="8244"/>
                    <a:pt x="6665" y="8096"/>
                  </a:cubicBezTo>
                  <a:cubicBezTo>
                    <a:pt x="6688" y="7780"/>
                    <a:pt x="6848" y="7541"/>
                    <a:pt x="6962" y="7388"/>
                  </a:cubicBezTo>
                  <a:cubicBezTo>
                    <a:pt x="6985" y="7362"/>
                    <a:pt x="7007" y="7335"/>
                    <a:pt x="7026" y="7305"/>
                  </a:cubicBezTo>
                  <a:cubicBezTo>
                    <a:pt x="7064" y="7263"/>
                    <a:pt x="7110" y="7202"/>
                    <a:pt x="7122" y="7179"/>
                  </a:cubicBezTo>
                  <a:cubicBezTo>
                    <a:pt x="7141" y="7141"/>
                    <a:pt x="7148" y="7019"/>
                    <a:pt x="7152" y="6970"/>
                  </a:cubicBezTo>
                  <a:cubicBezTo>
                    <a:pt x="7182" y="6643"/>
                    <a:pt x="7198" y="6308"/>
                    <a:pt x="7213" y="5985"/>
                  </a:cubicBezTo>
                  <a:cubicBezTo>
                    <a:pt x="7217" y="5958"/>
                    <a:pt x="7217" y="5924"/>
                    <a:pt x="7217" y="5901"/>
                  </a:cubicBezTo>
                  <a:cubicBezTo>
                    <a:pt x="7213" y="5890"/>
                    <a:pt x="7205" y="5878"/>
                    <a:pt x="7201" y="5871"/>
                  </a:cubicBezTo>
                  <a:cubicBezTo>
                    <a:pt x="7137" y="5749"/>
                    <a:pt x="7034" y="5547"/>
                    <a:pt x="7053" y="5273"/>
                  </a:cubicBezTo>
                  <a:cubicBezTo>
                    <a:pt x="7064" y="5144"/>
                    <a:pt x="7103" y="5018"/>
                    <a:pt x="7167" y="4908"/>
                  </a:cubicBezTo>
                  <a:cubicBezTo>
                    <a:pt x="7179" y="4813"/>
                    <a:pt x="7201" y="4722"/>
                    <a:pt x="7239" y="4627"/>
                  </a:cubicBezTo>
                  <a:cubicBezTo>
                    <a:pt x="7285" y="4528"/>
                    <a:pt x="7338" y="4448"/>
                    <a:pt x="7376" y="4398"/>
                  </a:cubicBezTo>
                  <a:cubicBezTo>
                    <a:pt x="7380" y="4395"/>
                    <a:pt x="7384" y="4387"/>
                    <a:pt x="7388" y="4383"/>
                  </a:cubicBezTo>
                  <a:cubicBezTo>
                    <a:pt x="7388" y="4372"/>
                    <a:pt x="7392" y="4353"/>
                    <a:pt x="7399" y="4322"/>
                  </a:cubicBezTo>
                  <a:cubicBezTo>
                    <a:pt x="7433" y="4075"/>
                    <a:pt x="7445" y="3828"/>
                    <a:pt x="7430" y="3580"/>
                  </a:cubicBezTo>
                  <a:lnTo>
                    <a:pt x="7430" y="3569"/>
                  </a:lnTo>
                  <a:cubicBezTo>
                    <a:pt x="7422" y="3482"/>
                    <a:pt x="7414" y="3348"/>
                    <a:pt x="7456" y="3192"/>
                  </a:cubicBezTo>
                  <a:cubicBezTo>
                    <a:pt x="7464" y="3170"/>
                    <a:pt x="7472" y="3147"/>
                    <a:pt x="7475" y="3124"/>
                  </a:cubicBezTo>
                  <a:cubicBezTo>
                    <a:pt x="7472" y="3052"/>
                    <a:pt x="7475" y="2979"/>
                    <a:pt x="7487" y="2900"/>
                  </a:cubicBezTo>
                  <a:cubicBezTo>
                    <a:pt x="7513" y="2717"/>
                    <a:pt x="7589" y="2580"/>
                    <a:pt x="7639" y="2496"/>
                  </a:cubicBezTo>
                  <a:cubicBezTo>
                    <a:pt x="7639" y="2466"/>
                    <a:pt x="7639" y="2432"/>
                    <a:pt x="7635" y="2401"/>
                  </a:cubicBezTo>
                  <a:cubicBezTo>
                    <a:pt x="7631" y="2249"/>
                    <a:pt x="7627" y="2063"/>
                    <a:pt x="7685" y="1869"/>
                  </a:cubicBezTo>
                  <a:cubicBezTo>
                    <a:pt x="7787" y="1515"/>
                    <a:pt x="8065" y="1275"/>
                    <a:pt x="8430" y="1230"/>
                  </a:cubicBezTo>
                  <a:cubicBezTo>
                    <a:pt x="8472" y="1222"/>
                    <a:pt x="8514" y="1222"/>
                    <a:pt x="8559" y="1222"/>
                  </a:cubicBezTo>
                  <a:cubicBezTo>
                    <a:pt x="8856" y="1222"/>
                    <a:pt x="9134" y="1347"/>
                    <a:pt x="9324" y="1572"/>
                  </a:cubicBezTo>
                  <a:cubicBezTo>
                    <a:pt x="9663" y="1971"/>
                    <a:pt x="9537" y="2424"/>
                    <a:pt x="9472" y="2645"/>
                  </a:cubicBezTo>
                  <a:cubicBezTo>
                    <a:pt x="9469" y="2671"/>
                    <a:pt x="9457" y="2706"/>
                    <a:pt x="9453" y="2728"/>
                  </a:cubicBezTo>
                  <a:cubicBezTo>
                    <a:pt x="9453" y="2744"/>
                    <a:pt x="9457" y="2766"/>
                    <a:pt x="9465" y="2782"/>
                  </a:cubicBezTo>
                  <a:cubicBezTo>
                    <a:pt x="9480" y="2869"/>
                    <a:pt x="9511" y="3006"/>
                    <a:pt x="9499" y="3170"/>
                  </a:cubicBezTo>
                  <a:cubicBezTo>
                    <a:pt x="9518" y="3211"/>
                    <a:pt x="9530" y="3253"/>
                    <a:pt x="9541" y="3299"/>
                  </a:cubicBezTo>
                  <a:cubicBezTo>
                    <a:pt x="9594" y="3539"/>
                    <a:pt x="9537" y="3778"/>
                    <a:pt x="9374" y="4014"/>
                  </a:cubicBezTo>
                  <a:cubicBezTo>
                    <a:pt x="9358" y="4159"/>
                    <a:pt x="9347" y="4288"/>
                    <a:pt x="9332" y="4440"/>
                  </a:cubicBezTo>
                  <a:cubicBezTo>
                    <a:pt x="9332" y="4452"/>
                    <a:pt x="9332" y="4471"/>
                    <a:pt x="9328" y="4490"/>
                  </a:cubicBezTo>
                  <a:cubicBezTo>
                    <a:pt x="9332" y="4493"/>
                    <a:pt x="9336" y="4501"/>
                    <a:pt x="9339" y="4505"/>
                  </a:cubicBezTo>
                  <a:cubicBezTo>
                    <a:pt x="9355" y="4539"/>
                    <a:pt x="9374" y="4581"/>
                    <a:pt x="9396" y="4627"/>
                  </a:cubicBezTo>
                  <a:cubicBezTo>
                    <a:pt x="9408" y="4570"/>
                    <a:pt x="9427" y="4512"/>
                    <a:pt x="9450" y="4459"/>
                  </a:cubicBezTo>
                  <a:cubicBezTo>
                    <a:pt x="9446" y="4360"/>
                    <a:pt x="9453" y="4258"/>
                    <a:pt x="9484" y="4159"/>
                  </a:cubicBezTo>
                  <a:cubicBezTo>
                    <a:pt x="9541" y="3980"/>
                    <a:pt x="9636" y="3862"/>
                    <a:pt x="9697" y="3786"/>
                  </a:cubicBezTo>
                  <a:cubicBezTo>
                    <a:pt x="9705" y="3778"/>
                    <a:pt x="9712" y="3767"/>
                    <a:pt x="9720" y="3759"/>
                  </a:cubicBezTo>
                  <a:cubicBezTo>
                    <a:pt x="9746" y="3721"/>
                    <a:pt x="9777" y="3596"/>
                    <a:pt x="9796" y="3516"/>
                  </a:cubicBezTo>
                  <a:cubicBezTo>
                    <a:pt x="9845" y="3318"/>
                    <a:pt x="9895" y="3113"/>
                    <a:pt x="9880" y="2957"/>
                  </a:cubicBezTo>
                  <a:lnTo>
                    <a:pt x="9876" y="2938"/>
                  </a:lnTo>
                  <a:cubicBezTo>
                    <a:pt x="9860" y="2778"/>
                    <a:pt x="9830" y="2477"/>
                    <a:pt x="9971" y="2211"/>
                  </a:cubicBezTo>
                  <a:cubicBezTo>
                    <a:pt x="9997" y="2006"/>
                    <a:pt x="10100" y="1815"/>
                    <a:pt x="10256" y="1686"/>
                  </a:cubicBezTo>
                  <a:lnTo>
                    <a:pt x="10294" y="1496"/>
                  </a:lnTo>
                  <a:cubicBezTo>
                    <a:pt x="10325" y="1347"/>
                    <a:pt x="10366" y="1119"/>
                    <a:pt x="10522" y="906"/>
                  </a:cubicBezTo>
                  <a:cubicBezTo>
                    <a:pt x="10705" y="663"/>
                    <a:pt x="10971" y="522"/>
                    <a:pt x="11260" y="522"/>
                  </a:cubicBezTo>
                  <a:cubicBezTo>
                    <a:pt x="11721" y="522"/>
                    <a:pt x="12124" y="876"/>
                    <a:pt x="12208" y="1344"/>
                  </a:cubicBezTo>
                  <a:cubicBezTo>
                    <a:pt x="12223" y="1424"/>
                    <a:pt x="12227" y="1503"/>
                    <a:pt x="12223" y="1576"/>
                  </a:cubicBezTo>
                  <a:cubicBezTo>
                    <a:pt x="12413" y="1450"/>
                    <a:pt x="12592" y="1420"/>
                    <a:pt x="12710" y="1420"/>
                  </a:cubicBezTo>
                  <a:cubicBezTo>
                    <a:pt x="12938" y="1420"/>
                    <a:pt x="13151" y="1515"/>
                    <a:pt x="13307" y="1694"/>
                  </a:cubicBezTo>
                  <a:cubicBezTo>
                    <a:pt x="13539" y="1949"/>
                    <a:pt x="13611" y="2337"/>
                    <a:pt x="13585" y="2607"/>
                  </a:cubicBezTo>
                  <a:cubicBezTo>
                    <a:pt x="13577" y="2679"/>
                    <a:pt x="13566" y="2747"/>
                    <a:pt x="13558" y="2804"/>
                  </a:cubicBezTo>
                  <a:cubicBezTo>
                    <a:pt x="13547" y="2854"/>
                    <a:pt x="13535" y="2922"/>
                    <a:pt x="13535" y="2949"/>
                  </a:cubicBezTo>
                  <a:cubicBezTo>
                    <a:pt x="13539" y="2960"/>
                    <a:pt x="13543" y="2972"/>
                    <a:pt x="13547" y="2979"/>
                  </a:cubicBezTo>
                  <a:cubicBezTo>
                    <a:pt x="13566" y="3044"/>
                    <a:pt x="13596" y="3143"/>
                    <a:pt x="13604" y="3261"/>
                  </a:cubicBezTo>
                  <a:cubicBezTo>
                    <a:pt x="13615" y="3402"/>
                    <a:pt x="13596" y="3542"/>
                    <a:pt x="13547" y="3672"/>
                  </a:cubicBezTo>
                  <a:cubicBezTo>
                    <a:pt x="13562" y="3763"/>
                    <a:pt x="13558" y="3862"/>
                    <a:pt x="13539" y="3957"/>
                  </a:cubicBezTo>
                  <a:cubicBezTo>
                    <a:pt x="13505" y="4109"/>
                    <a:pt x="13444" y="4227"/>
                    <a:pt x="13402" y="4303"/>
                  </a:cubicBezTo>
                  <a:cubicBezTo>
                    <a:pt x="13395" y="4318"/>
                    <a:pt x="13387" y="4334"/>
                    <a:pt x="13379" y="4349"/>
                  </a:cubicBezTo>
                  <a:cubicBezTo>
                    <a:pt x="13368" y="4372"/>
                    <a:pt x="13356" y="4452"/>
                    <a:pt x="13349" y="4501"/>
                  </a:cubicBezTo>
                  <a:lnTo>
                    <a:pt x="13288" y="4851"/>
                  </a:lnTo>
                  <a:cubicBezTo>
                    <a:pt x="13296" y="4840"/>
                    <a:pt x="13303" y="4832"/>
                    <a:pt x="13311" y="4821"/>
                  </a:cubicBezTo>
                  <a:cubicBezTo>
                    <a:pt x="13318" y="4813"/>
                    <a:pt x="13322" y="4809"/>
                    <a:pt x="13330" y="4802"/>
                  </a:cubicBezTo>
                  <a:cubicBezTo>
                    <a:pt x="13337" y="4775"/>
                    <a:pt x="13353" y="4722"/>
                    <a:pt x="13364" y="4680"/>
                  </a:cubicBezTo>
                  <a:cubicBezTo>
                    <a:pt x="13398" y="4547"/>
                    <a:pt x="13444" y="4372"/>
                    <a:pt x="13554" y="4193"/>
                  </a:cubicBezTo>
                  <a:cubicBezTo>
                    <a:pt x="13706" y="3949"/>
                    <a:pt x="13969" y="3805"/>
                    <a:pt x="14254" y="3805"/>
                  </a:cubicBezTo>
                  <a:cubicBezTo>
                    <a:pt x="14444" y="3805"/>
                    <a:pt x="14635" y="3873"/>
                    <a:pt x="14787" y="3999"/>
                  </a:cubicBezTo>
                  <a:cubicBezTo>
                    <a:pt x="15262" y="4398"/>
                    <a:pt x="15114" y="4977"/>
                    <a:pt x="15045" y="5254"/>
                  </a:cubicBezTo>
                  <a:cubicBezTo>
                    <a:pt x="15034" y="5296"/>
                    <a:pt x="15019" y="5357"/>
                    <a:pt x="15015" y="5384"/>
                  </a:cubicBezTo>
                  <a:cubicBezTo>
                    <a:pt x="15015" y="5391"/>
                    <a:pt x="15015" y="5399"/>
                    <a:pt x="15015" y="5403"/>
                  </a:cubicBezTo>
                  <a:cubicBezTo>
                    <a:pt x="15023" y="5471"/>
                    <a:pt x="15026" y="5574"/>
                    <a:pt x="15007" y="5696"/>
                  </a:cubicBezTo>
                  <a:cubicBezTo>
                    <a:pt x="14996" y="5749"/>
                    <a:pt x="14981" y="5798"/>
                    <a:pt x="14966" y="5844"/>
                  </a:cubicBezTo>
                  <a:cubicBezTo>
                    <a:pt x="14966" y="5947"/>
                    <a:pt x="14950" y="6049"/>
                    <a:pt x="14912" y="6152"/>
                  </a:cubicBezTo>
                  <a:cubicBezTo>
                    <a:pt x="14870" y="6266"/>
                    <a:pt x="14806" y="6369"/>
                    <a:pt x="14718" y="6460"/>
                  </a:cubicBezTo>
                  <a:cubicBezTo>
                    <a:pt x="14718" y="6468"/>
                    <a:pt x="14703" y="6529"/>
                    <a:pt x="14696" y="6555"/>
                  </a:cubicBezTo>
                  <a:lnTo>
                    <a:pt x="14612" y="6894"/>
                  </a:lnTo>
                  <a:cubicBezTo>
                    <a:pt x="14597" y="6955"/>
                    <a:pt x="14578" y="7031"/>
                    <a:pt x="14574" y="7065"/>
                  </a:cubicBezTo>
                  <a:cubicBezTo>
                    <a:pt x="14574" y="7076"/>
                    <a:pt x="14574" y="7084"/>
                    <a:pt x="14574" y="7095"/>
                  </a:cubicBezTo>
                  <a:cubicBezTo>
                    <a:pt x="14574" y="7137"/>
                    <a:pt x="14574" y="7202"/>
                    <a:pt x="14566" y="7274"/>
                  </a:cubicBezTo>
                  <a:cubicBezTo>
                    <a:pt x="14578" y="7347"/>
                    <a:pt x="14581" y="7426"/>
                    <a:pt x="14574" y="7499"/>
                  </a:cubicBezTo>
                  <a:cubicBezTo>
                    <a:pt x="14562" y="7651"/>
                    <a:pt x="14509" y="7795"/>
                    <a:pt x="14422" y="7940"/>
                  </a:cubicBezTo>
                  <a:cubicBezTo>
                    <a:pt x="14365" y="8031"/>
                    <a:pt x="14304" y="8104"/>
                    <a:pt x="14258" y="8157"/>
                  </a:cubicBezTo>
                  <a:cubicBezTo>
                    <a:pt x="14247" y="8172"/>
                    <a:pt x="14228" y="8191"/>
                    <a:pt x="14216" y="8206"/>
                  </a:cubicBezTo>
                  <a:cubicBezTo>
                    <a:pt x="14209" y="8225"/>
                    <a:pt x="14197" y="8271"/>
                    <a:pt x="14190" y="8301"/>
                  </a:cubicBezTo>
                  <a:cubicBezTo>
                    <a:pt x="14182" y="8328"/>
                    <a:pt x="14174" y="8355"/>
                    <a:pt x="14167" y="8381"/>
                  </a:cubicBezTo>
                  <a:lnTo>
                    <a:pt x="13931" y="9184"/>
                  </a:lnTo>
                  <a:cubicBezTo>
                    <a:pt x="13916" y="9233"/>
                    <a:pt x="13893" y="9313"/>
                    <a:pt x="13893" y="9340"/>
                  </a:cubicBezTo>
                  <a:cubicBezTo>
                    <a:pt x="13893" y="9355"/>
                    <a:pt x="13897" y="9405"/>
                    <a:pt x="13900" y="9439"/>
                  </a:cubicBezTo>
                  <a:cubicBezTo>
                    <a:pt x="13908" y="9511"/>
                    <a:pt x="13919" y="9599"/>
                    <a:pt x="13919" y="9701"/>
                  </a:cubicBezTo>
                  <a:cubicBezTo>
                    <a:pt x="13919" y="9804"/>
                    <a:pt x="13904" y="9903"/>
                    <a:pt x="13878" y="9994"/>
                  </a:cubicBezTo>
                  <a:cubicBezTo>
                    <a:pt x="13904" y="10067"/>
                    <a:pt x="13919" y="10143"/>
                    <a:pt x="13923" y="10219"/>
                  </a:cubicBezTo>
                  <a:cubicBezTo>
                    <a:pt x="13946" y="10493"/>
                    <a:pt x="13851" y="10755"/>
                    <a:pt x="13668" y="10941"/>
                  </a:cubicBezTo>
                  <a:cubicBezTo>
                    <a:pt x="13615" y="10999"/>
                    <a:pt x="13562" y="11037"/>
                    <a:pt x="13520" y="11067"/>
                  </a:cubicBezTo>
                  <a:cubicBezTo>
                    <a:pt x="13406" y="11368"/>
                    <a:pt x="13277" y="11668"/>
                    <a:pt x="13155" y="11953"/>
                  </a:cubicBezTo>
                  <a:cubicBezTo>
                    <a:pt x="13064" y="12174"/>
                    <a:pt x="12965" y="12402"/>
                    <a:pt x="12877" y="12623"/>
                  </a:cubicBezTo>
                  <a:cubicBezTo>
                    <a:pt x="12866" y="12650"/>
                    <a:pt x="12854" y="12676"/>
                    <a:pt x="12843" y="12703"/>
                  </a:cubicBezTo>
                  <a:cubicBezTo>
                    <a:pt x="12824" y="12748"/>
                    <a:pt x="12793" y="12821"/>
                    <a:pt x="12782" y="12866"/>
                  </a:cubicBezTo>
                  <a:cubicBezTo>
                    <a:pt x="12782" y="12878"/>
                    <a:pt x="12786" y="12889"/>
                    <a:pt x="12790" y="12901"/>
                  </a:cubicBezTo>
                  <a:cubicBezTo>
                    <a:pt x="12812" y="12992"/>
                    <a:pt x="12847" y="13129"/>
                    <a:pt x="12843" y="13296"/>
                  </a:cubicBezTo>
                  <a:cubicBezTo>
                    <a:pt x="12831" y="13483"/>
                    <a:pt x="12774" y="13661"/>
                    <a:pt x="12672" y="13817"/>
                  </a:cubicBezTo>
                  <a:cubicBezTo>
                    <a:pt x="12634" y="13871"/>
                    <a:pt x="12596" y="13916"/>
                    <a:pt x="12569" y="13947"/>
                  </a:cubicBezTo>
                  <a:cubicBezTo>
                    <a:pt x="12554" y="14000"/>
                    <a:pt x="12531" y="14068"/>
                    <a:pt x="12493" y="14145"/>
                  </a:cubicBezTo>
                  <a:cubicBezTo>
                    <a:pt x="12493" y="14145"/>
                    <a:pt x="12493" y="14148"/>
                    <a:pt x="12493" y="14148"/>
                  </a:cubicBezTo>
                  <a:cubicBezTo>
                    <a:pt x="12493" y="14160"/>
                    <a:pt x="12497" y="14171"/>
                    <a:pt x="12501" y="14183"/>
                  </a:cubicBezTo>
                  <a:cubicBezTo>
                    <a:pt x="12573" y="14323"/>
                    <a:pt x="12603" y="14491"/>
                    <a:pt x="12584" y="14662"/>
                  </a:cubicBezTo>
                  <a:cubicBezTo>
                    <a:pt x="12573" y="14791"/>
                    <a:pt x="12535" y="14894"/>
                    <a:pt x="12508" y="14959"/>
                  </a:cubicBezTo>
                  <a:cubicBezTo>
                    <a:pt x="12504" y="14970"/>
                    <a:pt x="12501" y="14981"/>
                    <a:pt x="12497" y="14993"/>
                  </a:cubicBezTo>
                  <a:cubicBezTo>
                    <a:pt x="12493" y="15012"/>
                    <a:pt x="12493" y="15084"/>
                    <a:pt x="12493" y="15137"/>
                  </a:cubicBezTo>
                  <a:cubicBezTo>
                    <a:pt x="12497" y="15282"/>
                    <a:pt x="12501" y="15487"/>
                    <a:pt x="12424" y="15704"/>
                  </a:cubicBezTo>
                  <a:cubicBezTo>
                    <a:pt x="12417" y="15727"/>
                    <a:pt x="12409" y="15750"/>
                    <a:pt x="12398" y="15769"/>
                  </a:cubicBezTo>
                  <a:cubicBezTo>
                    <a:pt x="12489" y="15887"/>
                    <a:pt x="12554" y="16031"/>
                    <a:pt x="12577" y="16187"/>
                  </a:cubicBezTo>
                  <a:cubicBezTo>
                    <a:pt x="12615" y="16404"/>
                    <a:pt x="12577" y="16587"/>
                    <a:pt x="12550" y="16720"/>
                  </a:cubicBezTo>
                  <a:cubicBezTo>
                    <a:pt x="12542" y="16750"/>
                    <a:pt x="12539" y="16777"/>
                    <a:pt x="12535" y="16807"/>
                  </a:cubicBezTo>
                  <a:cubicBezTo>
                    <a:pt x="12527" y="16857"/>
                    <a:pt x="12535" y="16944"/>
                    <a:pt x="12542" y="17028"/>
                  </a:cubicBezTo>
                  <a:lnTo>
                    <a:pt x="12706" y="18976"/>
                  </a:lnTo>
                  <a:lnTo>
                    <a:pt x="12717" y="19002"/>
                  </a:lnTo>
                  <a:cubicBezTo>
                    <a:pt x="16632" y="17743"/>
                    <a:pt x="19466" y="14072"/>
                    <a:pt x="19466" y="9736"/>
                  </a:cubicBezTo>
                  <a:cubicBezTo>
                    <a:pt x="19466" y="4360"/>
                    <a:pt x="15110" y="1"/>
                    <a:pt x="9731" y="1"/>
                  </a:cubicBezTo>
                  <a:close/>
                </a:path>
              </a:pathLst>
            </a:custGeom>
            <a:solidFill>
              <a:schemeClr val="accent2"/>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 name="Google Shape;783;p39">
              <a:extLst>
                <a:ext uri="{FF2B5EF4-FFF2-40B4-BE49-F238E27FC236}">
                  <a16:creationId xmlns:a16="http://schemas.microsoft.com/office/drawing/2014/main" id="{81A8EC68-3D58-2A8A-E13B-CB0D2010E0E1}"/>
                </a:ext>
              </a:extLst>
            </p:cNvPr>
            <p:cNvSpPr/>
            <p:nvPr/>
          </p:nvSpPr>
          <p:spPr>
            <a:xfrm>
              <a:off x="-1860253" y="407225"/>
              <a:ext cx="1525016" cy="2428239"/>
            </a:xfrm>
            <a:custGeom>
              <a:avLst/>
              <a:gdLst/>
              <a:ahLst/>
              <a:cxnLst/>
              <a:rect l="l" t="t" r="r" b="b"/>
              <a:pathLst>
                <a:path w="11851" h="18870" extrusionOk="0">
                  <a:moveTo>
                    <a:pt x="7848" y="1"/>
                  </a:moveTo>
                  <a:cubicBezTo>
                    <a:pt x="7559" y="1"/>
                    <a:pt x="7293" y="142"/>
                    <a:pt x="7110" y="385"/>
                  </a:cubicBezTo>
                  <a:cubicBezTo>
                    <a:pt x="6954" y="598"/>
                    <a:pt x="6909" y="826"/>
                    <a:pt x="6882" y="975"/>
                  </a:cubicBezTo>
                  <a:lnTo>
                    <a:pt x="6844" y="1165"/>
                  </a:lnTo>
                  <a:cubicBezTo>
                    <a:pt x="6688" y="1294"/>
                    <a:pt x="6585" y="1485"/>
                    <a:pt x="6559" y="1690"/>
                  </a:cubicBezTo>
                  <a:cubicBezTo>
                    <a:pt x="6418" y="1956"/>
                    <a:pt x="6448" y="2257"/>
                    <a:pt x="6464" y="2417"/>
                  </a:cubicBezTo>
                  <a:lnTo>
                    <a:pt x="6468" y="2436"/>
                  </a:lnTo>
                  <a:cubicBezTo>
                    <a:pt x="6483" y="2592"/>
                    <a:pt x="6433" y="2797"/>
                    <a:pt x="6384" y="2995"/>
                  </a:cubicBezTo>
                  <a:cubicBezTo>
                    <a:pt x="6365" y="3075"/>
                    <a:pt x="6334" y="3200"/>
                    <a:pt x="6308" y="3238"/>
                  </a:cubicBezTo>
                  <a:cubicBezTo>
                    <a:pt x="6300" y="3246"/>
                    <a:pt x="6293" y="3257"/>
                    <a:pt x="6285" y="3265"/>
                  </a:cubicBezTo>
                  <a:cubicBezTo>
                    <a:pt x="6224" y="3341"/>
                    <a:pt x="6129" y="3463"/>
                    <a:pt x="6072" y="3638"/>
                  </a:cubicBezTo>
                  <a:cubicBezTo>
                    <a:pt x="6041" y="3737"/>
                    <a:pt x="6034" y="3839"/>
                    <a:pt x="6038" y="3938"/>
                  </a:cubicBezTo>
                  <a:cubicBezTo>
                    <a:pt x="6015" y="3991"/>
                    <a:pt x="5996" y="4049"/>
                    <a:pt x="5984" y="4106"/>
                  </a:cubicBezTo>
                  <a:cubicBezTo>
                    <a:pt x="5962" y="4060"/>
                    <a:pt x="5943" y="4018"/>
                    <a:pt x="5924" y="3984"/>
                  </a:cubicBezTo>
                  <a:cubicBezTo>
                    <a:pt x="5924" y="3980"/>
                    <a:pt x="5920" y="3972"/>
                    <a:pt x="5916" y="3969"/>
                  </a:cubicBezTo>
                  <a:cubicBezTo>
                    <a:pt x="5920" y="3950"/>
                    <a:pt x="5920" y="3931"/>
                    <a:pt x="5920" y="3919"/>
                  </a:cubicBezTo>
                  <a:cubicBezTo>
                    <a:pt x="5935" y="3767"/>
                    <a:pt x="5946" y="3638"/>
                    <a:pt x="5962" y="3493"/>
                  </a:cubicBezTo>
                  <a:cubicBezTo>
                    <a:pt x="6125" y="3257"/>
                    <a:pt x="6182" y="3018"/>
                    <a:pt x="6129" y="2778"/>
                  </a:cubicBezTo>
                  <a:cubicBezTo>
                    <a:pt x="6118" y="2732"/>
                    <a:pt x="6106" y="2690"/>
                    <a:pt x="6087" y="2649"/>
                  </a:cubicBezTo>
                  <a:cubicBezTo>
                    <a:pt x="6099" y="2485"/>
                    <a:pt x="6068" y="2348"/>
                    <a:pt x="6053" y="2261"/>
                  </a:cubicBezTo>
                  <a:cubicBezTo>
                    <a:pt x="6045" y="2245"/>
                    <a:pt x="6041" y="2223"/>
                    <a:pt x="6041" y="2207"/>
                  </a:cubicBezTo>
                  <a:cubicBezTo>
                    <a:pt x="6045" y="2185"/>
                    <a:pt x="6057" y="2150"/>
                    <a:pt x="6060" y="2124"/>
                  </a:cubicBezTo>
                  <a:cubicBezTo>
                    <a:pt x="6125" y="1903"/>
                    <a:pt x="6251" y="1450"/>
                    <a:pt x="5912" y="1051"/>
                  </a:cubicBezTo>
                  <a:cubicBezTo>
                    <a:pt x="5722" y="826"/>
                    <a:pt x="5444" y="701"/>
                    <a:pt x="5147" y="701"/>
                  </a:cubicBezTo>
                  <a:cubicBezTo>
                    <a:pt x="5102" y="701"/>
                    <a:pt x="5060" y="701"/>
                    <a:pt x="5018" y="709"/>
                  </a:cubicBezTo>
                  <a:cubicBezTo>
                    <a:pt x="4653" y="754"/>
                    <a:pt x="4375" y="994"/>
                    <a:pt x="4273" y="1348"/>
                  </a:cubicBezTo>
                  <a:cubicBezTo>
                    <a:pt x="4215" y="1542"/>
                    <a:pt x="4219" y="1728"/>
                    <a:pt x="4223" y="1880"/>
                  </a:cubicBezTo>
                  <a:cubicBezTo>
                    <a:pt x="4227" y="1911"/>
                    <a:pt x="4227" y="1945"/>
                    <a:pt x="4227" y="1975"/>
                  </a:cubicBezTo>
                  <a:cubicBezTo>
                    <a:pt x="4177" y="2059"/>
                    <a:pt x="4101" y="2196"/>
                    <a:pt x="4075" y="2379"/>
                  </a:cubicBezTo>
                  <a:cubicBezTo>
                    <a:pt x="4063" y="2458"/>
                    <a:pt x="4060" y="2531"/>
                    <a:pt x="4063" y="2603"/>
                  </a:cubicBezTo>
                  <a:cubicBezTo>
                    <a:pt x="4056" y="2626"/>
                    <a:pt x="4052" y="2649"/>
                    <a:pt x="4044" y="2671"/>
                  </a:cubicBezTo>
                  <a:cubicBezTo>
                    <a:pt x="4002" y="2827"/>
                    <a:pt x="4010" y="2961"/>
                    <a:pt x="4018" y="3048"/>
                  </a:cubicBezTo>
                  <a:lnTo>
                    <a:pt x="4018" y="3059"/>
                  </a:lnTo>
                  <a:cubicBezTo>
                    <a:pt x="4033" y="3307"/>
                    <a:pt x="4021" y="3554"/>
                    <a:pt x="3987" y="3801"/>
                  </a:cubicBezTo>
                  <a:cubicBezTo>
                    <a:pt x="3980" y="3832"/>
                    <a:pt x="3976" y="3851"/>
                    <a:pt x="3976" y="3862"/>
                  </a:cubicBezTo>
                  <a:cubicBezTo>
                    <a:pt x="3972" y="3866"/>
                    <a:pt x="3968" y="3874"/>
                    <a:pt x="3964" y="3877"/>
                  </a:cubicBezTo>
                  <a:cubicBezTo>
                    <a:pt x="3926" y="3927"/>
                    <a:pt x="3873" y="4007"/>
                    <a:pt x="3827" y="4106"/>
                  </a:cubicBezTo>
                  <a:cubicBezTo>
                    <a:pt x="3789" y="4201"/>
                    <a:pt x="3767" y="4292"/>
                    <a:pt x="3755" y="4387"/>
                  </a:cubicBezTo>
                  <a:cubicBezTo>
                    <a:pt x="3691" y="4497"/>
                    <a:pt x="3652" y="4623"/>
                    <a:pt x="3641" y="4752"/>
                  </a:cubicBezTo>
                  <a:cubicBezTo>
                    <a:pt x="3622" y="5026"/>
                    <a:pt x="3725" y="5228"/>
                    <a:pt x="3789" y="5350"/>
                  </a:cubicBezTo>
                  <a:cubicBezTo>
                    <a:pt x="3793" y="5357"/>
                    <a:pt x="3801" y="5369"/>
                    <a:pt x="3805" y="5380"/>
                  </a:cubicBezTo>
                  <a:cubicBezTo>
                    <a:pt x="3805" y="5403"/>
                    <a:pt x="3805" y="5437"/>
                    <a:pt x="3801" y="5464"/>
                  </a:cubicBezTo>
                  <a:cubicBezTo>
                    <a:pt x="3786" y="5787"/>
                    <a:pt x="3770" y="6122"/>
                    <a:pt x="3740" y="6449"/>
                  </a:cubicBezTo>
                  <a:cubicBezTo>
                    <a:pt x="3736" y="6498"/>
                    <a:pt x="3729" y="6620"/>
                    <a:pt x="3710" y="6658"/>
                  </a:cubicBezTo>
                  <a:cubicBezTo>
                    <a:pt x="3698" y="6681"/>
                    <a:pt x="3652" y="6742"/>
                    <a:pt x="3614" y="6784"/>
                  </a:cubicBezTo>
                  <a:cubicBezTo>
                    <a:pt x="3595" y="6814"/>
                    <a:pt x="3573" y="6841"/>
                    <a:pt x="3550" y="6867"/>
                  </a:cubicBezTo>
                  <a:cubicBezTo>
                    <a:pt x="3436" y="7020"/>
                    <a:pt x="3276" y="7259"/>
                    <a:pt x="3253" y="7575"/>
                  </a:cubicBezTo>
                  <a:cubicBezTo>
                    <a:pt x="3245" y="7723"/>
                    <a:pt x="3268" y="7868"/>
                    <a:pt x="3318" y="8001"/>
                  </a:cubicBezTo>
                  <a:cubicBezTo>
                    <a:pt x="3283" y="8100"/>
                    <a:pt x="3264" y="8206"/>
                    <a:pt x="3253" y="8317"/>
                  </a:cubicBezTo>
                  <a:cubicBezTo>
                    <a:pt x="3242" y="8507"/>
                    <a:pt x="3272" y="8678"/>
                    <a:pt x="3352" y="8827"/>
                  </a:cubicBezTo>
                  <a:cubicBezTo>
                    <a:pt x="3428" y="8967"/>
                    <a:pt x="3527" y="9055"/>
                    <a:pt x="3580" y="9100"/>
                  </a:cubicBezTo>
                  <a:lnTo>
                    <a:pt x="3592" y="9112"/>
                  </a:lnTo>
                  <a:cubicBezTo>
                    <a:pt x="3687" y="9196"/>
                    <a:pt x="3713" y="9469"/>
                    <a:pt x="3725" y="9557"/>
                  </a:cubicBezTo>
                  <a:cubicBezTo>
                    <a:pt x="3774" y="10013"/>
                    <a:pt x="3808" y="10474"/>
                    <a:pt x="3831" y="10930"/>
                  </a:cubicBezTo>
                  <a:cubicBezTo>
                    <a:pt x="3835" y="11022"/>
                    <a:pt x="3839" y="11113"/>
                    <a:pt x="3846" y="11204"/>
                  </a:cubicBezTo>
                  <a:cubicBezTo>
                    <a:pt x="3858" y="11379"/>
                    <a:pt x="3869" y="11558"/>
                    <a:pt x="3866" y="11718"/>
                  </a:cubicBezTo>
                  <a:lnTo>
                    <a:pt x="3295" y="10972"/>
                  </a:lnTo>
                  <a:cubicBezTo>
                    <a:pt x="3291" y="10957"/>
                    <a:pt x="3287" y="10938"/>
                    <a:pt x="3280" y="10919"/>
                  </a:cubicBezTo>
                  <a:cubicBezTo>
                    <a:pt x="3337" y="10721"/>
                    <a:pt x="3337" y="10504"/>
                    <a:pt x="3268" y="10295"/>
                  </a:cubicBezTo>
                  <a:cubicBezTo>
                    <a:pt x="3204" y="10101"/>
                    <a:pt x="3093" y="9960"/>
                    <a:pt x="3017" y="9869"/>
                  </a:cubicBezTo>
                  <a:cubicBezTo>
                    <a:pt x="2998" y="9846"/>
                    <a:pt x="2979" y="9819"/>
                    <a:pt x="2972" y="9808"/>
                  </a:cubicBezTo>
                  <a:cubicBezTo>
                    <a:pt x="2956" y="9778"/>
                    <a:pt x="2937" y="9663"/>
                    <a:pt x="2930" y="9618"/>
                  </a:cubicBezTo>
                  <a:cubicBezTo>
                    <a:pt x="2911" y="9523"/>
                    <a:pt x="2892" y="9435"/>
                    <a:pt x="2873" y="9348"/>
                  </a:cubicBezTo>
                  <a:cubicBezTo>
                    <a:pt x="2857" y="9283"/>
                    <a:pt x="2842" y="9218"/>
                    <a:pt x="2831" y="9157"/>
                  </a:cubicBezTo>
                  <a:cubicBezTo>
                    <a:pt x="2812" y="9059"/>
                    <a:pt x="2793" y="8937"/>
                    <a:pt x="2800" y="8861"/>
                  </a:cubicBezTo>
                  <a:cubicBezTo>
                    <a:pt x="2800" y="8834"/>
                    <a:pt x="2804" y="8808"/>
                    <a:pt x="2808" y="8785"/>
                  </a:cubicBezTo>
                  <a:cubicBezTo>
                    <a:pt x="2827" y="8674"/>
                    <a:pt x="2850" y="8530"/>
                    <a:pt x="2823" y="8355"/>
                  </a:cubicBezTo>
                  <a:cubicBezTo>
                    <a:pt x="2812" y="8275"/>
                    <a:pt x="2793" y="8199"/>
                    <a:pt x="2766" y="8127"/>
                  </a:cubicBezTo>
                  <a:cubicBezTo>
                    <a:pt x="2778" y="8028"/>
                    <a:pt x="2778" y="7929"/>
                    <a:pt x="2759" y="7826"/>
                  </a:cubicBezTo>
                  <a:cubicBezTo>
                    <a:pt x="2709" y="7556"/>
                    <a:pt x="2557" y="7320"/>
                    <a:pt x="2294" y="7107"/>
                  </a:cubicBezTo>
                  <a:cubicBezTo>
                    <a:pt x="2260" y="7077"/>
                    <a:pt x="2226" y="7050"/>
                    <a:pt x="2188" y="7023"/>
                  </a:cubicBezTo>
                  <a:cubicBezTo>
                    <a:pt x="2146" y="6993"/>
                    <a:pt x="2089" y="6947"/>
                    <a:pt x="2074" y="6928"/>
                  </a:cubicBezTo>
                  <a:cubicBezTo>
                    <a:pt x="2062" y="6913"/>
                    <a:pt x="2040" y="6875"/>
                    <a:pt x="2024" y="6848"/>
                  </a:cubicBezTo>
                  <a:cubicBezTo>
                    <a:pt x="2013" y="6826"/>
                    <a:pt x="1998" y="6803"/>
                    <a:pt x="1986" y="6780"/>
                  </a:cubicBezTo>
                  <a:cubicBezTo>
                    <a:pt x="1842" y="6540"/>
                    <a:pt x="1682" y="6365"/>
                    <a:pt x="1488" y="6240"/>
                  </a:cubicBezTo>
                  <a:cubicBezTo>
                    <a:pt x="1362" y="6160"/>
                    <a:pt x="1115" y="6027"/>
                    <a:pt x="834" y="6027"/>
                  </a:cubicBezTo>
                  <a:cubicBezTo>
                    <a:pt x="575" y="6027"/>
                    <a:pt x="339" y="6141"/>
                    <a:pt x="187" y="6342"/>
                  </a:cubicBezTo>
                  <a:cubicBezTo>
                    <a:pt x="69" y="6495"/>
                    <a:pt x="4" y="6689"/>
                    <a:pt x="4" y="6894"/>
                  </a:cubicBezTo>
                  <a:cubicBezTo>
                    <a:pt x="1" y="7259"/>
                    <a:pt x="176" y="7537"/>
                    <a:pt x="328" y="7739"/>
                  </a:cubicBezTo>
                  <a:cubicBezTo>
                    <a:pt x="434" y="7883"/>
                    <a:pt x="457" y="7978"/>
                    <a:pt x="442" y="8165"/>
                  </a:cubicBezTo>
                  <a:cubicBezTo>
                    <a:pt x="434" y="8267"/>
                    <a:pt x="438" y="8362"/>
                    <a:pt x="453" y="8446"/>
                  </a:cubicBezTo>
                  <a:cubicBezTo>
                    <a:pt x="446" y="8477"/>
                    <a:pt x="442" y="8507"/>
                    <a:pt x="442" y="8541"/>
                  </a:cubicBezTo>
                  <a:cubicBezTo>
                    <a:pt x="430" y="8804"/>
                    <a:pt x="545" y="8998"/>
                    <a:pt x="602" y="9089"/>
                  </a:cubicBezTo>
                  <a:cubicBezTo>
                    <a:pt x="700" y="9256"/>
                    <a:pt x="727" y="9431"/>
                    <a:pt x="769" y="9724"/>
                  </a:cubicBezTo>
                  <a:cubicBezTo>
                    <a:pt x="780" y="9816"/>
                    <a:pt x="792" y="9907"/>
                    <a:pt x="807" y="10002"/>
                  </a:cubicBezTo>
                  <a:cubicBezTo>
                    <a:pt x="815" y="10040"/>
                    <a:pt x="822" y="10082"/>
                    <a:pt x="830" y="10120"/>
                  </a:cubicBezTo>
                  <a:cubicBezTo>
                    <a:pt x="837" y="10177"/>
                    <a:pt x="856" y="10264"/>
                    <a:pt x="853" y="10287"/>
                  </a:cubicBezTo>
                  <a:cubicBezTo>
                    <a:pt x="853" y="10299"/>
                    <a:pt x="841" y="10329"/>
                    <a:pt x="834" y="10352"/>
                  </a:cubicBezTo>
                  <a:cubicBezTo>
                    <a:pt x="807" y="10443"/>
                    <a:pt x="773" y="10565"/>
                    <a:pt x="765" y="10713"/>
                  </a:cubicBezTo>
                  <a:cubicBezTo>
                    <a:pt x="761" y="10816"/>
                    <a:pt x="773" y="10919"/>
                    <a:pt x="799" y="11018"/>
                  </a:cubicBezTo>
                  <a:cubicBezTo>
                    <a:pt x="697" y="11337"/>
                    <a:pt x="777" y="11695"/>
                    <a:pt x="1031" y="11923"/>
                  </a:cubicBezTo>
                  <a:cubicBezTo>
                    <a:pt x="1203" y="12079"/>
                    <a:pt x="1393" y="12121"/>
                    <a:pt x="1492" y="12144"/>
                  </a:cubicBezTo>
                  <a:lnTo>
                    <a:pt x="1499" y="12144"/>
                  </a:lnTo>
                  <a:cubicBezTo>
                    <a:pt x="1606" y="12224"/>
                    <a:pt x="1796" y="12520"/>
                    <a:pt x="1891" y="12665"/>
                  </a:cubicBezTo>
                  <a:cubicBezTo>
                    <a:pt x="1952" y="12764"/>
                    <a:pt x="2009" y="12851"/>
                    <a:pt x="2066" y="12931"/>
                  </a:cubicBezTo>
                  <a:cubicBezTo>
                    <a:pt x="2237" y="13171"/>
                    <a:pt x="2409" y="13422"/>
                    <a:pt x="2568" y="13669"/>
                  </a:cubicBezTo>
                  <a:cubicBezTo>
                    <a:pt x="2599" y="13719"/>
                    <a:pt x="2637" y="13783"/>
                    <a:pt x="2671" y="13852"/>
                  </a:cubicBezTo>
                  <a:cubicBezTo>
                    <a:pt x="2755" y="14008"/>
                    <a:pt x="2854" y="14190"/>
                    <a:pt x="2994" y="14354"/>
                  </a:cubicBezTo>
                  <a:cubicBezTo>
                    <a:pt x="3029" y="14495"/>
                    <a:pt x="3097" y="14628"/>
                    <a:pt x="3200" y="14742"/>
                  </a:cubicBezTo>
                  <a:cubicBezTo>
                    <a:pt x="3322" y="14871"/>
                    <a:pt x="3455" y="14944"/>
                    <a:pt x="3535" y="14982"/>
                  </a:cubicBezTo>
                  <a:cubicBezTo>
                    <a:pt x="3546" y="14989"/>
                    <a:pt x="3557" y="14993"/>
                    <a:pt x="3569" y="15001"/>
                  </a:cubicBezTo>
                  <a:cubicBezTo>
                    <a:pt x="3618" y="15027"/>
                    <a:pt x="3664" y="15069"/>
                    <a:pt x="3694" y="15115"/>
                  </a:cubicBezTo>
                  <a:lnTo>
                    <a:pt x="3710" y="15141"/>
                  </a:lnTo>
                  <a:cubicBezTo>
                    <a:pt x="3744" y="15195"/>
                    <a:pt x="3793" y="15271"/>
                    <a:pt x="3869" y="15347"/>
                  </a:cubicBezTo>
                  <a:cubicBezTo>
                    <a:pt x="3881" y="15373"/>
                    <a:pt x="3888" y="15396"/>
                    <a:pt x="3900" y="15423"/>
                  </a:cubicBezTo>
                  <a:cubicBezTo>
                    <a:pt x="3736" y="15895"/>
                    <a:pt x="3801" y="16423"/>
                    <a:pt x="4090" y="17047"/>
                  </a:cubicBezTo>
                  <a:cubicBezTo>
                    <a:pt x="4132" y="17139"/>
                    <a:pt x="4177" y="17226"/>
                    <a:pt x="4223" y="17314"/>
                  </a:cubicBezTo>
                  <a:cubicBezTo>
                    <a:pt x="4330" y="17515"/>
                    <a:pt x="4459" y="17762"/>
                    <a:pt x="4444" y="17896"/>
                  </a:cubicBezTo>
                  <a:cubicBezTo>
                    <a:pt x="4417" y="18204"/>
                    <a:pt x="4421" y="18341"/>
                    <a:pt x="4425" y="18489"/>
                  </a:cubicBezTo>
                  <a:cubicBezTo>
                    <a:pt x="4429" y="18565"/>
                    <a:pt x="4429" y="18645"/>
                    <a:pt x="4425" y="18763"/>
                  </a:cubicBezTo>
                  <a:cubicBezTo>
                    <a:pt x="4638" y="18805"/>
                    <a:pt x="4847" y="18839"/>
                    <a:pt x="5064" y="18869"/>
                  </a:cubicBezTo>
                  <a:cubicBezTo>
                    <a:pt x="5079" y="18417"/>
                    <a:pt x="5041" y="18417"/>
                    <a:pt x="5083" y="17953"/>
                  </a:cubicBezTo>
                  <a:cubicBezTo>
                    <a:pt x="5121" y="17546"/>
                    <a:pt x="4839" y="17135"/>
                    <a:pt x="4672" y="16777"/>
                  </a:cubicBezTo>
                  <a:cubicBezTo>
                    <a:pt x="4497" y="16404"/>
                    <a:pt x="4368" y="15971"/>
                    <a:pt x="4520" y="15590"/>
                  </a:cubicBezTo>
                  <a:cubicBezTo>
                    <a:pt x="4550" y="15507"/>
                    <a:pt x="4600" y="15430"/>
                    <a:pt x="4657" y="15370"/>
                  </a:cubicBezTo>
                  <a:lnTo>
                    <a:pt x="4653" y="15366"/>
                  </a:lnTo>
                  <a:cubicBezTo>
                    <a:pt x="4592" y="15320"/>
                    <a:pt x="4535" y="15267"/>
                    <a:pt x="4501" y="15198"/>
                  </a:cubicBezTo>
                  <a:cubicBezTo>
                    <a:pt x="4467" y="15134"/>
                    <a:pt x="4459" y="15046"/>
                    <a:pt x="4501" y="14985"/>
                  </a:cubicBezTo>
                  <a:lnTo>
                    <a:pt x="4501" y="14970"/>
                  </a:lnTo>
                  <a:cubicBezTo>
                    <a:pt x="4455" y="14970"/>
                    <a:pt x="4409" y="14955"/>
                    <a:pt x="4368" y="14932"/>
                  </a:cubicBezTo>
                  <a:cubicBezTo>
                    <a:pt x="4307" y="14890"/>
                    <a:pt x="4269" y="14822"/>
                    <a:pt x="4227" y="14757"/>
                  </a:cubicBezTo>
                  <a:cubicBezTo>
                    <a:pt x="4136" y="14628"/>
                    <a:pt x="4018" y="14514"/>
                    <a:pt x="3877" y="14438"/>
                  </a:cubicBezTo>
                  <a:cubicBezTo>
                    <a:pt x="3805" y="14400"/>
                    <a:pt x="3729" y="14365"/>
                    <a:pt x="3671" y="14308"/>
                  </a:cubicBezTo>
                  <a:cubicBezTo>
                    <a:pt x="3614" y="14247"/>
                    <a:pt x="3592" y="14148"/>
                    <a:pt x="3649" y="14084"/>
                  </a:cubicBezTo>
                  <a:lnTo>
                    <a:pt x="3652" y="14076"/>
                  </a:lnTo>
                  <a:cubicBezTo>
                    <a:pt x="3626" y="14065"/>
                    <a:pt x="3603" y="14050"/>
                    <a:pt x="3580" y="14034"/>
                  </a:cubicBezTo>
                  <a:cubicBezTo>
                    <a:pt x="3371" y="13867"/>
                    <a:pt x="3253" y="13547"/>
                    <a:pt x="3105" y="13323"/>
                  </a:cubicBezTo>
                  <a:cubicBezTo>
                    <a:pt x="2937" y="13064"/>
                    <a:pt x="2766" y="12809"/>
                    <a:pt x="2587" y="12558"/>
                  </a:cubicBezTo>
                  <a:cubicBezTo>
                    <a:pt x="2378" y="12265"/>
                    <a:pt x="2066" y="11645"/>
                    <a:pt x="1705" y="11535"/>
                  </a:cubicBezTo>
                  <a:cubicBezTo>
                    <a:pt x="1621" y="11508"/>
                    <a:pt x="1526" y="11508"/>
                    <a:pt x="1458" y="11448"/>
                  </a:cubicBezTo>
                  <a:cubicBezTo>
                    <a:pt x="1370" y="11368"/>
                    <a:pt x="1385" y="11216"/>
                    <a:pt x="1465" y="11120"/>
                  </a:cubicBezTo>
                  <a:cubicBezTo>
                    <a:pt x="1503" y="11075"/>
                    <a:pt x="1549" y="11041"/>
                    <a:pt x="1602" y="11010"/>
                  </a:cubicBezTo>
                  <a:lnTo>
                    <a:pt x="1598" y="11002"/>
                  </a:lnTo>
                  <a:cubicBezTo>
                    <a:pt x="1597" y="11003"/>
                    <a:pt x="1595" y="11003"/>
                    <a:pt x="1593" y="11003"/>
                  </a:cubicBezTo>
                  <a:cubicBezTo>
                    <a:pt x="1475" y="11003"/>
                    <a:pt x="1400" y="10864"/>
                    <a:pt x="1404" y="10744"/>
                  </a:cubicBezTo>
                  <a:cubicBezTo>
                    <a:pt x="1408" y="10622"/>
                    <a:pt x="1469" y="10508"/>
                    <a:pt x="1488" y="10390"/>
                  </a:cubicBezTo>
                  <a:cubicBezTo>
                    <a:pt x="1511" y="10226"/>
                    <a:pt x="1465" y="10059"/>
                    <a:pt x="1438" y="9899"/>
                  </a:cubicBezTo>
                  <a:cubicBezTo>
                    <a:pt x="1374" y="9488"/>
                    <a:pt x="1370" y="9123"/>
                    <a:pt x="1149" y="8758"/>
                  </a:cubicBezTo>
                  <a:cubicBezTo>
                    <a:pt x="1115" y="8701"/>
                    <a:pt x="1077" y="8636"/>
                    <a:pt x="1081" y="8572"/>
                  </a:cubicBezTo>
                  <a:cubicBezTo>
                    <a:pt x="1085" y="8518"/>
                    <a:pt x="1111" y="8461"/>
                    <a:pt x="1153" y="8450"/>
                  </a:cubicBezTo>
                  <a:cubicBezTo>
                    <a:pt x="1077" y="8412"/>
                    <a:pt x="1073" y="8305"/>
                    <a:pt x="1081" y="8218"/>
                  </a:cubicBezTo>
                  <a:cubicBezTo>
                    <a:pt x="1111" y="7879"/>
                    <a:pt x="1043" y="7628"/>
                    <a:pt x="841" y="7358"/>
                  </a:cubicBezTo>
                  <a:cubicBezTo>
                    <a:pt x="739" y="7221"/>
                    <a:pt x="643" y="7069"/>
                    <a:pt x="647" y="6898"/>
                  </a:cubicBezTo>
                  <a:cubicBezTo>
                    <a:pt x="647" y="6841"/>
                    <a:pt x="659" y="6780"/>
                    <a:pt x="697" y="6730"/>
                  </a:cubicBezTo>
                  <a:cubicBezTo>
                    <a:pt x="730" y="6686"/>
                    <a:pt x="780" y="6670"/>
                    <a:pt x="835" y="6670"/>
                  </a:cubicBezTo>
                  <a:cubicBezTo>
                    <a:pt x="942" y="6670"/>
                    <a:pt x="1069" y="6732"/>
                    <a:pt x="1142" y="6780"/>
                  </a:cubicBezTo>
                  <a:cubicBezTo>
                    <a:pt x="1263" y="6860"/>
                    <a:pt x="1359" y="6978"/>
                    <a:pt x="1435" y="7107"/>
                  </a:cubicBezTo>
                  <a:cubicBezTo>
                    <a:pt x="1477" y="7179"/>
                    <a:pt x="1515" y="7255"/>
                    <a:pt x="1568" y="7324"/>
                  </a:cubicBezTo>
                  <a:cubicBezTo>
                    <a:pt x="1659" y="7434"/>
                    <a:pt x="1781" y="7514"/>
                    <a:pt x="1887" y="7602"/>
                  </a:cubicBezTo>
                  <a:cubicBezTo>
                    <a:pt x="1998" y="7693"/>
                    <a:pt x="2100" y="7803"/>
                    <a:pt x="2127" y="7944"/>
                  </a:cubicBezTo>
                  <a:cubicBezTo>
                    <a:pt x="2146" y="8039"/>
                    <a:pt x="2119" y="8149"/>
                    <a:pt x="2043" y="8210"/>
                  </a:cubicBezTo>
                  <a:lnTo>
                    <a:pt x="2040" y="8218"/>
                  </a:lnTo>
                  <a:cubicBezTo>
                    <a:pt x="2119" y="8252"/>
                    <a:pt x="2176" y="8347"/>
                    <a:pt x="2188" y="8442"/>
                  </a:cubicBezTo>
                  <a:cubicBezTo>
                    <a:pt x="2207" y="8560"/>
                    <a:pt x="2173" y="8682"/>
                    <a:pt x="2161" y="8804"/>
                  </a:cubicBezTo>
                  <a:cubicBezTo>
                    <a:pt x="2146" y="8960"/>
                    <a:pt x="2173" y="9116"/>
                    <a:pt x="2199" y="9272"/>
                  </a:cubicBezTo>
                  <a:cubicBezTo>
                    <a:pt x="2226" y="9424"/>
                    <a:pt x="2272" y="9572"/>
                    <a:pt x="2298" y="9728"/>
                  </a:cubicBezTo>
                  <a:cubicBezTo>
                    <a:pt x="2321" y="9876"/>
                    <a:pt x="2351" y="10032"/>
                    <a:pt x="2439" y="10162"/>
                  </a:cubicBezTo>
                  <a:cubicBezTo>
                    <a:pt x="2511" y="10272"/>
                    <a:pt x="2618" y="10367"/>
                    <a:pt x="2660" y="10500"/>
                  </a:cubicBezTo>
                  <a:cubicBezTo>
                    <a:pt x="2701" y="10626"/>
                    <a:pt x="2682" y="10778"/>
                    <a:pt x="2587" y="10873"/>
                  </a:cubicBezTo>
                  <a:cubicBezTo>
                    <a:pt x="2561" y="10900"/>
                    <a:pt x="2526" y="10919"/>
                    <a:pt x="2492" y="10934"/>
                  </a:cubicBezTo>
                  <a:cubicBezTo>
                    <a:pt x="2530" y="10949"/>
                    <a:pt x="2564" y="10972"/>
                    <a:pt x="2591" y="10995"/>
                  </a:cubicBezTo>
                  <a:cubicBezTo>
                    <a:pt x="2701" y="11094"/>
                    <a:pt x="2667" y="11200"/>
                    <a:pt x="2755" y="11318"/>
                  </a:cubicBezTo>
                  <a:cubicBezTo>
                    <a:pt x="3074" y="11737"/>
                    <a:pt x="3394" y="12155"/>
                    <a:pt x="3713" y="12574"/>
                  </a:cubicBezTo>
                  <a:cubicBezTo>
                    <a:pt x="3770" y="12650"/>
                    <a:pt x="3831" y="12726"/>
                    <a:pt x="3907" y="12787"/>
                  </a:cubicBezTo>
                  <a:cubicBezTo>
                    <a:pt x="4033" y="12882"/>
                    <a:pt x="4212" y="12939"/>
                    <a:pt x="4265" y="13080"/>
                  </a:cubicBezTo>
                  <a:lnTo>
                    <a:pt x="4280" y="13072"/>
                  </a:lnTo>
                  <a:cubicBezTo>
                    <a:pt x="4269" y="13049"/>
                    <a:pt x="4261" y="13022"/>
                    <a:pt x="4257" y="12992"/>
                  </a:cubicBezTo>
                  <a:cubicBezTo>
                    <a:pt x="4242" y="12901"/>
                    <a:pt x="4257" y="12806"/>
                    <a:pt x="4284" y="12714"/>
                  </a:cubicBezTo>
                  <a:cubicBezTo>
                    <a:pt x="4326" y="12551"/>
                    <a:pt x="4394" y="12395"/>
                    <a:pt x="4440" y="12231"/>
                  </a:cubicBezTo>
                  <a:cubicBezTo>
                    <a:pt x="4558" y="11817"/>
                    <a:pt x="4489" y="11330"/>
                    <a:pt x="4470" y="10900"/>
                  </a:cubicBezTo>
                  <a:cubicBezTo>
                    <a:pt x="4448" y="10428"/>
                    <a:pt x="4409" y="9956"/>
                    <a:pt x="4360" y="9488"/>
                  </a:cubicBezTo>
                  <a:cubicBezTo>
                    <a:pt x="4330" y="9184"/>
                    <a:pt x="4261" y="8857"/>
                    <a:pt x="4025" y="8640"/>
                  </a:cubicBezTo>
                  <a:cubicBezTo>
                    <a:pt x="3987" y="8602"/>
                    <a:pt x="3942" y="8572"/>
                    <a:pt x="3915" y="8526"/>
                  </a:cubicBezTo>
                  <a:cubicBezTo>
                    <a:pt x="3892" y="8477"/>
                    <a:pt x="3888" y="8419"/>
                    <a:pt x="3892" y="8366"/>
                  </a:cubicBezTo>
                  <a:cubicBezTo>
                    <a:pt x="3904" y="8248"/>
                    <a:pt x="3942" y="8119"/>
                    <a:pt x="4010" y="8024"/>
                  </a:cubicBezTo>
                  <a:cubicBezTo>
                    <a:pt x="4040" y="7986"/>
                    <a:pt x="4067" y="7963"/>
                    <a:pt x="4094" y="7948"/>
                  </a:cubicBezTo>
                  <a:lnTo>
                    <a:pt x="4090" y="7936"/>
                  </a:lnTo>
                  <a:cubicBezTo>
                    <a:pt x="3961" y="7902"/>
                    <a:pt x="3885" y="7754"/>
                    <a:pt x="3892" y="7621"/>
                  </a:cubicBezTo>
                  <a:cubicBezTo>
                    <a:pt x="3904" y="7484"/>
                    <a:pt x="3976" y="7366"/>
                    <a:pt x="4060" y="7255"/>
                  </a:cubicBezTo>
                  <a:cubicBezTo>
                    <a:pt x="4143" y="7149"/>
                    <a:pt x="4234" y="7050"/>
                    <a:pt x="4292" y="6928"/>
                  </a:cubicBezTo>
                  <a:cubicBezTo>
                    <a:pt x="4352" y="6795"/>
                    <a:pt x="4368" y="6647"/>
                    <a:pt x="4379" y="6502"/>
                  </a:cubicBezTo>
                  <a:cubicBezTo>
                    <a:pt x="4409" y="6167"/>
                    <a:pt x="4425" y="5829"/>
                    <a:pt x="4444" y="5494"/>
                  </a:cubicBezTo>
                  <a:cubicBezTo>
                    <a:pt x="4448" y="5395"/>
                    <a:pt x="4451" y="5293"/>
                    <a:pt x="4421" y="5194"/>
                  </a:cubicBezTo>
                  <a:cubicBezTo>
                    <a:pt x="4379" y="5060"/>
                    <a:pt x="4269" y="4943"/>
                    <a:pt x="4280" y="4802"/>
                  </a:cubicBezTo>
                  <a:cubicBezTo>
                    <a:pt x="4288" y="4707"/>
                    <a:pt x="4364" y="4619"/>
                    <a:pt x="4455" y="4596"/>
                  </a:cubicBezTo>
                  <a:lnTo>
                    <a:pt x="4455" y="4593"/>
                  </a:lnTo>
                  <a:lnTo>
                    <a:pt x="4451" y="4585"/>
                  </a:lnTo>
                  <a:cubicBezTo>
                    <a:pt x="4387" y="4539"/>
                    <a:pt x="4383" y="4437"/>
                    <a:pt x="4417" y="4364"/>
                  </a:cubicBezTo>
                  <a:cubicBezTo>
                    <a:pt x="4448" y="4288"/>
                    <a:pt x="4508" y="4227"/>
                    <a:pt x="4546" y="4159"/>
                  </a:cubicBezTo>
                  <a:cubicBezTo>
                    <a:pt x="4588" y="4075"/>
                    <a:pt x="4607" y="3984"/>
                    <a:pt x="4619" y="3893"/>
                  </a:cubicBezTo>
                  <a:cubicBezTo>
                    <a:pt x="4661" y="3603"/>
                    <a:pt x="4676" y="3314"/>
                    <a:pt x="4657" y="3025"/>
                  </a:cubicBezTo>
                  <a:cubicBezTo>
                    <a:pt x="4653" y="2961"/>
                    <a:pt x="4649" y="2896"/>
                    <a:pt x="4664" y="2831"/>
                  </a:cubicBezTo>
                  <a:cubicBezTo>
                    <a:pt x="4680" y="2767"/>
                    <a:pt x="4718" y="2732"/>
                    <a:pt x="4763" y="2721"/>
                  </a:cubicBezTo>
                  <a:lnTo>
                    <a:pt x="4763" y="2713"/>
                  </a:lnTo>
                  <a:cubicBezTo>
                    <a:pt x="4695" y="2641"/>
                    <a:pt x="4699" y="2557"/>
                    <a:pt x="4710" y="2470"/>
                  </a:cubicBezTo>
                  <a:cubicBezTo>
                    <a:pt x="4725" y="2363"/>
                    <a:pt x="4801" y="2280"/>
                    <a:pt x="4839" y="2181"/>
                  </a:cubicBezTo>
                  <a:cubicBezTo>
                    <a:pt x="4934" y="1945"/>
                    <a:pt x="4721" y="1393"/>
                    <a:pt x="5098" y="1344"/>
                  </a:cubicBezTo>
                  <a:cubicBezTo>
                    <a:pt x="5113" y="1342"/>
                    <a:pt x="5129" y="1341"/>
                    <a:pt x="5145" y="1341"/>
                  </a:cubicBezTo>
                  <a:cubicBezTo>
                    <a:pt x="5251" y="1341"/>
                    <a:pt x="5355" y="1386"/>
                    <a:pt x="5425" y="1466"/>
                  </a:cubicBezTo>
                  <a:cubicBezTo>
                    <a:pt x="5593" y="1663"/>
                    <a:pt x="5421" y="1937"/>
                    <a:pt x="5399" y="2158"/>
                  </a:cubicBezTo>
                  <a:cubicBezTo>
                    <a:pt x="5376" y="2375"/>
                    <a:pt x="5543" y="2607"/>
                    <a:pt x="5364" y="2789"/>
                  </a:cubicBezTo>
                  <a:cubicBezTo>
                    <a:pt x="5429" y="2805"/>
                    <a:pt x="5490" y="2854"/>
                    <a:pt x="5501" y="2919"/>
                  </a:cubicBezTo>
                  <a:cubicBezTo>
                    <a:pt x="5520" y="2991"/>
                    <a:pt x="5478" y="3063"/>
                    <a:pt x="5437" y="3124"/>
                  </a:cubicBezTo>
                  <a:cubicBezTo>
                    <a:pt x="5395" y="3185"/>
                    <a:pt x="5345" y="3246"/>
                    <a:pt x="5334" y="3322"/>
                  </a:cubicBezTo>
                  <a:cubicBezTo>
                    <a:pt x="5311" y="3512"/>
                    <a:pt x="5300" y="3672"/>
                    <a:pt x="5284" y="3866"/>
                  </a:cubicBezTo>
                  <a:cubicBezTo>
                    <a:pt x="5277" y="3946"/>
                    <a:pt x="5269" y="4030"/>
                    <a:pt x="5288" y="4109"/>
                  </a:cubicBezTo>
                  <a:cubicBezTo>
                    <a:pt x="5311" y="4216"/>
                    <a:pt x="5380" y="4303"/>
                    <a:pt x="5410" y="4406"/>
                  </a:cubicBezTo>
                  <a:cubicBezTo>
                    <a:pt x="5444" y="4505"/>
                    <a:pt x="5418" y="4631"/>
                    <a:pt x="5364" y="4722"/>
                  </a:cubicBezTo>
                  <a:cubicBezTo>
                    <a:pt x="5395" y="4756"/>
                    <a:pt x="5414" y="4802"/>
                    <a:pt x="5429" y="4844"/>
                  </a:cubicBezTo>
                  <a:cubicBezTo>
                    <a:pt x="5456" y="4954"/>
                    <a:pt x="5444" y="5068"/>
                    <a:pt x="5421" y="5178"/>
                  </a:cubicBezTo>
                  <a:cubicBezTo>
                    <a:pt x="5345" y="5536"/>
                    <a:pt x="5174" y="5871"/>
                    <a:pt x="5125" y="6236"/>
                  </a:cubicBezTo>
                  <a:cubicBezTo>
                    <a:pt x="5102" y="6415"/>
                    <a:pt x="5106" y="6594"/>
                    <a:pt x="5109" y="6772"/>
                  </a:cubicBezTo>
                  <a:cubicBezTo>
                    <a:pt x="5113" y="6928"/>
                    <a:pt x="5121" y="7088"/>
                    <a:pt x="5189" y="7229"/>
                  </a:cubicBezTo>
                  <a:cubicBezTo>
                    <a:pt x="5231" y="7309"/>
                    <a:pt x="5296" y="7381"/>
                    <a:pt x="5322" y="7468"/>
                  </a:cubicBezTo>
                  <a:cubicBezTo>
                    <a:pt x="5383" y="7647"/>
                    <a:pt x="5246" y="7864"/>
                    <a:pt x="5060" y="7891"/>
                  </a:cubicBezTo>
                  <a:cubicBezTo>
                    <a:pt x="5224" y="8127"/>
                    <a:pt x="5300" y="8492"/>
                    <a:pt x="5227" y="8735"/>
                  </a:cubicBezTo>
                  <a:cubicBezTo>
                    <a:pt x="5201" y="8815"/>
                    <a:pt x="5159" y="8887"/>
                    <a:pt x="5132" y="8967"/>
                  </a:cubicBezTo>
                  <a:cubicBezTo>
                    <a:pt x="5083" y="9119"/>
                    <a:pt x="5121" y="9306"/>
                    <a:pt x="5132" y="9466"/>
                  </a:cubicBezTo>
                  <a:cubicBezTo>
                    <a:pt x="5144" y="9652"/>
                    <a:pt x="5155" y="9842"/>
                    <a:pt x="5167" y="10032"/>
                  </a:cubicBezTo>
                  <a:cubicBezTo>
                    <a:pt x="5186" y="10401"/>
                    <a:pt x="5208" y="10767"/>
                    <a:pt x="5231" y="11136"/>
                  </a:cubicBezTo>
                  <a:cubicBezTo>
                    <a:pt x="5246" y="11368"/>
                    <a:pt x="5262" y="11604"/>
                    <a:pt x="5357" y="11813"/>
                  </a:cubicBezTo>
                  <a:cubicBezTo>
                    <a:pt x="5399" y="11908"/>
                    <a:pt x="5459" y="11999"/>
                    <a:pt x="5494" y="12098"/>
                  </a:cubicBezTo>
                  <a:cubicBezTo>
                    <a:pt x="5513" y="12151"/>
                    <a:pt x="5513" y="12205"/>
                    <a:pt x="5509" y="12258"/>
                  </a:cubicBezTo>
                  <a:cubicBezTo>
                    <a:pt x="5555" y="12155"/>
                    <a:pt x="5672" y="12079"/>
                    <a:pt x="5733" y="11976"/>
                  </a:cubicBezTo>
                  <a:cubicBezTo>
                    <a:pt x="5771" y="11915"/>
                    <a:pt x="5787" y="11839"/>
                    <a:pt x="5802" y="11763"/>
                  </a:cubicBezTo>
                  <a:cubicBezTo>
                    <a:pt x="5939" y="11018"/>
                    <a:pt x="6026" y="10257"/>
                    <a:pt x="6064" y="9500"/>
                  </a:cubicBezTo>
                  <a:cubicBezTo>
                    <a:pt x="6072" y="9378"/>
                    <a:pt x="6076" y="9253"/>
                    <a:pt x="6049" y="9135"/>
                  </a:cubicBezTo>
                  <a:cubicBezTo>
                    <a:pt x="5992" y="8891"/>
                    <a:pt x="5760" y="8613"/>
                    <a:pt x="5901" y="8359"/>
                  </a:cubicBezTo>
                  <a:cubicBezTo>
                    <a:pt x="5950" y="8267"/>
                    <a:pt x="6057" y="8222"/>
                    <a:pt x="6118" y="8138"/>
                  </a:cubicBezTo>
                  <a:cubicBezTo>
                    <a:pt x="6197" y="8031"/>
                    <a:pt x="6205" y="7891"/>
                    <a:pt x="6308" y="7799"/>
                  </a:cubicBezTo>
                  <a:cubicBezTo>
                    <a:pt x="6338" y="7773"/>
                    <a:pt x="6380" y="7746"/>
                    <a:pt x="6422" y="7731"/>
                  </a:cubicBezTo>
                  <a:lnTo>
                    <a:pt x="6418" y="7723"/>
                  </a:lnTo>
                  <a:cubicBezTo>
                    <a:pt x="6396" y="7731"/>
                    <a:pt x="6373" y="7735"/>
                    <a:pt x="6350" y="7735"/>
                  </a:cubicBezTo>
                  <a:cubicBezTo>
                    <a:pt x="6240" y="7735"/>
                    <a:pt x="6132" y="7651"/>
                    <a:pt x="6095" y="7545"/>
                  </a:cubicBezTo>
                  <a:cubicBezTo>
                    <a:pt x="6049" y="7419"/>
                    <a:pt x="6087" y="7274"/>
                    <a:pt x="6148" y="7153"/>
                  </a:cubicBezTo>
                  <a:cubicBezTo>
                    <a:pt x="6213" y="7031"/>
                    <a:pt x="6300" y="6924"/>
                    <a:pt x="6365" y="6807"/>
                  </a:cubicBezTo>
                  <a:cubicBezTo>
                    <a:pt x="6494" y="6574"/>
                    <a:pt x="6506" y="6232"/>
                    <a:pt x="6551" y="5973"/>
                  </a:cubicBezTo>
                  <a:cubicBezTo>
                    <a:pt x="6608" y="5650"/>
                    <a:pt x="6665" y="5323"/>
                    <a:pt x="6722" y="5000"/>
                  </a:cubicBezTo>
                  <a:cubicBezTo>
                    <a:pt x="6772" y="4737"/>
                    <a:pt x="6658" y="4615"/>
                    <a:pt x="6604" y="4376"/>
                  </a:cubicBezTo>
                  <a:cubicBezTo>
                    <a:pt x="6582" y="4254"/>
                    <a:pt x="6639" y="4117"/>
                    <a:pt x="6749" y="4052"/>
                  </a:cubicBezTo>
                  <a:cubicBezTo>
                    <a:pt x="6760" y="4045"/>
                    <a:pt x="6776" y="4041"/>
                    <a:pt x="6787" y="4033"/>
                  </a:cubicBezTo>
                  <a:lnTo>
                    <a:pt x="6787" y="4030"/>
                  </a:lnTo>
                  <a:cubicBezTo>
                    <a:pt x="6700" y="4018"/>
                    <a:pt x="6662" y="3908"/>
                    <a:pt x="6684" y="3828"/>
                  </a:cubicBezTo>
                  <a:cubicBezTo>
                    <a:pt x="6711" y="3744"/>
                    <a:pt x="6776" y="3683"/>
                    <a:pt x="6825" y="3611"/>
                  </a:cubicBezTo>
                  <a:cubicBezTo>
                    <a:pt x="6924" y="3478"/>
                    <a:pt x="6966" y="3311"/>
                    <a:pt x="7004" y="3147"/>
                  </a:cubicBezTo>
                  <a:cubicBezTo>
                    <a:pt x="7069" y="2896"/>
                    <a:pt x="7129" y="2633"/>
                    <a:pt x="7107" y="2375"/>
                  </a:cubicBezTo>
                  <a:cubicBezTo>
                    <a:pt x="7095" y="2261"/>
                    <a:pt x="7050" y="1918"/>
                    <a:pt x="7228" y="1918"/>
                  </a:cubicBezTo>
                  <a:lnTo>
                    <a:pt x="7228" y="1911"/>
                  </a:lnTo>
                  <a:cubicBezTo>
                    <a:pt x="7167" y="1838"/>
                    <a:pt x="7183" y="1713"/>
                    <a:pt x="7259" y="1656"/>
                  </a:cubicBezTo>
                  <a:cubicBezTo>
                    <a:pt x="7289" y="1633"/>
                    <a:pt x="7331" y="1622"/>
                    <a:pt x="7361" y="1595"/>
                  </a:cubicBezTo>
                  <a:cubicBezTo>
                    <a:pt x="7422" y="1545"/>
                    <a:pt x="7441" y="1462"/>
                    <a:pt x="7453" y="1389"/>
                  </a:cubicBezTo>
                  <a:cubicBezTo>
                    <a:pt x="7472" y="1291"/>
                    <a:pt x="7491" y="1192"/>
                    <a:pt x="7510" y="1097"/>
                  </a:cubicBezTo>
                  <a:cubicBezTo>
                    <a:pt x="7533" y="979"/>
                    <a:pt x="7555" y="861"/>
                    <a:pt x="7628" y="766"/>
                  </a:cubicBezTo>
                  <a:cubicBezTo>
                    <a:pt x="7691" y="680"/>
                    <a:pt x="7771" y="643"/>
                    <a:pt x="7850" y="643"/>
                  </a:cubicBezTo>
                  <a:cubicBezTo>
                    <a:pt x="7994" y="643"/>
                    <a:pt x="8135" y="766"/>
                    <a:pt x="8164" y="933"/>
                  </a:cubicBezTo>
                  <a:cubicBezTo>
                    <a:pt x="8187" y="1055"/>
                    <a:pt x="8160" y="1176"/>
                    <a:pt x="8134" y="1294"/>
                  </a:cubicBezTo>
                  <a:cubicBezTo>
                    <a:pt x="8103" y="1412"/>
                    <a:pt x="8073" y="1534"/>
                    <a:pt x="8077" y="1656"/>
                  </a:cubicBezTo>
                  <a:cubicBezTo>
                    <a:pt x="8080" y="1751"/>
                    <a:pt x="8107" y="1846"/>
                    <a:pt x="8096" y="1941"/>
                  </a:cubicBezTo>
                  <a:cubicBezTo>
                    <a:pt x="8088" y="2032"/>
                    <a:pt x="8031" y="2127"/>
                    <a:pt x="7940" y="2143"/>
                  </a:cubicBezTo>
                  <a:cubicBezTo>
                    <a:pt x="8001" y="2223"/>
                    <a:pt x="7955" y="2375"/>
                    <a:pt x="7917" y="2477"/>
                  </a:cubicBezTo>
                  <a:cubicBezTo>
                    <a:pt x="7788" y="2816"/>
                    <a:pt x="7719" y="3174"/>
                    <a:pt x="7715" y="3535"/>
                  </a:cubicBezTo>
                  <a:cubicBezTo>
                    <a:pt x="7715" y="3600"/>
                    <a:pt x="7715" y="3664"/>
                    <a:pt x="7738" y="3725"/>
                  </a:cubicBezTo>
                  <a:cubicBezTo>
                    <a:pt x="7761" y="3797"/>
                    <a:pt x="7814" y="3862"/>
                    <a:pt x="7818" y="3942"/>
                  </a:cubicBezTo>
                  <a:cubicBezTo>
                    <a:pt x="7826" y="4041"/>
                    <a:pt x="7742" y="4136"/>
                    <a:pt x="7643" y="4140"/>
                  </a:cubicBezTo>
                  <a:lnTo>
                    <a:pt x="7639" y="4147"/>
                  </a:lnTo>
                  <a:cubicBezTo>
                    <a:pt x="7639" y="4151"/>
                    <a:pt x="7643" y="4151"/>
                    <a:pt x="7643" y="4151"/>
                  </a:cubicBezTo>
                  <a:cubicBezTo>
                    <a:pt x="7711" y="4197"/>
                    <a:pt x="7749" y="4277"/>
                    <a:pt x="7742" y="4353"/>
                  </a:cubicBezTo>
                  <a:cubicBezTo>
                    <a:pt x="7730" y="4475"/>
                    <a:pt x="7635" y="4581"/>
                    <a:pt x="7601" y="4699"/>
                  </a:cubicBezTo>
                  <a:cubicBezTo>
                    <a:pt x="7567" y="4832"/>
                    <a:pt x="7548" y="4977"/>
                    <a:pt x="7517" y="5114"/>
                  </a:cubicBezTo>
                  <a:cubicBezTo>
                    <a:pt x="7449" y="5426"/>
                    <a:pt x="7380" y="5734"/>
                    <a:pt x="7316" y="6046"/>
                  </a:cubicBezTo>
                  <a:cubicBezTo>
                    <a:pt x="7251" y="6331"/>
                    <a:pt x="7190" y="6613"/>
                    <a:pt x="7156" y="6902"/>
                  </a:cubicBezTo>
                  <a:cubicBezTo>
                    <a:pt x="7133" y="7061"/>
                    <a:pt x="7122" y="7233"/>
                    <a:pt x="7186" y="7381"/>
                  </a:cubicBezTo>
                  <a:cubicBezTo>
                    <a:pt x="7206" y="7430"/>
                    <a:pt x="7236" y="7480"/>
                    <a:pt x="7251" y="7533"/>
                  </a:cubicBezTo>
                  <a:cubicBezTo>
                    <a:pt x="7293" y="7689"/>
                    <a:pt x="7171" y="7868"/>
                    <a:pt x="7011" y="7887"/>
                  </a:cubicBezTo>
                  <a:lnTo>
                    <a:pt x="6992" y="7891"/>
                  </a:lnTo>
                  <a:cubicBezTo>
                    <a:pt x="7023" y="7936"/>
                    <a:pt x="7046" y="7986"/>
                    <a:pt x="7061" y="8035"/>
                  </a:cubicBezTo>
                  <a:cubicBezTo>
                    <a:pt x="7080" y="8104"/>
                    <a:pt x="7084" y="8176"/>
                    <a:pt x="7103" y="8241"/>
                  </a:cubicBezTo>
                  <a:cubicBezTo>
                    <a:pt x="7129" y="8336"/>
                    <a:pt x="7179" y="8423"/>
                    <a:pt x="7171" y="8515"/>
                  </a:cubicBezTo>
                  <a:cubicBezTo>
                    <a:pt x="7152" y="8686"/>
                    <a:pt x="7008" y="8800"/>
                    <a:pt x="6996" y="8975"/>
                  </a:cubicBezTo>
                  <a:cubicBezTo>
                    <a:pt x="6977" y="9207"/>
                    <a:pt x="6947" y="9443"/>
                    <a:pt x="6916" y="9679"/>
                  </a:cubicBezTo>
                  <a:cubicBezTo>
                    <a:pt x="6856" y="10166"/>
                    <a:pt x="6779" y="10649"/>
                    <a:pt x="6696" y="11136"/>
                  </a:cubicBezTo>
                  <a:cubicBezTo>
                    <a:pt x="6639" y="11474"/>
                    <a:pt x="6578" y="11820"/>
                    <a:pt x="6608" y="12159"/>
                  </a:cubicBezTo>
                  <a:cubicBezTo>
                    <a:pt x="6681" y="12030"/>
                    <a:pt x="6848" y="11988"/>
                    <a:pt x="6939" y="11874"/>
                  </a:cubicBezTo>
                  <a:cubicBezTo>
                    <a:pt x="7008" y="11786"/>
                    <a:pt x="7034" y="11672"/>
                    <a:pt x="7061" y="11565"/>
                  </a:cubicBezTo>
                  <a:cubicBezTo>
                    <a:pt x="7156" y="11139"/>
                    <a:pt x="7251" y="10713"/>
                    <a:pt x="7346" y="10287"/>
                  </a:cubicBezTo>
                  <a:cubicBezTo>
                    <a:pt x="7392" y="10086"/>
                    <a:pt x="7445" y="9888"/>
                    <a:pt x="7483" y="9682"/>
                  </a:cubicBezTo>
                  <a:cubicBezTo>
                    <a:pt x="7529" y="9450"/>
                    <a:pt x="7350" y="9135"/>
                    <a:pt x="7487" y="8929"/>
                  </a:cubicBezTo>
                  <a:cubicBezTo>
                    <a:pt x="7575" y="8800"/>
                    <a:pt x="7681" y="8678"/>
                    <a:pt x="7776" y="8553"/>
                  </a:cubicBezTo>
                  <a:cubicBezTo>
                    <a:pt x="7784" y="8541"/>
                    <a:pt x="7795" y="8530"/>
                    <a:pt x="7807" y="8518"/>
                  </a:cubicBezTo>
                  <a:lnTo>
                    <a:pt x="7795" y="8507"/>
                  </a:lnTo>
                  <a:cubicBezTo>
                    <a:pt x="7654" y="8458"/>
                    <a:pt x="7609" y="8275"/>
                    <a:pt x="7647" y="8130"/>
                  </a:cubicBezTo>
                  <a:cubicBezTo>
                    <a:pt x="7685" y="7986"/>
                    <a:pt x="7776" y="7864"/>
                    <a:pt x="7841" y="7731"/>
                  </a:cubicBezTo>
                  <a:cubicBezTo>
                    <a:pt x="8031" y="7309"/>
                    <a:pt x="8058" y="6799"/>
                    <a:pt x="8134" y="6346"/>
                  </a:cubicBezTo>
                  <a:cubicBezTo>
                    <a:pt x="8176" y="6099"/>
                    <a:pt x="8214" y="5852"/>
                    <a:pt x="8191" y="5608"/>
                  </a:cubicBezTo>
                  <a:cubicBezTo>
                    <a:pt x="8179" y="5498"/>
                    <a:pt x="8157" y="5388"/>
                    <a:pt x="8176" y="5281"/>
                  </a:cubicBezTo>
                  <a:cubicBezTo>
                    <a:pt x="8195" y="5178"/>
                    <a:pt x="8263" y="5079"/>
                    <a:pt x="8362" y="5060"/>
                  </a:cubicBezTo>
                  <a:lnTo>
                    <a:pt x="8362" y="5049"/>
                  </a:lnTo>
                  <a:cubicBezTo>
                    <a:pt x="8305" y="5026"/>
                    <a:pt x="8259" y="4977"/>
                    <a:pt x="8244" y="4916"/>
                  </a:cubicBezTo>
                  <a:cubicBezTo>
                    <a:pt x="8229" y="4840"/>
                    <a:pt x="8229" y="4749"/>
                    <a:pt x="8290" y="4695"/>
                  </a:cubicBezTo>
                  <a:cubicBezTo>
                    <a:pt x="8328" y="4657"/>
                    <a:pt x="8381" y="4631"/>
                    <a:pt x="8415" y="4589"/>
                  </a:cubicBezTo>
                  <a:cubicBezTo>
                    <a:pt x="8449" y="4543"/>
                    <a:pt x="8461" y="4490"/>
                    <a:pt x="8472" y="4437"/>
                  </a:cubicBezTo>
                  <a:cubicBezTo>
                    <a:pt x="8526" y="4178"/>
                    <a:pt x="8583" y="3919"/>
                    <a:pt x="8636" y="3661"/>
                  </a:cubicBezTo>
                  <a:cubicBezTo>
                    <a:pt x="8670" y="3505"/>
                    <a:pt x="8704" y="3341"/>
                    <a:pt x="8693" y="3181"/>
                  </a:cubicBezTo>
                  <a:cubicBezTo>
                    <a:pt x="8685" y="3063"/>
                    <a:pt x="8708" y="2961"/>
                    <a:pt x="8792" y="2957"/>
                  </a:cubicBezTo>
                  <a:lnTo>
                    <a:pt x="8792" y="2949"/>
                  </a:lnTo>
                  <a:cubicBezTo>
                    <a:pt x="8739" y="2877"/>
                    <a:pt x="8697" y="2778"/>
                    <a:pt x="8735" y="2694"/>
                  </a:cubicBezTo>
                  <a:cubicBezTo>
                    <a:pt x="8761" y="2649"/>
                    <a:pt x="8807" y="2614"/>
                    <a:pt x="8845" y="2573"/>
                  </a:cubicBezTo>
                  <a:cubicBezTo>
                    <a:pt x="8929" y="2474"/>
                    <a:pt x="8936" y="2333"/>
                    <a:pt x="8952" y="2204"/>
                  </a:cubicBezTo>
                  <a:cubicBezTo>
                    <a:pt x="8963" y="2089"/>
                    <a:pt x="8982" y="1979"/>
                    <a:pt x="9012" y="1869"/>
                  </a:cubicBezTo>
                  <a:cubicBezTo>
                    <a:pt x="9035" y="1770"/>
                    <a:pt x="9073" y="1663"/>
                    <a:pt x="9153" y="1599"/>
                  </a:cubicBezTo>
                  <a:cubicBezTo>
                    <a:pt x="9207" y="1557"/>
                    <a:pt x="9255" y="1540"/>
                    <a:pt x="9297" y="1540"/>
                  </a:cubicBezTo>
                  <a:cubicBezTo>
                    <a:pt x="9476" y="1540"/>
                    <a:pt x="9553" y="1858"/>
                    <a:pt x="9537" y="2021"/>
                  </a:cubicBezTo>
                  <a:cubicBezTo>
                    <a:pt x="9518" y="2196"/>
                    <a:pt x="9461" y="2379"/>
                    <a:pt x="9496" y="2554"/>
                  </a:cubicBezTo>
                  <a:cubicBezTo>
                    <a:pt x="9511" y="2633"/>
                    <a:pt x="9549" y="2710"/>
                    <a:pt x="9553" y="2793"/>
                  </a:cubicBezTo>
                  <a:cubicBezTo>
                    <a:pt x="9564" y="2907"/>
                    <a:pt x="9511" y="3021"/>
                    <a:pt x="9416" y="3090"/>
                  </a:cubicBezTo>
                  <a:cubicBezTo>
                    <a:pt x="9488" y="3128"/>
                    <a:pt x="9515" y="3227"/>
                    <a:pt x="9499" y="3307"/>
                  </a:cubicBezTo>
                  <a:cubicBezTo>
                    <a:pt x="9480" y="3402"/>
                    <a:pt x="9419" y="3482"/>
                    <a:pt x="9381" y="3569"/>
                  </a:cubicBezTo>
                  <a:cubicBezTo>
                    <a:pt x="9340" y="3664"/>
                    <a:pt x="9321" y="3771"/>
                    <a:pt x="9305" y="3874"/>
                  </a:cubicBezTo>
                  <a:cubicBezTo>
                    <a:pt x="9271" y="4071"/>
                    <a:pt x="9237" y="4265"/>
                    <a:pt x="9203" y="4463"/>
                  </a:cubicBezTo>
                  <a:cubicBezTo>
                    <a:pt x="9180" y="4612"/>
                    <a:pt x="9089" y="4844"/>
                    <a:pt x="9168" y="4988"/>
                  </a:cubicBezTo>
                  <a:cubicBezTo>
                    <a:pt x="9191" y="5030"/>
                    <a:pt x="9225" y="5064"/>
                    <a:pt x="9237" y="5106"/>
                  </a:cubicBezTo>
                  <a:cubicBezTo>
                    <a:pt x="9260" y="5178"/>
                    <a:pt x="9218" y="5262"/>
                    <a:pt x="9146" y="5285"/>
                  </a:cubicBezTo>
                  <a:cubicBezTo>
                    <a:pt x="9218" y="5365"/>
                    <a:pt x="9218" y="5502"/>
                    <a:pt x="9172" y="5597"/>
                  </a:cubicBezTo>
                  <a:cubicBezTo>
                    <a:pt x="9149" y="5646"/>
                    <a:pt x="9115" y="5684"/>
                    <a:pt x="9089" y="5730"/>
                  </a:cubicBezTo>
                  <a:cubicBezTo>
                    <a:pt x="9035" y="5817"/>
                    <a:pt x="9012" y="5920"/>
                    <a:pt x="8993" y="6019"/>
                  </a:cubicBezTo>
                  <a:cubicBezTo>
                    <a:pt x="8853" y="6658"/>
                    <a:pt x="8731" y="7297"/>
                    <a:pt x="8628" y="7940"/>
                  </a:cubicBezTo>
                  <a:cubicBezTo>
                    <a:pt x="8598" y="8123"/>
                    <a:pt x="8739" y="8286"/>
                    <a:pt x="8678" y="8461"/>
                  </a:cubicBezTo>
                  <a:cubicBezTo>
                    <a:pt x="8647" y="8549"/>
                    <a:pt x="8564" y="8613"/>
                    <a:pt x="8472" y="8636"/>
                  </a:cubicBezTo>
                  <a:lnTo>
                    <a:pt x="8465" y="8636"/>
                  </a:lnTo>
                  <a:cubicBezTo>
                    <a:pt x="8522" y="8819"/>
                    <a:pt x="8411" y="9009"/>
                    <a:pt x="8415" y="9203"/>
                  </a:cubicBezTo>
                  <a:cubicBezTo>
                    <a:pt x="8415" y="9310"/>
                    <a:pt x="8434" y="9420"/>
                    <a:pt x="8400" y="9523"/>
                  </a:cubicBezTo>
                  <a:cubicBezTo>
                    <a:pt x="8373" y="9603"/>
                    <a:pt x="8316" y="9671"/>
                    <a:pt x="8271" y="9743"/>
                  </a:cubicBezTo>
                  <a:cubicBezTo>
                    <a:pt x="8065" y="10086"/>
                    <a:pt x="8001" y="10561"/>
                    <a:pt x="7905" y="10945"/>
                  </a:cubicBezTo>
                  <a:cubicBezTo>
                    <a:pt x="7784" y="11398"/>
                    <a:pt x="7677" y="11858"/>
                    <a:pt x="7582" y="12319"/>
                  </a:cubicBezTo>
                  <a:cubicBezTo>
                    <a:pt x="7567" y="12395"/>
                    <a:pt x="7582" y="12467"/>
                    <a:pt x="7601" y="12536"/>
                  </a:cubicBezTo>
                  <a:lnTo>
                    <a:pt x="7609" y="12536"/>
                  </a:lnTo>
                  <a:cubicBezTo>
                    <a:pt x="7597" y="12437"/>
                    <a:pt x="7658" y="12345"/>
                    <a:pt x="7730" y="12277"/>
                  </a:cubicBezTo>
                  <a:cubicBezTo>
                    <a:pt x="7803" y="12208"/>
                    <a:pt x="7890" y="12159"/>
                    <a:pt x="7963" y="12094"/>
                  </a:cubicBezTo>
                  <a:cubicBezTo>
                    <a:pt x="8061" y="11999"/>
                    <a:pt x="8126" y="11874"/>
                    <a:pt x="8183" y="11752"/>
                  </a:cubicBezTo>
                  <a:cubicBezTo>
                    <a:pt x="8408" y="11288"/>
                    <a:pt x="8598" y="10808"/>
                    <a:pt x="8746" y="10314"/>
                  </a:cubicBezTo>
                  <a:cubicBezTo>
                    <a:pt x="8773" y="10215"/>
                    <a:pt x="8803" y="10112"/>
                    <a:pt x="8807" y="10010"/>
                  </a:cubicBezTo>
                  <a:cubicBezTo>
                    <a:pt x="8811" y="9892"/>
                    <a:pt x="8780" y="9774"/>
                    <a:pt x="8780" y="9656"/>
                  </a:cubicBezTo>
                  <a:cubicBezTo>
                    <a:pt x="8784" y="9557"/>
                    <a:pt x="8807" y="9462"/>
                    <a:pt x="8853" y="9374"/>
                  </a:cubicBezTo>
                  <a:cubicBezTo>
                    <a:pt x="8883" y="9313"/>
                    <a:pt x="8925" y="9275"/>
                    <a:pt x="8971" y="9249"/>
                  </a:cubicBezTo>
                  <a:lnTo>
                    <a:pt x="8963" y="9234"/>
                  </a:lnTo>
                  <a:cubicBezTo>
                    <a:pt x="8891" y="9089"/>
                    <a:pt x="8864" y="8865"/>
                    <a:pt x="8997" y="8743"/>
                  </a:cubicBezTo>
                  <a:cubicBezTo>
                    <a:pt x="9054" y="8693"/>
                    <a:pt x="9123" y="8659"/>
                    <a:pt x="9168" y="8598"/>
                  </a:cubicBezTo>
                  <a:cubicBezTo>
                    <a:pt x="9203" y="8553"/>
                    <a:pt x="9218" y="8499"/>
                    <a:pt x="9237" y="8446"/>
                  </a:cubicBezTo>
                  <a:cubicBezTo>
                    <a:pt x="9317" y="8195"/>
                    <a:pt x="9393" y="7944"/>
                    <a:pt x="9469" y="7693"/>
                  </a:cubicBezTo>
                  <a:cubicBezTo>
                    <a:pt x="9541" y="7461"/>
                    <a:pt x="9625" y="7240"/>
                    <a:pt x="9614" y="6997"/>
                  </a:cubicBezTo>
                  <a:cubicBezTo>
                    <a:pt x="9606" y="6883"/>
                    <a:pt x="9610" y="6768"/>
                    <a:pt x="9659" y="6670"/>
                  </a:cubicBezTo>
                  <a:cubicBezTo>
                    <a:pt x="9690" y="6609"/>
                    <a:pt x="9739" y="6555"/>
                    <a:pt x="9796" y="6525"/>
                  </a:cubicBezTo>
                  <a:lnTo>
                    <a:pt x="9788" y="6510"/>
                  </a:lnTo>
                  <a:cubicBezTo>
                    <a:pt x="9769" y="6434"/>
                    <a:pt x="9754" y="6346"/>
                    <a:pt x="9796" y="6278"/>
                  </a:cubicBezTo>
                  <a:cubicBezTo>
                    <a:pt x="9827" y="6221"/>
                    <a:pt x="9887" y="6194"/>
                    <a:pt x="9929" y="6145"/>
                  </a:cubicBezTo>
                  <a:cubicBezTo>
                    <a:pt x="9960" y="6107"/>
                    <a:pt x="9979" y="6061"/>
                    <a:pt x="9994" y="6015"/>
                  </a:cubicBezTo>
                  <a:cubicBezTo>
                    <a:pt x="10078" y="5783"/>
                    <a:pt x="10203" y="5547"/>
                    <a:pt x="10215" y="5300"/>
                  </a:cubicBezTo>
                  <a:cubicBezTo>
                    <a:pt x="10218" y="5220"/>
                    <a:pt x="10222" y="5137"/>
                    <a:pt x="10264" y="5068"/>
                  </a:cubicBezTo>
                  <a:cubicBezTo>
                    <a:pt x="10279" y="5045"/>
                    <a:pt x="10306" y="5022"/>
                    <a:pt x="10329" y="5003"/>
                  </a:cubicBezTo>
                  <a:lnTo>
                    <a:pt x="10310" y="4981"/>
                  </a:lnTo>
                  <a:cubicBezTo>
                    <a:pt x="10283" y="4920"/>
                    <a:pt x="10302" y="4847"/>
                    <a:pt x="10336" y="4790"/>
                  </a:cubicBezTo>
                  <a:cubicBezTo>
                    <a:pt x="10371" y="4733"/>
                    <a:pt x="10420" y="4684"/>
                    <a:pt x="10454" y="4627"/>
                  </a:cubicBezTo>
                  <a:cubicBezTo>
                    <a:pt x="10576" y="4444"/>
                    <a:pt x="10568" y="4201"/>
                    <a:pt x="10682" y="4014"/>
                  </a:cubicBezTo>
                  <a:cubicBezTo>
                    <a:pt x="10720" y="3956"/>
                    <a:pt x="10779" y="3926"/>
                    <a:pt x="10839" y="3926"/>
                  </a:cubicBezTo>
                  <a:cubicBezTo>
                    <a:pt x="10881" y="3926"/>
                    <a:pt x="10924" y="3941"/>
                    <a:pt x="10960" y="3972"/>
                  </a:cubicBezTo>
                  <a:cubicBezTo>
                    <a:pt x="11207" y="4178"/>
                    <a:pt x="10960" y="4604"/>
                    <a:pt x="10964" y="4855"/>
                  </a:cubicBezTo>
                  <a:cubicBezTo>
                    <a:pt x="10964" y="4924"/>
                    <a:pt x="10975" y="4992"/>
                    <a:pt x="10964" y="5060"/>
                  </a:cubicBezTo>
                  <a:cubicBezTo>
                    <a:pt x="10953" y="5125"/>
                    <a:pt x="10911" y="5190"/>
                    <a:pt x="10846" y="5201"/>
                  </a:cubicBezTo>
                  <a:cubicBezTo>
                    <a:pt x="10850" y="5205"/>
                    <a:pt x="10850" y="5205"/>
                    <a:pt x="10854" y="5205"/>
                  </a:cubicBezTo>
                  <a:cubicBezTo>
                    <a:pt x="10911" y="5251"/>
                    <a:pt x="10926" y="5338"/>
                    <a:pt x="10899" y="5410"/>
                  </a:cubicBezTo>
                  <a:cubicBezTo>
                    <a:pt x="10873" y="5479"/>
                    <a:pt x="10816" y="5532"/>
                    <a:pt x="10751" y="5570"/>
                  </a:cubicBezTo>
                  <a:cubicBezTo>
                    <a:pt x="10705" y="5681"/>
                    <a:pt x="10694" y="5764"/>
                    <a:pt x="10663" y="5878"/>
                  </a:cubicBezTo>
                  <a:cubicBezTo>
                    <a:pt x="10633" y="5992"/>
                    <a:pt x="10606" y="6107"/>
                    <a:pt x="10576" y="6217"/>
                  </a:cubicBezTo>
                  <a:cubicBezTo>
                    <a:pt x="10549" y="6320"/>
                    <a:pt x="10526" y="6426"/>
                    <a:pt x="10523" y="6533"/>
                  </a:cubicBezTo>
                  <a:cubicBezTo>
                    <a:pt x="10523" y="6616"/>
                    <a:pt x="10530" y="6704"/>
                    <a:pt x="10485" y="6772"/>
                  </a:cubicBezTo>
                  <a:cubicBezTo>
                    <a:pt x="10519" y="6810"/>
                    <a:pt x="10530" y="6867"/>
                    <a:pt x="10526" y="6917"/>
                  </a:cubicBezTo>
                  <a:cubicBezTo>
                    <a:pt x="10519" y="6978"/>
                    <a:pt x="10492" y="7035"/>
                    <a:pt x="10462" y="7084"/>
                  </a:cubicBezTo>
                  <a:cubicBezTo>
                    <a:pt x="10401" y="7183"/>
                    <a:pt x="10313" y="7259"/>
                    <a:pt x="10256" y="7354"/>
                  </a:cubicBezTo>
                  <a:cubicBezTo>
                    <a:pt x="10196" y="7453"/>
                    <a:pt x="10173" y="7567"/>
                    <a:pt x="10138" y="7681"/>
                  </a:cubicBezTo>
                  <a:cubicBezTo>
                    <a:pt x="10062" y="7948"/>
                    <a:pt x="9983" y="8214"/>
                    <a:pt x="9903" y="8480"/>
                  </a:cubicBezTo>
                  <a:cubicBezTo>
                    <a:pt x="9872" y="8583"/>
                    <a:pt x="9842" y="8690"/>
                    <a:pt x="9838" y="8796"/>
                  </a:cubicBezTo>
                  <a:cubicBezTo>
                    <a:pt x="9834" y="8922"/>
                    <a:pt x="9868" y="9047"/>
                    <a:pt x="9868" y="9177"/>
                  </a:cubicBezTo>
                  <a:cubicBezTo>
                    <a:pt x="9865" y="9302"/>
                    <a:pt x="9819" y="9443"/>
                    <a:pt x="9701" y="9496"/>
                  </a:cubicBezTo>
                  <a:lnTo>
                    <a:pt x="9701" y="9500"/>
                  </a:lnTo>
                  <a:cubicBezTo>
                    <a:pt x="9724" y="9511"/>
                    <a:pt x="9743" y="9523"/>
                    <a:pt x="9766" y="9538"/>
                  </a:cubicBezTo>
                  <a:cubicBezTo>
                    <a:pt x="9895" y="9637"/>
                    <a:pt x="9914" y="9857"/>
                    <a:pt x="9796" y="9975"/>
                  </a:cubicBezTo>
                  <a:cubicBezTo>
                    <a:pt x="9743" y="10029"/>
                    <a:pt x="9667" y="10063"/>
                    <a:pt x="9617" y="10120"/>
                  </a:cubicBezTo>
                  <a:cubicBezTo>
                    <a:pt x="9568" y="10169"/>
                    <a:pt x="9541" y="10234"/>
                    <a:pt x="9518" y="10299"/>
                  </a:cubicBezTo>
                  <a:cubicBezTo>
                    <a:pt x="9313" y="10827"/>
                    <a:pt x="9081" y="11341"/>
                    <a:pt x="8868" y="11866"/>
                  </a:cubicBezTo>
                  <a:cubicBezTo>
                    <a:pt x="8811" y="12003"/>
                    <a:pt x="8735" y="12170"/>
                    <a:pt x="8723" y="12323"/>
                  </a:cubicBezTo>
                  <a:cubicBezTo>
                    <a:pt x="8716" y="12467"/>
                    <a:pt x="8796" y="12604"/>
                    <a:pt x="8788" y="12749"/>
                  </a:cubicBezTo>
                  <a:cubicBezTo>
                    <a:pt x="8788" y="12817"/>
                    <a:pt x="8765" y="12886"/>
                    <a:pt x="8727" y="12939"/>
                  </a:cubicBezTo>
                  <a:cubicBezTo>
                    <a:pt x="8682" y="13007"/>
                    <a:pt x="8613" y="13061"/>
                    <a:pt x="8579" y="13137"/>
                  </a:cubicBezTo>
                  <a:cubicBezTo>
                    <a:pt x="8548" y="13197"/>
                    <a:pt x="8545" y="13270"/>
                    <a:pt x="8510" y="13331"/>
                  </a:cubicBezTo>
                  <a:cubicBezTo>
                    <a:pt x="8487" y="13380"/>
                    <a:pt x="8438" y="13418"/>
                    <a:pt x="8385" y="13445"/>
                  </a:cubicBezTo>
                  <a:cubicBezTo>
                    <a:pt x="8408" y="13460"/>
                    <a:pt x="8415" y="13490"/>
                    <a:pt x="8411" y="13517"/>
                  </a:cubicBezTo>
                  <a:cubicBezTo>
                    <a:pt x="8408" y="13544"/>
                    <a:pt x="8396" y="13574"/>
                    <a:pt x="8396" y="13601"/>
                  </a:cubicBezTo>
                  <a:cubicBezTo>
                    <a:pt x="8396" y="13677"/>
                    <a:pt x="8468" y="13745"/>
                    <a:pt x="8461" y="13818"/>
                  </a:cubicBezTo>
                  <a:cubicBezTo>
                    <a:pt x="8457" y="13840"/>
                    <a:pt x="8449" y="13863"/>
                    <a:pt x="8434" y="13878"/>
                  </a:cubicBezTo>
                  <a:lnTo>
                    <a:pt x="8438" y="13882"/>
                  </a:lnTo>
                  <a:cubicBezTo>
                    <a:pt x="8514" y="13909"/>
                    <a:pt x="8545" y="13996"/>
                    <a:pt x="8537" y="14072"/>
                  </a:cubicBezTo>
                  <a:cubicBezTo>
                    <a:pt x="8526" y="14152"/>
                    <a:pt x="8491" y="14221"/>
                    <a:pt x="8468" y="14293"/>
                  </a:cubicBezTo>
                  <a:cubicBezTo>
                    <a:pt x="8408" y="14514"/>
                    <a:pt x="8480" y="14757"/>
                    <a:pt x="8408" y="14974"/>
                  </a:cubicBezTo>
                  <a:cubicBezTo>
                    <a:pt x="8373" y="15073"/>
                    <a:pt x="8293" y="15168"/>
                    <a:pt x="8191" y="15179"/>
                  </a:cubicBezTo>
                  <a:cubicBezTo>
                    <a:pt x="8187" y="15180"/>
                    <a:pt x="8184" y="15180"/>
                    <a:pt x="8180" y="15180"/>
                  </a:cubicBezTo>
                  <a:cubicBezTo>
                    <a:pt x="8108" y="15180"/>
                    <a:pt x="8039" y="15145"/>
                    <a:pt x="7966" y="15145"/>
                  </a:cubicBezTo>
                  <a:cubicBezTo>
                    <a:pt x="7917" y="15145"/>
                    <a:pt x="7867" y="15160"/>
                    <a:pt x="7818" y="15176"/>
                  </a:cubicBezTo>
                  <a:lnTo>
                    <a:pt x="7818" y="15179"/>
                  </a:lnTo>
                  <a:cubicBezTo>
                    <a:pt x="7788" y="15335"/>
                    <a:pt x="7700" y="15484"/>
                    <a:pt x="7582" y="15594"/>
                  </a:cubicBezTo>
                  <a:cubicBezTo>
                    <a:pt x="7430" y="15731"/>
                    <a:pt x="7232" y="15796"/>
                    <a:pt x="7031" y="15807"/>
                  </a:cubicBezTo>
                  <a:lnTo>
                    <a:pt x="7023" y="15815"/>
                  </a:lnTo>
                  <a:cubicBezTo>
                    <a:pt x="7061" y="15864"/>
                    <a:pt x="7091" y="15921"/>
                    <a:pt x="7118" y="15982"/>
                  </a:cubicBezTo>
                  <a:lnTo>
                    <a:pt x="7126" y="15978"/>
                  </a:lnTo>
                  <a:cubicBezTo>
                    <a:pt x="7236" y="15875"/>
                    <a:pt x="7389" y="15827"/>
                    <a:pt x="7541" y="15827"/>
                  </a:cubicBezTo>
                  <a:cubicBezTo>
                    <a:pt x="7562" y="15827"/>
                    <a:pt x="7584" y="15828"/>
                    <a:pt x="7605" y="15830"/>
                  </a:cubicBezTo>
                  <a:cubicBezTo>
                    <a:pt x="7664" y="15834"/>
                    <a:pt x="7724" y="15844"/>
                    <a:pt x="7784" y="15844"/>
                  </a:cubicBezTo>
                  <a:cubicBezTo>
                    <a:pt x="7824" y="15844"/>
                    <a:pt x="7863" y="15840"/>
                    <a:pt x="7902" y="15826"/>
                  </a:cubicBezTo>
                  <a:cubicBezTo>
                    <a:pt x="7982" y="15796"/>
                    <a:pt x="8039" y="15727"/>
                    <a:pt x="8099" y="15666"/>
                  </a:cubicBezTo>
                  <a:cubicBezTo>
                    <a:pt x="8158" y="15607"/>
                    <a:pt x="8232" y="15552"/>
                    <a:pt x="8316" y="15552"/>
                  </a:cubicBezTo>
                  <a:cubicBezTo>
                    <a:pt x="8318" y="15552"/>
                    <a:pt x="8321" y="15552"/>
                    <a:pt x="8324" y="15552"/>
                  </a:cubicBezTo>
                  <a:cubicBezTo>
                    <a:pt x="8430" y="15556"/>
                    <a:pt x="8514" y="15659"/>
                    <a:pt x="8533" y="15769"/>
                  </a:cubicBezTo>
                  <a:cubicBezTo>
                    <a:pt x="8556" y="15917"/>
                    <a:pt x="8507" y="16058"/>
                    <a:pt x="8487" y="16203"/>
                  </a:cubicBezTo>
                  <a:cubicBezTo>
                    <a:pt x="8472" y="16321"/>
                    <a:pt x="8480" y="16442"/>
                    <a:pt x="8491" y="16560"/>
                  </a:cubicBezTo>
                  <a:cubicBezTo>
                    <a:pt x="8560" y="17371"/>
                    <a:pt x="8602" y="17835"/>
                    <a:pt x="8670" y="18645"/>
                  </a:cubicBezTo>
                  <a:lnTo>
                    <a:pt x="8674" y="18660"/>
                  </a:lnTo>
                  <a:cubicBezTo>
                    <a:pt x="8887" y="18607"/>
                    <a:pt x="9096" y="18550"/>
                    <a:pt x="9305" y="18481"/>
                  </a:cubicBezTo>
                  <a:lnTo>
                    <a:pt x="9294" y="18455"/>
                  </a:lnTo>
                  <a:lnTo>
                    <a:pt x="9130" y="16507"/>
                  </a:lnTo>
                  <a:cubicBezTo>
                    <a:pt x="9123" y="16423"/>
                    <a:pt x="9115" y="16336"/>
                    <a:pt x="9123" y="16286"/>
                  </a:cubicBezTo>
                  <a:cubicBezTo>
                    <a:pt x="9127" y="16256"/>
                    <a:pt x="9130" y="16229"/>
                    <a:pt x="9138" y="16199"/>
                  </a:cubicBezTo>
                  <a:cubicBezTo>
                    <a:pt x="9165" y="16066"/>
                    <a:pt x="9203" y="15883"/>
                    <a:pt x="9165" y="15666"/>
                  </a:cubicBezTo>
                  <a:cubicBezTo>
                    <a:pt x="9142" y="15510"/>
                    <a:pt x="9077" y="15366"/>
                    <a:pt x="8986" y="15248"/>
                  </a:cubicBezTo>
                  <a:cubicBezTo>
                    <a:pt x="8997" y="15229"/>
                    <a:pt x="9005" y="15206"/>
                    <a:pt x="9012" y="15183"/>
                  </a:cubicBezTo>
                  <a:cubicBezTo>
                    <a:pt x="9089" y="14966"/>
                    <a:pt x="9085" y="14761"/>
                    <a:pt x="9081" y="14616"/>
                  </a:cubicBezTo>
                  <a:cubicBezTo>
                    <a:pt x="9081" y="14563"/>
                    <a:pt x="9081" y="14491"/>
                    <a:pt x="9085" y="14472"/>
                  </a:cubicBezTo>
                  <a:cubicBezTo>
                    <a:pt x="9089" y="14460"/>
                    <a:pt x="9092" y="14449"/>
                    <a:pt x="9096" y="14438"/>
                  </a:cubicBezTo>
                  <a:cubicBezTo>
                    <a:pt x="9123" y="14373"/>
                    <a:pt x="9161" y="14270"/>
                    <a:pt x="9172" y="14141"/>
                  </a:cubicBezTo>
                  <a:cubicBezTo>
                    <a:pt x="9191" y="13970"/>
                    <a:pt x="9161" y="13802"/>
                    <a:pt x="9089" y="13662"/>
                  </a:cubicBezTo>
                  <a:cubicBezTo>
                    <a:pt x="9085" y="13650"/>
                    <a:pt x="9081" y="13639"/>
                    <a:pt x="9081" y="13627"/>
                  </a:cubicBezTo>
                  <a:cubicBezTo>
                    <a:pt x="9081" y="13627"/>
                    <a:pt x="9081" y="13624"/>
                    <a:pt x="9081" y="13624"/>
                  </a:cubicBezTo>
                  <a:cubicBezTo>
                    <a:pt x="9119" y="13547"/>
                    <a:pt x="9142" y="13479"/>
                    <a:pt x="9157" y="13426"/>
                  </a:cubicBezTo>
                  <a:cubicBezTo>
                    <a:pt x="9184" y="13395"/>
                    <a:pt x="9222" y="13350"/>
                    <a:pt x="9260" y="13296"/>
                  </a:cubicBezTo>
                  <a:cubicBezTo>
                    <a:pt x="9362" y="13140"/>
                    <a:pt x="9419" y="12962"/>
                    <a:pt x="9427" y="12775"/>
                  </a:cubicBezTo>
                  <a:cubicBezTo>
                    <a:pt x="9435" y="12608"/>
                    <a:pt x="9400" y="12471"/>
                    <a:pt x="9378" y="12380"/>
                  </a:cubicBezTo>
                  <a:cubicBezTo>
                    <a:pt x="9374" y="12368"/>
                    <a:pt x="9370" y="12357"/>
                    <a:pt x="9370" y="12345"/>
                  </a:cubicBezTo>
                  <a:cubicBezTo>
                    <a:pt x="9381" y="12300"/>
                    <a:pt x="9412" y="12227"/>
                    <a:pt x="9431" y="12182"/>
                  </a:cubicBezTo>
                  <a:cubicBezTo>
                    <a:pt x="9442" y="12155"/>
                    <a:pt x="9454" y="12129"/>
                    <a:pt x="9465" y="12102"/>
                  </a:cubicBezTo>
                  <a:cubicBezTo>
                    <a:pt x="9553" y="11881"/>
                    <a:pt x="9652" y="11653"/>
                    <a:pt x="9743" y="11432"/>
                  </a:cubicBezTo>
                  <a:cubicBezTo>
                    <a:pt x="9865" y="11147"/>
                    <a:pt x="9994" y="10847"/>
                    <a:pt x="10108" y="10546"/>
                  </a:cubicBezTo>
                  <a:cubicBezTo>
                    <a:pt x="10150" y="10516"/>
                    <a:pt x="10203" y="10478"/>
                    <a:pt x="10256" y="10420"/>
                  </a:cubicBezTo>
                  <a:cubicBezTo>
                    <a:pt x="10439" y="10234"/>
                    <a:pt x="10534" y="9972"/>
                    <a:pt x="10511" y="9698"/>
                  </a:cubicBezTo>
                  <a:cubicBezTo>
                    <a:pt x="10507" y="9622"/>
                    <a:pt x="10492" y="9546"/>
                    <a:pt x="10466" y="9473"/>
                  </a:cubicBezTo>
                  <a:cubicBezTo>
                    <a:pt x="10492" y="9382"/>
                    <a:pt x="10507" y="9283"/>
                    <a:pt x="10507" y="9180"/>
                  </a:cubicBezTo>
                  <a:cubicBezTo>
                    <a:pt x="10507" y="9078"/>
                    <a:pt x="10496" y="8990"/>
                    <a:pt x="10488" y="8918"/>
                  </a:cubicBezTo>
                  <a:cubicBezTo>
                    <a:pt x="10485" y="8884"/>
                    <a:pt x="10481" y="8834"/>
                    <a:pt x="10481" y="8819"/>
                  </a:cubicBezTo>
                  <a:cubicBezTo>
                    <a:pt x="10481" y="8792"/>
                    <a:pt x="10504" y="8712"/>
                    <a:pt x="10519" y="8663"/>
                  </a:cubicBezTo>
                  <a:lnTo>
                    <a:pt x="10755" y="7860"/>
                  </a:lnTo>
                  <a:cubicBezTo>
                    <a:pt x="10762" y="7834"/>
                    <a:pt x="10770" y="7807"/>
                    <a:pt x="10778" y="7780"/>
                  </a:cubicBezTo>
                  <a:cubicBezTo>
                    <a:pt x="10785" y="7750"/>
                    <a:pt x="10797" y="7704"/>
                    <a:pt x="10804" y="7685"/>
                  </a:cubicBezTo>
                  <a:cubicBezTo>
                    <a:pt x="10816" y="7670"/>
                    <a:pt x="10835" y="7651"/>
                    <a:pt x="10846" y="7636"/>
                  </a:cubicBezTo>
                  <a:cubicBezTo>
                    <a:pt x="10892" y="7583"/>
                    <a:pt x="10953" y="7510"/>
                    <a:pt x="11010" y="7419"/>
                  </a:cubicBezTo>
                  <a:cubicBezTo>
                    <a:pt x="11097" y="7274"/>
                    <a:pt x="11150" y="7130"/>
                    <a:pt x="11162" y="6978"/>
                  </a:cubicBezTo>
                  <a:cubicBezTo>
                    <a:pt x="11169" y="6905"/>
                    <a:pt x="11166" y="6826"/>
                    <a:pt x="11154" y="6753"/>
                  </a:cubicBezTo>
                  <a:cubicBezTo>
                    <a:pt x="11162" y="6681"/>
                    <a:pt x="11162" y="6616"/>
                    <a:pt x="11162" y="6574"/>
                  </a:cubicBezTo>
                  <a:cubicBezTo>
                    <a:pt x="11162" y="6563"/>
                    <a:pt x="11162" y="6555"/>
                    <a:pt x="11162" y="6544"/>
                  </a:cubicBezTo>
                  <a:cubicBezTo>
                    <a:pt x="11166" y="6510"/>
                    <a:pt x="11185" y="6434"/>
                    <a:pt x="11200" y="6373"/>
                  </a:cubicBezTo>
                  <a:lnTo>
                    <a:pt x="11284" y="6034"/>
                  </a:lnTo>
                  <a:cubicBezTo>
                    <a:pt x="11291" y="6008"/>
                    <a:pt x="11306" y="5947"/>
                    <a:pt x="11306" y="5939"/>
                  </a:cubicBezTo>
                  <a:cubicBezTo>
                    <a:pt x="11394" y="5848"/>
                    <a:pt x="11458" y="5745"/>
                    <a:pt x="11500" y="5631"/>
                  </a:cubicBezTo>
                  <a:cubicBezTo>
                    <a:pt x="11538" y="5528"/>
                    <a:pt x="11554" y="5426"/>
                    <a:pt x="11554" y="5323"/>
                  </a:cubicBezTo>
                  <a:cubicBezTo>
                    <a:pt x="11569" y="5277"/>
                    <a:pt x="11584" y="5228"/>
                    <a:pt x="11595" y="5175"/>
                  </a:cubicBezTo>
                  <a:cubicBezTo>
                    <a:pt x="11614" y="5053"/>
                    <a:pt x="11611" y="4950"/>
                    <a:pt x="11603" y="4882"/>
                  </a:cubicBezTo>
                  <a:cubicBezTo>
                    <a:pt x="11603" y="4878"/>
                    <a:pt x="11603" y="4870"/>
                    <a:pt x="11603" y="4863"/>
                  </a:cubicBezTo>
                  <a:cubicBezTo>
                    <a:pt x="11607" y="4836"/>
                    <a:pt x="11622" y="4775"/>
                    <a:pt x="11633" y="4733"/>
                  </a:cubicBezTo>
                  <a:cubicBezTo>
                    <a:pt x="11702" y="4456"/>
                    <a:pt x="11850" y="3877"/>
                    <a:pt x="11375" y="3478"/>
                  </a:cubicBezTo>
                  <a:cubicBezTo>
                    <a:pt x="11223" y="3352"/>
                    <a:pt x="11032" y="3284"/>
                    <a:pt x="10842" y="3284"/>
                  </a:cubicBezTo>
                  <a:cubicBezTo>
                    <a:pt x="10557" y="3284"/>
                    <a:pt x="10294" y="3428"/>
                    <a:pt x="10142" y="3672"/>
                  </a:cubicBezTo>
                  <a:cubicBezTo>
                    <a:pt x="10032" y="3851"/>
                    <a:pt x="9986" y="4026"/>
                    <a:pt x="9952" y="4159"/>
                  </a:cubicBezTo>
                  <a:cubicBezTo>
                    <a:pt x="9941" y="4201"/>
                    <a:pt x="9925" y="4254"/>
                    <a:pt x="9918" y="4281"/>
                  </a:cubicBezTo>
                  <a:cubicBezTo>
                    <a:pt x="9910" y="4288"/>
                    <a:pt x="9906" y="4292"/>
                    <a:pt x="9899" y="4300"/>
                  </a:cubicBezTo>
                  <a:cubicBezTo>
                    <a:pt x="9891" y="4311"/>
                    <a:pt x="9884" y="4319"/>
                    <a:pt x="9876" y="4330"/>
                  </a:cubicBezTo>
                  <a:lnTo>
                    <a:pt x="9937" y="3980"/>
                  </a:lnTo>
                  <a:cubicBezTo>
                    <a:pt x="9944" y="3931"/>
                    <a:pt x="9956" y="3851"/>
                    <a:pt x="9967" y="3828"/>
                  </a:cubicBezTo>
                  <a:cubicBezTo>
                    <a:pt x="9975" y="3813"/>
                    <a:pt x="9983" y="3797"/>
                    <a:pt x="9990" y="3782"/>
                  </a:cubicBezTo>
                  <a:cubicBezTo>
                    <a:pt x="10032" y="3706"/>
                    <a:pt x="10093" y="3588"/>
                    <a:pt x="10127" y="3436"/>
                  </a:cubicBezTo>
                  <a:cubicBezTo>
                    <a:pt x="10146" y="3341"/>
                    <a:pt x="10150" y="3242"/>
                    <a:pt x="10135" y="3151"/>
                  </a:cubicBezTo>
                  <a:cubicBezTo>
                    <a:pt x="10184" y="3021"/>
                    <a:pt x="10203" y="2881"/>
                    <a:pt x="10192" y="2740"/>
                  </a:cubicBezTo>
                  <a:cubicBezTo>
                    <a:pt x="10184" y="2622"/>
                    <a:pt x="10154" y="2523"/>
                    <a:pt x="10135" y="2458"/>
                  </a:cubicBezTo>
                  <a:cubicBezTo>
                    <a:pt x="10131" y="2451"/>
                    <a:pt x="10127" y="2439"/>
                    <a:pt x="10123" y="2428"/>
                  </a:cubicBezTo>
                  <a:cubicBezTo>
                    <a:pt x="10123" y="2401"/>
                    <a:pt x="10135" y="2333"/>
                    <a:pt x="10146" y="2283"/>
                  </a:cubicBezTo>
                  <a:cubicBezTo>
                    <a:pt x="10154" y="2226"/>
                    <a:pt x="10165" y="2158"/>
                    <a:pt x="10173" y="2086"/>
                  </a:cubicBezTo>
                  <a:cubicBezTo>
                    <a:pt x="10199" y="1816"/>
                    <a:pt x="10127" y="1428"/>
                    <a:pt x="9895" y="1173"/>
                  </a:cubicBezTo>
                  <a:cubicBezTo>
                    <a:pt x="9739" y="994"/>
                    <a:pt x="9526" y="899"/>
                    <a:pt x="9298" y="899"/>
                  </a:cubicBezTo>
                  <a:cubicBezTo>
                    <a:pt x="9180" y="899"/>
                    <a:pt x="9001" y="929"/>
                    <a:pt x="8811" y="1055"/>
                  </a:cubicBezTo>
                  <a:cubicBezTo>
                    <a:pt x="8815" y="982"/>
                    <a:pt x="8811" y="903"/>
                    <a:pt x="8796" y="823"/>
                  </a:cubicBezTo>
                  <a:cubicBezTo>
                    <a:pt x="8712" y="355"/>
                    <a:pt x="8309" y="1"/>
                    <a:pt x="7848" y="1"/>
                  </a:cubicBezTo>
                  <a:close/>
                </a:path>
              </a:pathLst>
            </a:custGeom>
            <a:solidFill>
              <a:schemeClr val="dk2"/>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8" name="Google Shape;784;p39">
              <a:extLst>
                <a:ext uri="{FF2B5EF4-FFF2-40B4-BE49-F238E27FC236}">
                  <a16:creationId xmlns:a16="http://schemas.microsoft.com/office/drawing/2014/main" id="{99FFF68B-69B3-F806-D788-7DE9F1DC598D}"/>
                </a:ext>
              </a:extLst>
            </p:cNvPr>
            <p:cNvGrpSpPr/>
            <p:nvPr/>
          </p:nvGrpSpPr>
          <p:grpSpPr>
            <a:xfrm>
              <a:off x="-1721661" y="489840"/>
              <a:ext cx="1303683" cy="2355918"/>
              <a:chOff x="-1721661" y="489840"/>
              <a:chExt cx="1303683" cy="2355918"/>
            </a:xfrm>
          </p:grpSpPr>
          <p:sp>
            <p:nvSpPr>
              <p:cNvPr id="1352" name="Google Shape;785;p39">
                <a:extLst>
                  <a:ext uri="{FF2B5EF4-FFF2-40B4-BE49-F238E27FC236}">
                    <a16:creationId xmlns:a16="http://schemas.microsoft.com/office/drawing/2014/main" id="{957CA6A9-2D67-3E51-70D7-395E34B7C682}"/>
                  </a:ext>
                </a:extLst>
              </p:cNvPr>
              <p:cNvSpPr/>
              <p:nvPr/>
            </p:nvSpPr>
            <p:spPr>
              <a:xfrm>
                <a:off x="-537010" y="912304"/>
                <a:ext cx="119031" cy="164328"/>
              </a:xfrm>
              <a:custGeom>
                <a:avLst/>
                <a:gdLst/>
                <a:ahLst/>
                <a:cxnLst/>
                <a:rect l="l" t="t" r="r" b="b"/>
                <a:pathLst>
                  <a:path w="925" h="1277" extrusionOk="0">
                    <a:moveTo>
                      <a:pt x="556" y="1"/>
                    </a:moveTo>
                    <a:cubicBezTo>
                      <a:pt x="496" y="1"/>
                      <a:pt x="437" y="31"/>
                      <a:pt x="399" y="89"/>
                    </a:cubicBezTo>
                    <a:cubicBezTo>
                      <a:pt x="285" y="276"/>
                      <a:pt x="293" y="519"/>
                      <a:pt x="171" y="702"/>
                    </a:cubicBezTo>
                    <a:cubicBezTo>
                      <a:pt x="137" y="759"/>
                      <a:pt x="88" y="808"/>
                      <a:pt x="53" y="865"/>
                    </a:cubicBezTo>
                    <a:cubicBezTo>
                      <a:pt x="19" y="922"/>
                      <a:pt x="0" y="995"/>
                      <a:pt x="27" y="1056"/>
                    </a:cubicBezTo>
                    <a:lnTo>
                      <a:pt x="46" y="1078"/>
                    </a:lnTo>
                    <a:cubicBezTo>
                      <a:pt x="74" y="1064"/>
                      <a:pt x="104" y="1055"/>
                      <a:pt x="133" y="1055"/>
                    </a:cubicBezTo>
                    <a:cubicBezTo>
                      <a:pt x="151" y="1055"/>
                      <a:pt x="169" y="1058"/>
                      <a:pt x="186" y="1067"/>
                    </a:cubicBezTo>
                    <a:cubicBezTo>
                      <a:pt x="243" y="1094"/>
                      <a:pt x="274" y="1154"/>
                      <a:pt x="323" y="1193"/>
                    </a:cubicBezTo>
                    <a:cubicBezTo>
                      <a:pt x="396" y="1238"/>
                      <a:pt x="495" y="1227"/>
                      <a:pt x="563" y="1276"/>
                    </a:cubicBezTo>
                    <a:cubicBezTo>
                      <a:pt x="628" y="1265"/>
                      <a:pt x="670" y="1200"/>
                      <a:pt x="681" y="1135"/>
                    </a:cubicBezTo>
                    <a:cubicBezTo>
                      <a:pt x="692" y="1067"/>
                      <a:pt x="681" y="999"/>
                      <a:pt x="681" y="930"/>
                    </a:cubicBezTo>
                    <a:cubicBezTo>
                      <a:pt x="677" y="679"/>
                      <a:pt x="924" y="253"/>
                      <a:pt x="677" y="47"/>
                    </a:cubicBezTo>
                    <a:cubicBezTo>
                      <a:pt x="641" y="16"/>
                      <a:pt x="598" y="1"/>
                      <a:pt x="556" y="1"/>
                    </a:cubicBezTo>
                    <a:close/>
                  </a:path>
                </a:pathLst>
              </a:custGeom>
              <a:solidFill>
                <a:schemeClr val="lt2"/>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53" name="Google Shape;786;p39">
                <a:extLst>
                  <a:ext uri="{FF2B5EF4-FFF2-40B4-BE49-F238E27FC236}">
                    <a16:creationId xmlns:a16="http://schemas.microsoft.com/office/drawing/2014/main" id="{0ACB13E4-C9E9-49A5-3596-062C55403107}"/>
                  </a:ext>
                </a:extLst>
              </p:cNvPr>
              <p:cNvSpPr/>
              <p:nvPr/>
            </p:nvSpPr>
            <p:spPr>
              <a:xfrm>
                <a:off x="-719610" y="1242889"/>
                <a:ext cx="214514" cy="386820"/>
              </a:xfrm>
              <a:custGeom>
                <a:avLst/>
                <a:gdLst/>
                <a:ahLst/>
                <a:cxnLst/>
                <a:rect l="l" t="t" r="r" b="b"/>
                <a:pathLst>
                  <a:path w="1667" h="3006" extrusionOk="0">
                    <a:moveTo>
                      <a:pt x="1061" y="1"/>
                    </a:moveTo>
                    <a:cubicBezTo>
                      <a:pt x="1016" y="1"/>
                      <a:pt x="970" y="8"/>
                      <a:pt x="932" y="31"/>
                    </a:cubicBezTo>
                    <a:cubicBezTo>
                      <a:pt x="875" y="61"/>
                      <a:pt x="826" y="115"/>
                      <a:pt x="795" y="176"/>
                    </a:cubicBezTo>
                    <a:cubicBezTo>
                      <a:pt x="746" y="274"/>
                      <a:pt x="742" y="389"/>
                      <a:pt x="750" y="503"/>
                    </a:cubicBezTo>
                    <a:cubicBezTo>
                      <a:pt x="761" y="746"/>
                      <a:pt x="677" y="967"/>
                      <a:pt x="605" y="1199"/>
                    </a:cubicBezTo>
                    <a:cubicBezTo>
                      <a:pt x="529" y="1450"/>
                      <a:pt x="453" y="1701"/>
                      <a:pt x="373" y="1952"/>
                    </a:cubicBezTo>
                    <a:cubicBezTo>
                      <a:pt x="354" y="2005"/>
                      <a:pt x="339" y="2059"/>
                      <a:pt x="304" y="2104"/>
                    </a:cubicBezTo>
                    <a:cubicBezTo>
                      <a:pt x="259" y="2165"/>
                      <a:pt x="190" y="2199"/>
                      <a:pt x="133" y="2249"/>
                    </a:cubicBezTo>
                    <a:cubicBezTo>
                      <a:pt x="0" y="2371"/>
                      <a:pt x="27" y="2595"/>
                      <a:pt x="99" y="2740"/>
                    </a:cubicBezTo>
                    <a:lnTo>
                      <a:pt x="107" y="2755"/>
                    </a:lnTo>
                    <a:cubicBezTo>
                      <a:pt x="146" y="2733"/>
                      <a:pt x="191" y="2722"/>
                      <a:pt x="239" y="2722"/>
                    </a:cubicBezTo>
                    <a:cubicBezTo>
                      <a:pt x="305" y="2722"/>
                      <a:pt x="375" y="2742"/>
                      <a:pt x="441" y="2778"/>
                    </a:cubicBezTo>
                    <a:cubicBezTo>
                      <a:pt x="529" y="2831"/>
                      <a:pt x="609" y="2899"/>
                      <a:pt x="696" y="2945"/>
                    </a:cubicBezTo>
                    <a:cubicBezTo>
                      <a:pt x="742" y="2968"/>
                      <a:pt x="791" y="2983"/>
                      <a:pt x="837" y="3006"/>
                    </a:cubicBezTo>
                    <a:lnTo>
                      <a:pt x="841" y="3002"/>
                    </a:lnTo>
                    <a:cubicBezTo>
                      <a:pt x="955" y="2949"/>
                      <a:pt x="1001" y="2808"/>
                      <a:pt x="1004" y="2683"/>
                    </a:cubicBezTo>
                    <a:cubicBezTo>
                      <a:pt x="1004" y="2553"/>
                      <a:pt x="970" y="2428"/>
                      <a:pt x="974" y="2302"/>
                    </a:cubicBezTo>
                    <a:cubicBezTo>
                      <a:pt x="978" y="2196"/>
                      <a:pt x="1008" y="2089"/>
                      <a:pt x="1039" y="1986"/>
                    </a:cubicBezTo>
                    <a:cubicBezTo>
                      <a:pt x="1119" y="1720"/>
                      <a:pt x="1198" y="1454"/>
                      <a:pt x="1274" y="1187"/>
                    </a:cubicBezTo>
                    <a:cubicBezTo>
                      <a:pt x="1309" y="1073"/>
                      <a:pt x="1332" y="959"/>
                      <a:pt x="1392" y="860"/>
                    </a:cubicBezTo>
                    <a:cubicBezTo>
                      <a:pt x="1449" y="765"/>
                      <a:pt x="1537" y="689"/>
                      <a:pt x="1598" y="590"/>
                    </a:cubicBezTo>
                    <a:cubicBezTo>
                      <a:pt x="1628" y="541"/>
                      <a:pt x="1655" y="484"/>
                      <a:pt x="1662" y="423"/>
                    </a:cubicBezTo>
                    <a:cubicBezTo>
                      <a:pt x="1666" y="373"/>
                      <a:pt x="1655" y="316"/>
                      <a:pt x="1621" y="278"/>
                    </a:cubicBezTo>
                    <a:cubicBezTo>
                      <a:pt x="1617" y="271"/>
                      <a:pt x="1609" y="267"/>
                      <a:pt x="1605" y="259"/>
                    </a:cubicBezTo>
                    <a:cubicBezTo>
                      <a:pt x="1552" y="217"/>
                      <a:pt x="1480" y="210"/>
                      <a:pt x="1415" y="187"/>
                    </a:cubicBezTo>
                    <a:cubicBezTo>
                      <a:pt x="1290" y="141"/>
                      <a:pt x="1195" y="12"/>
                      <a:pt x="1061" y="1"/>
                    </a:cubicBezTo>
                    <a:close/>
                  </a:path>
                </a:pathLst>
              </a:custGeom>
              <a:solidFill>
                <a:schemeClr val="lt2"/>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54" name="Google Shape;787;p39">
                <a:extLst>
                  <a:ext uri="{FF2B5EF4-FFF2-40B4-BE49-F238E27FC236}">
                    <a16:creationId xmlns:a16="http://schemas.microsoft.com/office/drawing/2014/main" id="{98F1A448-6619-6BFF-A9FD-F09AEA87DADD}"/>
                  </a:ext>
                </a:extLst>
              </p:cNvPr>
              <p:cNvSpPr/>
              <p:nvPr/>
            </p:nvSpPr>
            <p:spPr>
              <a:xfrm>
                <a:off x="-801452" y="787611"/>
                <a:ext cx="165614" cy="299702"/>
              </a:xfrm>
              <a:custGeom>
                <a:avLst/>
                <a:gdLst/>
                <a:ahLst/>
                <a:cxnLst/>
                <a:rect l="l" t="t" r="r" b="b"/>
                <a:pathLst>
                  <a:path w="1287" h="2329" extrusionOk="0">
                    <a:moveTo>
                      <a:pt x="573" y="0"/>
                    </a:moveTo>
                    <a:cubicBezTo>
                      <a:pt x="570" y="0"/>
                      <a:pt x="567" y="0"/>
                      <a:pt x="564" y="1"/>
                    </a:cubicBezTo>
                    <a:cubicBezTo>
                      <a:pt x="480" y="5"/>
                      <a:pt x="457" y="107"/>
                      <a:pt x="465" y="225"/>
                    </a:cubicBezTo>
                    <a:cubicBezTo>
                      <a:pt x="476" y="385"/>
                      <a:pt x="442" y="549"/>
                      <a:pt x="408" y="705"/>
                    </a:cubicBezTo>
                    <a:cubicBezTo>
                      <a:pt x="355" y="963"/>
                      <a:pt x="298" y="1222"/>
                      <a:pt x="244" y="1481"/>
                    </a:cubicBezTo>
                    <a:cubicBezTo>
                      <a:pt x="233" y="1534"/>
                      <a:pt x="221" y="1587"/>
                      <a:pt x="187" y="1633"/>
                    </a:cubicBezTo>
                    <a:cubicBezTo>
                      <a:pt x="153" y="1675"/>
                      <a:pt x="100" y="1701"/>
                      <a:pt x="62" y="1739"/>
                    </a:cubicBezTo>
                    <a:cubicBezTo>
                      <a:pt x="1" y="1793"/>
                      <a:pt x="1" y="1884"/>
                      <a:pt x="16" y="1960"/>
                    </a:cubicBezTo>
                    <a:cubicBezTo>
                      <a:pt x="31" y="2021"/>
                      <a:pt x="77" y="2070"/>
                      <a:pt x="134" y="2093"/>
                    </a:cubicBezTo>
                    <a:lnTo>
                      <a:pt x="134" y="2104"/>
                    </a:lnTo>
                    <a:cubicBezTo>
                      <a:pt x="142" y="2101"/>
                      <a:pt x="149" y="2101"/>
                      <a:pt x="153" y="2101"/>
                    </a:cubicBezTo>
                    <a:cubicBezTo>
                      <a:pt x="159" y="2100"/>
                      <a:pt x="164" y="2100"/>
                      <a:pt x="170" y="2100"/>
                    </a:cubicBezTo>
                    <a:cubicBezTo>
                      <a:pt x="291" y="2100"/>
                      <a:pt x="390" y="2213"/>
                      <a:pt x="507" y="2249"/>
                    </a:cubicBezTo>
                    <a:cubicBezTo>
                      <a:pt x="551" y="2264"/>
                      <a:pt x="600" y="2265"/>
                      <a:pt x="649" y="2265"/>
                    </a:cubicBezTo>
                    <a:cubicBezTo>
                      <a:pt x="664" y="2265"/>
                      <a:pt x="679" y="2265"/>
                      <a:pt x="694" y="2265"/>
                    </a:cubicBezTo>
                    <a:cubicBezTo>
                      <a:pt x="759" y="2265"/>
                      <a:pt x="822" y="2268"/>
                      <a:pt x="876" y="2298"/>
                    </a:cubicBezTo>
                    <a:cubicBezTo>
                      <a:pt x="895" y="2306"/>
                      <a:pt x="906" y="2317"/>
                      <a:pt x="918" y="2329"/>
                    </a:cubicBezTo>
                    <a:cubicBezTo>
                      <a:pt x="990" y="2306"/>
                      <a:pt x="1032" y="2222"/>
                      <a:pt x="1009" y="2150"/>
                    </a:cubicBezTo>
                    <a:cubicBezTo>
                      <a:pt x="997" y="2108"/>
                      <a:pt x="963" y="2074"/>
                      <a:pt x="940" y="2032"/>
                    </a:cubicBezTo>
                    <a:cubicBezTo>
                      <a:pt x="861" y="1888"/>
                      <a:pt x="952" y="1656"/>
                      <a:pt x="975" y="1507"/>
                    </a:cubicBezTo>
                    <a:cubicBezTo>
                      <a:pt x="1009" y="1309"/>
                      <a:pt x="1043" y="1115"/>
                      <a:pt x="1077" y="918"/>
                    </a:cubicBezTo>
                    <a:cubicBezTo>
                      <a:pt x="1093" y="815"/>
                      <a:pt x="1112" y="708"/>
                      <a:pt x="1153" y="613"/>
                    </a:cubicBezTo>
                    <a:cubicBezTo>
                      <a:pt x="1191" y="526"/>
                      <a:pt x="1252" y="446"/>
                      <a:pt x="1271" y="351"/>
                    </a:cubicBezTo>
                    <a:cubicBezTo>
                      <a:pt x="1287" y="271"/>
                      <a:pt x="1260" y="172"/>
                      <a:pt x="1188" y="134"/>
                    </a:cubicBezTo>
                    <a:cubicBezTo>
                      <a:pt x="1180" y="126"/>
                      <a:pt x="1169" y="123"/>
                      <a:pt x="1153" y="119"/>
                    </a:cubicBezTo>
                    <a:cubicBezTo>
                      <a:pt x="1145" y="117"/>
                      <a:pt x="1136" y="116"/>
                      <a:pt x="1126" y="116"/>
                    </a:cubicBezTo>
                    <a:cubicBezTo>
                      <a:pt x="1059" y="116"/>
                      <a:pt x="988" y="161"/>
                      <a:pt x="914" y="161"/>
                    </a:cubicBezTo>
                    <a:cubicBezTo>
                      <a:pt x="830" y="157"/>
                      <a:pt x="762" y="92"/>
                      <a:pt x="689" y="46"/>
                    </a:cubicBezTo>
                    <a:cubicBezTo>
                      <a:pt x="641" y="16"/>
                      <a:pt x="603" y="0"/>
                      <a:pt x="573" y="0"/>
                    </a:cubicBezTo>
                    <a:close/>
                  </a:path>
                </a:pathLst>
              </a:custGeom>
              <a:solidFill>
                <a:schemeClr val="lt2"/>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55" name="Google Shape;788;p39">
                <a:extLst>
                  <a:ext uri="{FF2B5EF4-FFF2-40B4-BE49-F238E27FC236}">
                    <a16:creationId xmlns:a16="http://schemas.microsoft.com/office/drawing/2014/main" id="{59F7A715-CE93-4062-1E26-5FF0CE137BB6}"/>
                  </a:ext>
                </a:extLst>
              </p:cNvPr>
              <p:cNvSpPr/>
              <p:nvPr/>
            </p:nvSpPr>
            <p:spPr>
              <a:xfrm>
                <a:off x="-944290" y="2408494"/>
                <a:ext cx="200230" cy="424009"/>
              </a:xfrm>
              <a:custGeom>
                <a:avLst/>
                <a:gdLst/>
                <a:ahLst/>
                <a:cxnLst/>
                <a:rect l="l" t="t" r="r" b="b"/>
                <a:pathLst>
                  <a:path w="1556" h="3295" extrusionOk="0">
                    <a:moveTo>
                      <a:pt x="1198" y="0"/>
                    </a:moveTo>
                    <a:cubicBezTo>
                      <a:pt x="1114" y="0"/>
                      <a:pt x="1040" y="55"/>
                      <a:pt x="981" y="114"/>
                    </a:cubicBezTo>
                    <a:cubicBezTo>
                      <a:pt x="921" y="175"/>
                      <a:pt x="864" y="244"/>
                      <a:pt x="784" y="274"/>
                    </a:cubicBezTo>
                    <a:cubicBezTo>
                      <a:pt x="745" y="288"/>
                      <a:pt x="706" y="292"/>
                      <a:pt x="666" y="292"/>
                    </a:cubicBezTo>
                    <a:cubicBezTo>
                      <a:pt x="606" y="292"/>
                      <a:pt x="546" y="282"/>
                      <a:pt x="487" y="278"/>
                    </a:cubicBezTo>
                    <a:cubicBezTo>
                      <a:pt x="466" y="276"/>
                      <a:pt x="444" y="275"/>
                      <a:pt x="423" y="275"/>
                    </a:cubicBezTo>
                    <a:cubicBezTo>
                      <a:pt x="271" y="275"/>
                      <a:pt x="118" y="323"/>
                      <a:pt x="8" y="426"/>
                    </a:cubicBezTo>
                    <a:lnTo>
                      <a:pt x="0" y="430"/>
                    </a:lnTo>
                    <a:cubicBezTo>
                      <a:pt x="65" y="594"/>
                      <a:pt x="76" y="788"/>
                      <a:pt x="46" y="963"/>
                    </a:cubicBezTo>
                    <a:cubicBezTo>
                      <a:pt x="42" y="985"/>
                      <a:pt x="34" y="1008"/>
                      <a:pt x="30" y="1031"/>
                    </a:cubicBezTo>
                    <a:cubicBezTo>
                      <a:pt x="88" y="1225"/>
                      <a:pt x="217" y="1385"/>
                      <a:pt x="312" y="1564"/>
                    </a:cubicBezTo>
                    <a:cubicBezTo>
                      <a:pt x="487" y="1879"/>
                      <a:pt x="529" y="2203"/>
                      <a:pt x="559" y="2553"/>
                    </a:cubicBezTo>
                    <a:cubicBezTo>
                      <a:pt x="597" y="2948"/>
                      <a:pt x="605" y="2895"/>
                      <a:pt x="612" y="3291"/>
                    </a:cubicBezTo>
                    <a:lnTo>
                      <a:pt x="612" y="3295"/>
                    </a:lnTo>
                    <a:cubicBezTo>
                      <a:pt x="932" y="3249"/>
                      <a:pt x="1248" y="3188"/>
                      <a:pt x="1556" y="3108"/>
                    </a:cubicBezTo>
                    <a:lnTo>
                      <a:pt x="1552" y="3093"/>
                    </a:lnTo>
                    <a:cubicBezTo>
                      <a:pt x="1484" y="2283"/>
                      <a:pt x="1442" y="1819"/>
                      <a:pt x="1373" y="1008"/>
                    </a:cubicBezTo>
                    <a:cubicBezTo>
                      <a:pt x="1362" y="890"/>
                      <a:pt x="1354" y="769"/>
                      <a:pt x="1369" y="651"/>
                    </a:cubicBezTo>
                    <a:cubicBezTo>
                      <a:pt x="1389" y="506"/>
                      <a:pt x="1438" y="365"/>
                      <a:pt x="1415" y="217"/>
                    </a:cubicBezTo>
                    <a:cubicBezTo>
                      <a:pt x="1396" y="107"/>
                      <a:pt x="1312" y="4"/>
                      <a:pt x="1206" y="0"/>
                    </a:cubicBezTo>
                    <a:cubicBezTo>
                      <a:pt x="1203" y="0"/>
                      <a:pt x="1200" y="0"/>
                      <a:pt x="1198" y="0"/>
                    </a:cubicBezTo>
                    <a:close/>
                  </a:path>
                </a:pathLst>
              </a:custGeom>
              <a:solidFill>
                <a:schemeClr val="lt2"/>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56" name="Google Shape;789;p39">
                <a:extLst>
                  <a:ext uri="{FF2B5EF4-FFF2-40B4-BE49-F238E27FC236}">
                    <a16:creationId xmlns:a16="http://schemas.microsoft.com/office/drawing/2014/main" id="{9D8477F1-2741-0D89-F718-B871E547525C}"/>
                  </a:ext>
                </a:extLst>
              </p:cNvPr>
              <p:cNvSpPr/>
              <p:nvPr/>
            </p:nvSpPr>
            <p:spPr>
              <a:xfrm>
                <a:off x="-964364" y="2193080"/>
                <a:ext cx="203704" cy="170890"/>
              </a:xfrm>
              <a:custGeom>
                <a:avLst/>
                <a:gdLst/>
                <a:ahLst/>
                <a:cxnLst/>
                <a:rect l="l" t="t" r="r" b="b"/>
                <a:pathLst>
                  <a:path w="1583" h="1328" extrusionOk="0">
                    <a:moveTo>
                      <a:pt x="1472" y="0"/>
                    </a:moveTo>
                    <a:cubicBezTo>
                      <a:pt x="1453" y="27"/>
                      <a:pt x="1430" y="46"/>
                      <a:pt x="1404" y="65"/>
                    </a:cubicBezTo>
                    <a:cubicBezTo>
                      <a:pt x="1255" y="168"/>
                      <a:pt x="1168" y="312"/>
                      <a:pt x="989" y="381"/>
                    </a:cubicBezTo>
                    <a:cubicBezTo>
                      <a:pt x="875" y="426"/>
                      <a:pt x="746" y="445"/>
                      <a:pt x="643" y="510"/>
                    </a:cubicBezTo>
                    <a:cubicBezTo>
                      <a:pt x="548" y="567"/>
                      <a:pt x="479" y="655"/>
                      <a:pt x="426" y="750"/>
                    </a:cubicBezTo>
                    <a:cubicBezTo>
                      <a:pt x="393" y="808"/>
                      <a:pt x="350" y="883"/>
                      <a:pt x="283" y="883"/>
                    </a:cubicBezTo>
                    <a:cubicBezTo>
                      <a:pt x="280" y="883"/>
                      <a:pt x="277" y="883"/>
                      <a:pt x="274" y="883"/>
                    </a:cubicBezTo>
                    <a:cubicBezTo>
                      <a:pt x="228" y="879"/>
                      <a:pt x="194" y="841"/>
                      <a:pt x="160" y="811"/>
                    </a:cubicBezTo>
                    <a:cubicBezTo>
                      <a:pt x="135" y="789"/>
                      <a:pt x="103" y="769"/>
                      <a:pt x="73" y="769"/>
                    </a:cubicBezTo>
                    <a:cubicBezTo>
                      <a:pt x="61" y="769"/>
                      <a:pt x="49" y="773"/>
                      <a:pt x="38" y="780"/>
                    </a:cubicBezTo>
                    <a:cubicBezTo>
                      <a:pt x="23" y="788"/>
                      <a:pt x="11" y="803"/>
                      <a:pt x="0" y="814"/>
                    </a:cubicBezTo>
                    <a:lnTo>
                      <a:pt x="4" y="818"/>
                    </a:lnTo>
                    <a:cubicBezTo>
                      <a:pt x="141" y="951"/>
                      <a:pt x="278" y="1081"/>
                      <a:pt x="411" y="1210"/>
                    </a:cubicBezTo>
                    <a:cubicBezTo>
                      <a:pt x="449" y="1244"/>
                      <a:pt x="483" y="1282"/>
                      <a:pt x="529" y="1305"/>
                    </a:cubicBezTo>
                    <a:cubicBezTo>
                      <a:pt x="554" y="1318"/>
                      <a:pt x="573" y="1323"/>
                      <a:pt x="593" y="1323"/>
                    </a:cubicBezTo>
                    <a:cubicBezTo>
                      <a:pt x="610" y="1323"/>
                      <a:pt x="626" y="1320"/>
                      <a:pt x="647" y="1313"/>
                    </a:cubicBezTo>
                    <a:cubicBezTo>
                      <a:pt x="670" y="1323"/>
                      <a:pt x="694" y="1327"/>
                      <a:pt x="718" y="1327"/>
                    </a:cubicBezTo>
                    <a:cubicBezTo>
                      <a:pt x="763" y="1327"/>
                      <a:pt x="809" y="1313"/>
                      <a:pt x="856" y="1298"/>
                    </a:cubicBezTo>
                    <a:cubicBezTo>
                      <a:pt x="905" y="1282"/>
                      <a:pt x="955" y="1267"/>
                      <a:pt x="1004" y="1267"/>
                    </a:cubicBezTo>
                    <a:cubicBezTo>
                      <a:pt x="1077" y="1267"/>
                      <a:pt x="1146" y="1302"/>
                      <a:pt x="1218" y="1302"/>
                    </a:cubicBezTo>
                    <a:cubicBezTo>
                      <a:pt x="1222" y="1302"/>
                      <a:pt x="1225" y="1302"/>
                      <a:pt x="1229" y="1301"/>
                    </a:cubicBezTo>
                    <a:cubicBezTo>
                      <a:pt x="1331" y="1290"/>
                      <a:pt x="1411" y="1195"/>
                      <a:pt x="1446" y="1096"/>
                    </a:cubicBezTo>
                    <a:cubicBezTo>
                      <a:pt x="1518" y="879"/>
                      <a:pt x="1446" y="636"/>
                      <a:pt x="1506" y="415"/>
                    </a:cubicBezTo>
                    <a:cubicBezTo>
                      <a:pt x="1529" y="343"/>
                      <a:pt x="1567" y="274"/>
                      <a:pt x="1575" y="194"/>
                    </a:cubicBezTo>
                    <a:cubicBezTo>
                      <a:pt x="1583" y="118"/>
                      <a:pt x="1552" y="31"/>
                      <a:pt x="1476" y="4"/>
                    </a:cubicBezTo>
                    <a:lnTo>
                      <a:pt x="1472" y="0"/>
                    </a:lnTo>
                    <a:close/>
                  </a:path>
                </a:pathLst>
              </a:custGeom>
              <a:solidFill>
                <a:schemeClr val="lt2"/>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57" name="Google Shape;790;p39">
                <a:extLst>
                  <a:ext uri="{FF2B5EF4-FFF2-40B4-BE49-F238E27FC236}">
                    <a16:creationId xmlns:a16="http://schemas.microsoft.com/office/drawing/2014/main" id="{1AAB3F3D-B4A3-2A0C-8E30-FA7A127E9CAD}"/>
                  </a:ext>
                </a:extLst>
              </p:cNvPr>
              <p:cNvSpPr/>
              <p:nvPr/>
            </p:nvSpPr>
            <p:spPr>
              <a:xfrm>
                <a:off x="-1017253" y="1486227"/>
                <a:ext cx="253633" cy="621022"/>
              </a:xfrm>
              <a:custGeom>
                <a:avLst/>
                <a:gdLst/>
                <a:ahLst/>
                <a:cxnLst/>
                <a:rect l="l" t="t" r="r" b="b"/>
                <a:pathLst>
                  <a:path w="1971" h="4826" extrusionOk="0">
                    <a:moveTo>
                      <a:pt x="1556" y="0"/>
                    </a:moveTo>
                    <a:cubicBezTo>
                      <a:pt x="1446" y="0"/>
                      <a:pt x="1332" y="50"/>
                      <a:pt x="1256" y="133"/>
                    </a:cubicBezTo>
                    <a:cubicBezTo>
                      <a:pt x="1244" y="145"/>
                      <a:pt x="1233" y="156"/>
                      <a:pt x="1225" y="168"/>
                    </a:cubicBezTo>
                    <a:cubicBezTo>
                      <a:pt x="1130" y="293"/>
                      <a:pt x="1024" y="415"/>
                      <a:pt x="936" y="544"/>
                    </a:cubicBezTo>
                    <a:cubicBezTo>
                      <a:pt x="799" y="750"/>
                      <a:pt x="978" y="1065"/>
                      <a:pt x="932" y="1297"/>
                    </a:cubicBezTo>
                    <a:cubicBezTo>
                      <a:pt x="894" y="1503"/>
                      <a:pt x="841" y="1701"/>
                      <a:pt x="795" y="1902"/>
                    </a:cubicBezTo>
                    <a:cubicBezTo>
                      <a:pt x="700" y="2328"/>
                      <a:pt x="605" y="2754"/>
                      <a:pt x="510" y="3180"/>
                    </a:cubicBezTo>
                    <a:cubicBezTo>
                      <a:pt x="483" y="3287"/>
                      <a:pt x="457" y="3401"/>
                      <a:pt x="388" y="3489"/>
                    </a:cubicBezTo>
                    <a:cubicBezTo>
                      <a:pt x="297" y="3603"/>
                      <a:pt x="130" y="3645"/>
                      <a:pt x="57" y="3774"/>
                    </a:cubicBezTo>
                    <a:cubicBezTo>
                      <a:pt x="65" y="3831"/>
                      <a:pt x="72" y="3884"/>
                      <a:pt x="84" y="3941"/>
                    </a:cubicBezTo>
                    <a:cubicBezTo>
                      <a:pt x="114" y="4105"/>
                      <a:pt x="251" y="4485"/>
                      <a:pt x="23" y="4565"/>
                    </a:cubicBezTo>
                    <a:lnTo>
                      <a:pt x="27" y="4569"/>
                    </a:lnTo>
                    <a:cubicBezTo>
                      <a:pt x="0" y="4580"/>
                      <a:pt x="0" y="4618"/>
                      <a:pt x="12" y="4645"/>
                    </a:cubicBezTo>
                    <a:cubicBezTo>
                      <a:pt x="53" y="4748"/>
                      <a:pt x="160" y="4816"/>
                      <a:pt x="270" y="4824"/>
                    </a:cubicBezTo>
                    <a:cubicBezTo>
                      <a:pt x="279" y="4825"/>
                      <a:pt x="288" y="4825"/>
                      <a:pt x="297" y="4825"/>
                    </a:cubicBezTo>
                    <a:cubicBezTo>
                      <a:pt x="326" y="4825"/>
                      <a:pt x="355" y="4820"/>
                      <a:pt x="384" y="4809"/>
                    </a:cubicBezTo>
                    <a:cubicBezTo>
                      <a:pt x="434" y="4790"/>
                      <a:pt x="480" y="4759"/>
                      <a:pt x="529" y="4748"/>
                    </a:cubicBezTo>
                    <a:cubicBezTo>
                      <a:pt x="543" y="4745"/>
                      <a:pt x="557" y="4744"/>
                      <a:pt x="572" y="4744"/>
                    </a:cubicBezTo>
                    <a:cubicBezTo>
                      <a:pt x="632" y="4744"/>
                      <a:pt x="694" y="4765"/>
                      <a:pt x="753" y="4765"/>
                    </a:cubicBezTo>
                    <a:cubicBezTo>
                      <a:pt x="774" y="4765"/>
                      <a:pt x="794" y="4762"/>
                      <a:pt x="814" y="4755"/>
                    </a:cubicBezTo>
                    <a:cubicBezTo>
                      <a:pt x="887" y="4733"/>
                      <a:pt x="932" y="4668"/>
                      <a:pt x="970" y="4607"/>
                    </a:cubicBezTo>
                    <a:cubicBezTo>
                      <a:pt x="974" y="4599"/>
                      <a:pt x="982" y="4592"/>
                      <a:pt x="985" y="4584"/>
                    </a:cubicBezTo>
                    <a:cubicBezTo>
                      <a:pt x="1027" y="4520"/>
                      <a:pt x="1065" y="4451"/>
                      <a:pt x="1077" y="4375"/>
                    </a:cubicBezTo>
                    <a:cubicBezTo>
                      <a:pt x="1088" y="4295"/>
                      <a:pt x="1069" y="4223"/>
                      <a:pt x="1050" y="4151"/>
                    </a:cubicBezTo>
                    <a:cubicBezTo>
                      <a:pt x="1031" y="4082"/>
                      <a:pt x="1016" y="4010"/>
                      <a:pt x="1031" y="3930"/>
                    </a:cubicBezTo>
                    <a:cubicBezTo>
                      <a:pt x="1126" y="3473"/>
                      <a:pt x="1233" y="3013"/>
                      <a:pt x="1354" y="2560"/>
                    </a:cubicBezTo>
                    <a:cubicBezTo>
                      <a:pt x="1450" y="2176"/>
                      <a:pt x="1514" y="1701"/>
                      <a:pt x="1720" y="1358"/>
                    </a:cubicBezTo>
                    <a:cubicBezTo>
                      <a:pt x="1765" y="1286"/>
                      <a:pt x="1822" y="1218"/>
                      <a:pt x="1849" y="1138"/>
                    </a:cubicBezTo>
                    <a:cubicBezTo>
                      <a:pt x="1883" y="1035"/>
                      <a:pt x="1864" y="925"/>
                      <a:pt x="1864" y="818"/>
                    </a:cubicBezTo>
                    <a:cubicBezTo>
                      <a:pt x="1860" y="624"/>
                      <a:pt x="1971" y="434"/>
                      <a:pt x="1914" y="251"/>
                    </a:cubicBezTo>
                    <a:cubicBezTo>
                      <a:pt x="1906" y="228"/>
                      <a:pt x="1895" y="206"/>
                      <a:pt x="1883" y="183"/>
                    </a:cubicBezTo>
                    <a:cubicBezTo>
                      <a:pt x="1815" y="69"/>
                      <a:pt x="1685" y="0"/>
                      <a:pt x="1556" y="0"/>
                    </a:cubicBezTo>
                    <a:close/>
                  </a:path>
                </a:pathLst>
              </a:custGeom>
              <a:solidFill>
                <a:schemeClr val="lt2"/>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58" name="Google Shape;791;p39">
                <a:extLst>
                  <a:ext uri="{FF2B5EF4-FFF2-40B4-BE49-F238E27FC236}">
                    <a16:creationId xmlns:a16="http://schemas.microsoft.com/office/drawing/2014/main" id="{59502F7C-7051-94E8-00AE-3A319FCDBE87}"/>
                  </a:ext>
                </a:extLst>
              </p:cNvPr>
              <p:cNvSpPr/>
              <p:nvPr/>
            </p:nvSpPr>
            <p:spPr>
              <a:xfrm>
                <a:off x="-937985" y="489840"/>
                <a:ext cx="131256" cy="193152"/>
              </a:xfrm>
              <a:custGeom>
                <a:avLst/>
                <a:gdLst/>
                <a:ahLst/>
                <a:cxnLst/>
                <a:rect l="l" t="t" r="r" b="b"/>
                <a:pathLst>
                  <a:path w="1020" h="1501" extrusionOk="0">
                    <a:moveTo>
                      <a:pt x="683" y="1"/>
                    </a:moveTo>
                    <a:cubicBezTo>
                      <a:pt x="604" y="1"/>
                      <a:pt x="524" y="38"/>
                      <a:pt x="461" y="124"/>
                    </a:cubicBezTo>
                    <a:cubicBezTo>
                      <a:pt x="388" y="219"/>
                      <a:pt x="366" y="337"/>
                      <a:pt x="343" y="455"/>
                    </a:cubicBezTo>
                    <a:cubicBezTo>
                      <a:pt x="324" y="550"/>
                      <a:pt x="305" y="649"/>
                      <a:pt x="286" y="747"/>
                    </a:cubicBezTo>
                    <a:cubicBezTo>
                      <a:pt x="274" y="820"/>
                      <a:pt x="255" y="903"/>
                      <a:pt x="194" y="953"/>
                    </a:cubicBezTo>
                    <a:cubicBezTo>
                      <a:pt x="164" y="980"/>
                      <a:pt x="122" y="991"/>
                      <a:pt x="92" y="1014"/>
                    </a:cubicBezTo>
                    <a:cubicBezTo>
                      <a:pt x="16" y="1071"/>
                      <a:pt x="0" y="1196"/>
                      <a:pt x="61" y="1269"/>
                    </a:cubicBezTo>
                    <a:lnTo>
                      <a:pt x="61" y="1276"/>
                    </a:lnTo>
                    <a:cubicBezTo>
                      <a:pt x="88" y="1276"/>
                      <a:pt x="122" y="1284"/>
                      <a:pt x="160" y="1307"/>
                    </a:cubicBezTo>
                    <a:cubicBezTo>
                      <a:pt x="198" y="1326"/>
                      <a:pt x="225" y="1356"/>
                      <a:pt x="259" y="1379"/>
                    </a:cubicBezTo>
                    <a:cubicBezTo>
                      <a:pt x="316" y="1425"/>
                      <a:pt x="392" y="1447"/>
                      <a:pt x="468" y="1447"/>
                    </a:cubicBezTo>
                    <a:cubicBezTo>
                      <a:pt x="514" y="1447"/>
                      <a:pt x="562" y="1441"/>
                      <a:pt x="609" y="1441"/>
                    </a:cubicBezTo>
                    <a:cubicBezTo>
                      <a:pt x="624" y="1441"/>
                      <a:pt x="640" y="1442"/>
                      <a:pt x="655" y="1444"/>
                    </a:cubicBezTo>
                    <a:cubicBezTo>
                      <a:pt x="712" y="1447"/>
                      <a:pt x="750" y="1470"/>
                      <a:pt x="773" y="1501"/>
                    </a:cubicBezTo>
                    <a:cubicBezTo>
                      <a:pt x="864" y="1485"/>
                      <a:pt x="921" y="1390"/>
                      <a:pt x="929" y="1299"/>
                    </a:cubicBezTo>
                    <a:cubicBezTo>
                      <a:pt x="940" y="1204"/>
                      <a:pt x="913" y="1109"/>
                      <a:pt x="910" y="1014"/>
                    </a:cubicBezTo>
                    <a:cubicBezTo>
                      <a:pt x="906" y="892"/>
                      <a:pt x="936" y="770"/>
                      <a:pt x="967" y="652"/>
                    </a:cubicBezTo>
                    <a:cubicBezTo>
                      <a:pt x="993" y="534"/>
                      <a:pt x="1020" y="413"/>
                      <a:pt x="997" y="291"/>
                    </a:cubicBezTo>
                    <a:cubicBezTo>
                      <a:pt x="968" y="124"/>
                      <a:pt x="827" y="1"/>
                      <a:pt x="683" y="1"/>
                    </a:cubicBezTo>
                    <a:close/>
                  </a:path>
                </a:pathLst>
              </a:custGeom>
              <a:solidFill>
                <a:schemeClr val="lt2"/>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59" name="Google Shape;792;p39">
                <a:extLst>
                  <a:ext uri="{FF2B5EF4-FFF2-40B4-BE49-F238E27FC236}">
                    <a16:creationId xmlns:a16="http://schemas.microsoft.com/office/drawing/2014/main" id="{B8F057B5-D1AC-8092-241E-634D6749B25C}"/>
                  </a:ext>
                </a:extLst>
              </p:cNvPr>
              <p:cNvSpPr/>
              <p:nvPr/>
            </p:nvSpPr>
            <p:spPr>
              <a:xfrm>
                <a:off x="-1081852" y="924014"/>
                <a:ext cx="218889" cy="498645"/>
              </a:xfrm>
              <a:custGeom>
                <a:avLst/>
                <a:gdLst/>
                <a:ahLst/>
                <a:cxnLst/>
                <a:rect l="l" t="t" r="r" b="b"/>
                <a:pathLst>
                  <a:path w="1701" h="3875" extrusionOk="0">
                    <a:moveTo>
                      <a:pt x="831" y="1"/>
                    </a:moveTo>
                    <a:cubicBezTo>
                      <a:pt x="800" y="1"/>
                      <a:pt x="769" y="6"/>
                      <a:pt x="738" y="17"/>
                    </a:cubicBezTo>
                    <a:cubicBezTo>
                      <a:pt x="727" y="25"/>
                      <a:pt x="711" y="29"/>
                      <a:pt x="700" y="36"/>
                    </a:cubicBezTo>
                    <a:cubicBezTo>
                      <a:pt x="590" y="101"/>
                      <a:pt x="533" y="238"/>
                      <a:pt x="555" y="360"/>
                    </a:cubicBezTo>
                    <a:cubicBezTo>
                      <a:pt x="609" y="599"/>
                      <a:pt x="723" y="721"/>
                      <a:pt x="673" y="984"/>
                    </a:cubicBezTo>
                    <a:cubicBezTo>
                      <a:pt x="616" y="1307"/>
                      <a:pt x="559" y="1634"/>
                      <a:pt x="502" y="1957"/>
                    </a:cubicBezTo>
                    <a:cubicBezTo>
                      <a:pt x="457" y="2216"/>
                      <a:pt x="445" y="2558"/>
                      <a:pt x="316" y="2791"/>
                    </a:cubicBezTo>
                    <a:cubicBezTo>
                      <a:pt x="251" y="2908"/>
                      <a:pt x="164" y="3015"/>
                      <a:pt x="99" y="3137"/>
                    </a:cubicBezTo>
                    <a:cubicBezTo>
                      <a:pt x="38" y="3258"/>
                      <a:pt x="0" y="3403"/>
                      <a:pt x="46" y="3529"/>
                    </a:cubicBezTo>
                    <a:cubicBezTo>
                      <a:pt x="83" y="3635"/>
                      <a:pt x="191" y="3719"/>
                      <a:pt x="301" y="3719"/>
                    </a:cubicBezTo>
                    <a:cubicBezTo>
                      <a:pt x="324" y="3719"/>
                      <a:pt x="347" y="3715"/>
                      <a:pt x="369" y="3707"/>
                    </a:cubicBezTo>
                    <a:lnTo>
                      <a:pt x="373" y="3715"/>
                    </a:lnTo>
                    <a:cubicBezTo>
                      <a:pt x="430" y="3690"/>
                      <a:pt x="493" y="3678"/>
                      <a:pt x="556" y="3678"/>
                    </a:cubicBezTo>
                    <a:cubicBezTo>
                      <a:pt x="589" y="3678"/>
                      <a:pt x="623" y="3682"/>
                      <a:pt x="654" y="3688"/>
                    </a:cubicBezTo>
                    <a:cubicBezTo>
                      <a:pt x="768" y="3711"/>
                      <a:pt x="871" y="3780"/>
                      <a:pt x="943" y="3875"/>
                    </a:cubicBezTo>
                    <a:lnTo>
                      <a:pt x="962" y="3871"/>
                    </a:lnTo>
                    <a:cubicBezTo>
                      <a:pt x="1122" y="3852"/>
                      <a:pt x="1244" y="3673"/>
                      <a:pt x="1202" y="3517"/>
                    </a:cubicBezTo>
                    <a:cubicBezTo>
                      <a:pt x="1187" y="3464"/>
                      <a:pt x="1157" y="3414"/>
                      <a:pt x="1137" y="3365"/>
                    </a:cubicBezTo>
                    <a:cubicBezTo>
                      <a:pt x="1073" y="3217"/>
                      <a:pt x="1084" y="3045"/>
                      <a:pt x="1107" y="2886"/>
                    </a:cubicBezTo>
                    <a:cubicBezTo>
                      <a:pt x="1141" y="2597"/>
                      <a:pt x="1202" y="2315"/>
                      <a:pt x="1267" y="2030"/>
                    </a:cubicBezTo>
                    <a:cubicBezTo>
                      <a:pt x="1331" y="1718"/>
                      <a:pt x="1400" y="1410"/>
                      <a:pt x="1468" y="1098"/>
                    </a:cubicBezTo>
                    <a:cubicBezTo>
                      <a:pt x="1499" y="961"/>
                      <a:pt x="1518" y="816"/>
                      <a:pt x="1552" y="683"/>
                    </a:cubicBezTo>
                    <a:cubicBezTo>
                      <a:pt x="1586" y="565"/>
                      <a:pt x="1681" y="459"/>
                      <a:pt x="1693" y="337"/>
                    </a:cubicBezTo>
                    <a:cubicBezTo>
                      <a:pt x="1700" y="261"/>
                      <a:pt x="1662" y="177"/>
                      <a:pt x="1598" y="135"/>
                    </a:cubicBezTo>
                    <a:cubicBezTo>
                      <a:pt x="1594" y="135"/>
                      <a:pt x="1590" y="135"/>
                      <a:pt x="1590" y="131"/>
                    </a:cubicBezTo>
                    <a:cubicBezTo>
                      <a:pt x="1537" y="101"/>
                      <a:pt x="1476" y="94"/>
                      <a:pt x="1412" y="94"/>
                    </a:cubicBezTo>
                    <a:cubicBezTo>
                      <a:pt x="1367" y="94"/>
                      <a:pt x="1320" y="98"/>
                      <a:pt x="1273" y="98"/>
                    </a:cubicBezTo>
                    <a:cubicBezTo>
                      <a:pt x="1265" y="98"/>
                      <a:pt x="1256" y="97"/>
                      <a:pt x="1248" y="97"/>
                    </a:cubicBezTo>
                    <a:cubicBezTo>
                      <a:pt x="1105" y="97"/>
                      <a:pt x="969" y="1"/>
                      <a:pt x="831" y="1"/>
                    </a:cubicBezTo>
                    <a:close/>
                  </a:path>
                </a:pathLst>
              </a:custGeom>
              <a:solidFill>
                <a:schemeClr val="lt2"/>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60" name="Google Shape;793;p39">
                <a:extLst>
                  <a:ext uri="{FF2B5EF4-FFF2-40B4-BE49-F238E27FC236}">
                    <a16:creationId xmlns:a16="http://schemas.microsoft.com/office/drawing/2014/main" id="{4352939E-F1EF-689B-ECDA-DE8840875D1B}"/>
                  </a:ext>
                </a:extLst>
              </p:cNvPr>
              <p:cNvSpPr/>
              <p:nvPr/>
            </p:nvSpPr>
            <p:spPr>
              <a:xfrm>
                <a:off x="-1298296" y="2365900"/>
                <a:ext cx="363914" cy="479857"/>
              </a:xfrm>
              <a:custGeom>
                <a:avLst/>
                <a:gdLst/>
                <a:ahLst/>
                <a:cxnLst/>
                <a:rect l="l" t="t" r="r" b="b"/>
                <a:pathLst>
                  <a:path w="2828" h="3729" extrusionOk="0">
                    <a:moveTo>
                      <a:pt x="607" y="1"/>
                    </a:moveTo>
                    <a:cubicBezTo>
                      <a:pt x="483" y="1"/>
                      <a:pt x="374" y="59"/>
                      <a:pt x="290" y="149"/>
                    </a:cubicBezTo>
                    <a:cubicBezTo>
                      <a:pt x="233" y="209"/>
                      <a:pt x="183" y="286"/>
                      <a:pt x="153" y="369"/>
                    </a:cubicBezTo>
                    <a:cubicBezTo>
                      <a:pt x="1" y="750"/>
                      <a:pt x="130" y="1183"/>
                      <a:pt x="305" y="1556"/>
                    </a:cubicBezTo>
                    <a:cubicBezTo>
                      <a:pt x="472" y="1914"/>
                      <a:pt x="754" y="2325"/>
                      <a:pt x="716" y="2732"/>
                    </a:cubicBezTo>
                    <a:cubicBezTo>
                      <a:pt x="674" y="3196"/>
                      <a:pt x="712" y="3196"/>
                      <a:pt x="697" y="3648"/>
                    </a:cubicBezTo>
                    <a:cubicBezTo>
                      <a:pt x="780" y="3656"/>
                      <a:pt x="868" y="3667"/>
                      <a:pt x="955" y="3675"/>
                    </a:cubicBezTo>
                    <a:cubicBezTo>
                      <a:pt x="1283" y="3709"/>
                      <a:pt x="1617" y="3728"/>
                      <a:pt x="1952" y="3728"/>
                    </a:cubicBezTo>
                    <a:cubicBezTo>
                      <a:pt x="2089" y="3728"/>
                      <a:pt x="2222" y="3724"/>
                      <a:pt x="2352" y="3717"/>
                    </a:cubicBezTo>
                    <a:lnTo>
                      <a:pt x="2352" y="3226"/>
                    </a:lnTo>
                    <a:cubicBezTo>
                      <a:pt x="2352" y="2827"/>
                      <a:pt x="2329" y="2431"/>
                      <a:pt x="2500" y="2058"/>
                    </a:cubicBezTo>
                    <a:cubicBezTo>
                      <a:pt x="2606" y="1826"/>
                      <a:pt x="2724" y="1609"/>
                      <a:pt x="2781" y="1362"/>
                    </a:cubicBezTo>
                    <a:cubicBezTo>
                      <a:pt x="2785" y="1339"/>
                      <a:pt x="2793" y="1316"/>
                      <a:pt x="2797" y="1294"/>
                    </a:cubicBezTo>
                    <a:cubicBezTo>
                      <a:pt x="2827" y="1119"/>
                      <a:pt x="2816" y="925"/>
                      <a:pt x="2751" y="761"/>
                    </a:cubicBezTo>
                    <a:cubicBezTo>
                      <a:pt x="2724" y="700"/>
                      <a:pt x="2694" y="643"/>
                      <a:pt x="2656" y="594"/>
                    </a:cubicBezTo>
                    <a:cubicBezTo>
                      <a:pt x="2637" y="567"/>
                      <a:pt x="2614" y="544"/>
                      <a:pt x="2591" y="521"/>
                    </a:cubicBezTo>
                    <a:cubicBezTo>
                      <a:pt x="2538" y="472"/>
                      <a:pt x="2477" y="430"/>
                      <a:pt x="2412" y="392"/>
                    </a:cubicBezTo>
                    <a:cubicBezTo>
                      <a:pt x="2336" y="350"/>
                      <a:pt x="2260" y="320"/>
                      <a:pt x="2180" y="301"/>
                    </a:cubicBezTo>
                    <a:cubicBezTo>
                      <a:pt x="2080" y="276"/>
                      <a:pt x="1977" y="266"/>
                      <a:pt x="1874" y="266"/>
                    </a:cubicBezTo>
                    <a:cubicBezTo>
                      <a:pt x="1787" y="266"/>
                      <a:pt x="1699" y="273"/>
                      <a:pt x="1614" y="286"/>
                    </a:cubicBezTo>
                    <a:cubicBezTo>
                      <a:pt x="1525" y="297"/>
                      <a:pt x="1434" y="313"/>
                      <a:pt x="1346" y="313"/>
                    </a:cubicBezTo>
                    <a:cubicBezTo>
                      <a:pt x="1291" y="313"/>
                      <a:pt x="1237" y="307"/>
                      <a:pt x="1184" y="289"/>
                    </a:cubicBezTo>
                    <a:cubicBezTo>
                      <a:pt x="1035" y="236"/>
                      <a:pt x="925" y="103"/>
                      <a:pt x="780" y="38"/>
                    </a:cubicBezTo>
                    <a:cubicBezTo>
                      <a:pt x="721" y="12"/>
                      <a:pt x="662" y="1"/>
                      <a:pt x="607" y="1"/>
                    </a:cubicBezTo>
                    <a:close/>
                  </a:path>
                </a:pathLst>
              </a:custGeom>
              <a:solidFill>
                <a:schemeClr val="lt2"/>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61" name="Google Shape;794;p39">
                <a:extLst>
                  <a:ext uri="{FF2B5EF4-FFF2-40B4-BE49-F238E27FC236}">
                    <a16:creationId xmlns:a16="http://schemas.microsoft.com/office/drawing/2014/main" id="{27F1EE4E-B170-C685-FA60-89BBD749BF6B}"/>
                  </a:ext>
                </a:extLst>
              </p:cNvPr>
              <p:cNvSpPr/>
              <p:nvPr/>
            </p:nvSpPr>
            <p:spPr>
              <a:xfrm>
                <a:off x="-1162150" y="2073663"/>
                <a:ext cx="190450" cy="294426"/>
              </a:xfrm>
              <a:custGeom>
                <a:avLst/>
                <a:gdLst/>
                <a:ahLst/>
                <a:cxnLst/>
                <a:rect l="l" t="t" r="r" b="b"/>
                <a:pathLst>
                  <a:path w="1480" h="2288" extrusionOk="0">
                    <a:moveTo>
                      <a:pt x="1149" y="0"/>
                    </a:moveTo>
                    <a:cubicBezTo>
                      <a:pt x="1065" y="27"/>
                      <a:pt x="974" y="23"/>
                      <a:pt x="898" y="57"/>
                    </a:cubicBezTo>
                    <a:cubicBezTo>
                      <a:pt x="788" y="107"/>
                      <a:pt x="727" y="221"/>
                      <a:pt x="628" y="293"/>
                    </a:cubicBezTo>
                    <a:cubicBezTo>
                      <a:pt x="568" y="336"/>
                      <a:pt x="495" y="356"/>
                      <a:pt x="421" y="356"/>
                    </a:cubicBezTo>
                    <a:cubicBezTo>
                      <a:pt x="299" y="356"/>
                      <a:pt x="176" y="300"/>
                      <a:pt x="107" y="198"/>
                    </a:cubicBezTo>
                    <a:cubicBezTo>
                      <a:pt x="103" y="206"/>
                      <a:pt x="95" y="213"/>
                      <a:pt x="91" y="217"/>
                    </a:cubicBezTo>
                    <a:cubicBezTo>
                      <a:pt x="80" y="228"/>
                      <a:pt x="72" y="236"/>
                      <a:pt x="61" y="244"/>
                    </a:cubicBezTo>
                    <a:lnTo>
                      <a:pt x="95" y="251"/>
                    </a:lnTo>
                    <a:cubicBezTo>
                      <a:pt x="27" y="411"/>
                      <a:pt x="160" y="590"/>
                      <a:pt x="156" y="765"/>
                    </a:cubicBezTo>
                    <a:cubicBezTo>
                      <a:pt x="152" y="925"/>
                      <a:pt x="38" y="1062"/>
                      <a:pt x="8" y="1221"/>
                    </a:cubicBezTo>
                    <a:cubicBezTo>
                      <a:pt x="0" y="1263"/>
                      <a:pt x="0" y="1301"/>
                      <a:pt x="4" y="1339"/>
                    </a:cubicBezTo>
                    <a:cubicBezTo>
                      <a:pt x="19" y="1510"/>
                      <a:pt x="126" y="1674"/>
                      <a:pt x="244" y="1807"/>
                    </a:cubicBezTo>
                    <a:cubicBezTo>
                      <a:pt x="381" y="1956"/>
                      <a:pt x="537" y="2085"/>
                      <a:pt x="708" y="2188"/>
                    </a:cubicBezTo>
                    <a:cubicBezTo>
                      <a:pt x="788" y="2237"/>
                      <a:pt x="875" y="2283"/>
                      <a:pt x="966" y="2286"/>
                    </a:cubicBezTo>
                    <a:cubicBezTo>
                      <a:pt x="973" y="2287"/>
                      <a:pt x="979" y="2287"/>
                      <a:pt x="985" y="2287"/>
                    </a:cubicBezTo>
                    <a:cubicBezTo>
                      <a:pt x="1039" y="2287"/>
                      <a:pt x="1093" y="2272"/>
                      <a:pt x="1134" y="2245"/>
                    </a:cubicBezTo>
                    <a:cubicBezTo>
                      <a:pt x="1164" y="2222"/>
                      <a:pt x="1187" y="2195"/>
                      <a:pt x="1198" y="2165"/>
                    </a:cubicBezTo>
                    <a:cubicBezTo>
                      <a:pt x="1221" y="2119"/>
                      <a:pt x="1221" y="2066"/>
                      <a:pt x="1248" y="2024"/>
                    </a:cubicBezTo>
                    <a:cubicBezTo>
                      <a:pt x="1282" y="1978"/>
                      <a:pt x="1339" y="1959"/>
                      <a:pt x="1389" y="1929"/>
                    </a:cubicBezTo>
                    <a:cubicBezTo>
                      <a:pt x="1434" y="1898"/>
                      <a:pt x="1480" y="1838"/>
                      <a:pt x="1453" y="1788"/>
                    </a:cubicBezTo>
                    <a:lnTo>
                      <a:pt x="1453" y="1788"/>
                    </a:lnTo>
                    <a:cubicBezTo>
                      <a:pt x="1452" y="1788"/>
                      <a:pt x="1451" y="1788"/>
                      <a:pt x="1449" y="1788"/>
                    </a:cubicBezTo>
                    <a:cubicBezTo>
                      <a:pt x="1295" y="1788"/>
                      <a:pt x="1168" y="1376"/>
                      <a:pt x="1168" y="1282"/>
                    </a:cubicBezTo>
                    <a:cubicBezTo>
                      <a:pt x="1168" y="1077"/>
                      <a:pt x="1248" y="883"/>
                      <a:pt x="1343" y="704"/>
                    </a:cubicBezTo>
                    <a:cubicBezTo>
                      <a:pt x="1377" y="632"/>
                      <a:pt x="1419" y="559"/>
                      <a:pt x="1434" y="480"/>
                    </a:cubicBezTo>
                    <a:cubicBezTo>
                      <a:pt x="1450" y="403"/>
                      <a:pt x="1442" y="320"/>
                      <a:pt x="1396" y="259"/>
                    </a:cubicBezTo>
                    <a:cubicBezTo>
                      <a:pt x="1286" y="251"/>
                      <a:pt x="1179" y="183"/>
                      <a:pt x="1138" y="80"/>
                    </a:cubicBezTo>
                    <a:cubicBezTo>
                      <a:pt x="1126" y="53"/>
                      <a:pt x="1126" y="15"/>
                      <a:pt x="1153" y="4"/>
                    </a:cubicBezTo>
                    <a:lnTo>
                      <a:pt x="1149" y="0"/>
                    </a:lnTo>
                    <a:close/>
                  </a:path>
                </a:pathLst>
              </a:custGeom>
              <a:solidFill>
                <a:schemeClr val="lt2"/>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62" name="Google Shape;795;p39">
                <a:extLst>
                  <a:ext uri="{FF2B5EF4-FFF2-40B4-BE49-F238E27FC236}">
                    <a16:creationId xmlns:a16="http://schemas.microsoft.com/office/drawing/2014/main" id="{599600A6-275B-4B13-62BE-38577CA58DC0}"/>
                  </a:ext>
                </a:extLst>
              </p:cNvPr>
              <p:cNvSpPr/>
              <p:nvPr/>
            </p:nvSpPr>
            <p:spPr>
              <a:xfrm>
                <a:off x="-1359935" y="1393190"/>
                <a:ext cx="216444" cy="719078"/>
              </a:xfrm>
              <a:custGeom>
                <a:avLst/>
                <a:gdLst/>
                <a:ahLst/>
                <a:cxnLst/>
                <a:rect l="l" t="t" r="r" b="b"/>
                <a:pathLst>
                  <a:path w="1682" h="5588" extrusionOk="0">
                    <a:moveTo>
                      <a:pt x="808" y="0"/>
                    </a:moveTo>
                    <a:cubicBezTo>
                      <a:pt x="768" y="0"/>
                      <a:pt x="729" y="7"/>
                      <a:pt x="693" y="23"/>
                    </a:cubicBezTo>
                    <a:cubicBezTo>
                      <a:pt x="575" y="73"/>
                      <a:pt x="499" y="202"/>
                      <a:pt x="373" y="236"/>
                    </a:cubicBezTo>
                    <a:cubicBezTo>
                      <a:pt x="301" y="255"/>
                      <a:pt x="251" y="259"/>
                      <a:pt x="206" y="286"/>
                    </a:cubicBezTo>
                    <a:cubicBezTo>
                      <a:pt x="179" y="301"/>
                      <a:pt x="152" y="324"/>
                      <a:pt x="122" y="362"/>
                    </a:cubicBezTo>
                    <a:cubicBezTo>
                      <a:pt x="54" y="457"/>
                      <a:pt x="16" y="586"/>
                      <a:pt x="4" y="704"/>
                    </a:cubicBezTo>
                    <a:cubicBezTo>
                      <a:pt x="0" y="757"/>
                      <a:pt x="4" y="815"/>
                      <a:pt x="27" y="864"/>
                    </a:cubicBezTo>
                    <a:cubicBezTo>
                      <a:pt x="54" y="910"/>
                      <a:pt x="99" y="940"/>
                      <a:pt x="137" y="978"/>
                    </a:cubicBezTo>
                    <a:cubicBezTo>
                      <a:pt x="373" y="1195"/>
                      <a:pt x="442" y="1522"/>
                      <a:pt x="472" y="1826"/>
                    </a:cubicBezTo>
                    <a:cubicBezTo>
                      <a:pt x="521" y="2294"/>
                      <a:pt x="560" y="2766"/>
                      <a:pt x="582" y="3238"/>
                    </a:cubicBezTo>
                    <a:cubicBezTo>
                      <a:pt x="601" y="3668"/>
                      <a:pt x="670" y="4155"/>
                      <a:pt x="552" y="4569"/>
                    </a:cubicBezTo>
                    <a:cubicBezTo>
                      <a:pt x="506" y="4733"/>
                      <a:pt x="438" y="4889"/>
                      <a:pt x="396" y="5052"/>
                    </a:cubicBezTo>
                    <a:cubicBezTo>
                      <a:pt x="369" y="5144"/>
                      <a:pt x="354" y="5239"/>
                      <a:pt x="369" y="5330"/>
                    </a:cubicBezTo>
                    <a:cubicBezTo>
                      <a:pt x="373" y="5360"/>
                      <a:pt x="381" y="5387"/>
                      <a:pt x="392" y="5410"/>
                    </a:cubicBezTo>
                    <a:cubicBezTo>
                      <a:pt x="430" y="5509"/>
                      <a:pt x="506" y="5574"/>
                      <a:pt x="624" y="5585"/>
                    </a:cubicBezTo>
                    <a:cubicBezTo>
                      <a:pt x="640" y="5587"/>
                      <a:pt x="656" y="5588"/>
                      <a:pt x="672" y="5588"/>
                    </a:cubicBezTo>
                    <a:cubicBezTo>
                      <a:pt x="713" y="5588"/>
                      <a:pt x="754" y="5582"/>
                      <a:pt x="795" y="5574"/>
                    </a:cubicBezTo>
                    <a:cubicBezTo>
                      <a:pt x="833" y="5566"/>
                      <a:pt x="871" y="5554"/>
                      <a:pt x="910" y="5547"/>
                    </a:cubicBezTo>
                    <a:cubicBezTo>
                      <a:pt x="989" y="5524"/>
                      <a:pt x="1074" y="5504"/>
                      <a:pt x="1157" y="5504"/>
                    </a:cubicBezTo>
                    <a:cubicBezTo>
                      <a:pt x="1170" y="5504"/>
                      <a:pt x="1182" y="5504"/>
                      <a:pt x="1195" y="5505"/>
                    </a:cubicBezTo>
                    <a:cubicBezTo>
                      <a:pt x="1271" y="5516"/>
                      <a:pt x="1343" y="5543"/>
                      <a:pt x="1415" y="5558"/>
                    </a:cubicBezTo>
                    <a:cubicBezTo>
                      <a:pt x="1433" y="5560"/>
                      <a:pt x="1450" y="5562"/>
                      <a:pt x="1468" y="5562"/>
                    </a:cubicBezTo>
                    <a:cubicBezTo>
                      <a:pt x="1514" y="5562"/>
                      <a:pt x="1560" y="5554"/>
                      <a:pt x="1598" y="5532"/>
                    </a:cubicBezTo>
                    <a:cubicBezTo>
                      <a:pt x="1609" y="5524"/>
                      <a:pt x="1617" y="5516"/>
                      <a:pt x="1628" y="5505"/>
                    </a:cubicBezTo>
                    <a:cubicBezTo>
                      <a:pt x="1632" y="5501"/>
                      <a:pt x="1640" y="5494"/>
                      <a:pt x="1644" y="5486"/>
                    </a:cubicBezTo>
                    <a:cubicBezTo>
                      <a:pt x="1682" y="5429"/>
                      <a:pt x="1682" y="5349"/>
                      <a:pt x="1663" y="5281"/>
                    </a:cubicBezTo>
                    <a:cubicBezTo>
                      <a:pt x="1640" y="5208"/>
                      <a:pt x="1598" y="5140"/>
                      <a:pt x="1575" y="5064"/>
                    </a:cubicBezTo>
                    <a:cubicBezTo>
                      <a:pt x="1526" y="4900"/>
                      <a:pt x="1606" y="4748"/>
                      <a:pt x="1621" y="4596"/>
                    </a:cubicBezTo>
                    <a:cubicBezTo>
                      <a:pt x="1625" y="4543"/>
                      <a:pt x="1625" y="4489"/>
                      <a:pt x="1606" y="4436"/>
                    </a:cubicBezTo>
                    <a:cubicBezTo>
                      <a:pt x="1571" y="4337"/>
                      <a:pt x="1511" y="4246"/>
                      <a:pt x="1469" y="4151"/>
                    </a:cubicBezTo>
                    <a:cubicBezTo>
                      <a:pt x="1374" y="3942"/>
                      <a:pt x="1358" y="3706"/>
                      <a:pt x="1343" y="3474"/>
                    </a:cubicBezTo>
                    <a:cubicBezTo>
                      <a:pt x="1320" y="3105"/>
                      <a:pt x="1298" y="2739"/>
                      <a:pt x="1279" y="2370"/>
                    </a:cubicBezTo>
                    <a:cubicBezTo>
                      <a:pt x="1267" y="2180"/>
                      <a:pt x="1256" y="1990"/>
                      <a:pt x="1244" y="1804"/>
                    </a:cubicBezTo>
                    <a:cubicBezTo>
                      <a:pt x="1233" y="1644"/>
                      <a:pt x="1195" y="1457"/>
                      <a:pt x="1244" y="1305"/>
                    </a:cubicBezTo>
                    <a:cubicBezTo>
                      <a:pt x="1271" y="1225"/>
                      <a:pt x="1313" y="1153"/>
                      <a:pt x="1339" y="1073"/>
                    </a:cubicBezTo>
                    <a:cubicBezTo>
                      <a:pt x="1412" y="830"/>
                      <a:pt x="1336" y="465"/>
                      <a:pt x="1172" y="229"/>
                    </a:cubicBezTo>
                    <a:cubicBezTo>
                      <a:pt x="1134" y="172"/>
                      <a:pt x="1088" y="122"/>
                      <a:pt x="1043" y="84"/>
                    </a:cubicBezTo>
                    <a:cubicBezTo>
                      <a:pt x="976" y="33"/>
                      <a:pt x="891" y="0"/>
                      <a:pt x="808" y="0"/>
                    </a:cubicBezTo>
                    <a:close/>
                  </a:path>
                </a:pathLst>
              </a:custGeom>
              <a:solidFill>
                <a:schemeClr val="lt2"/>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63" name="Google Shape;796;p39">
                <a:extLst>
                  <a:ext uri="{FF2B5EF4-FFF2-40B4-BE49-F238E27FC236}">
                    <a16:creationId xmlns:a16="http://schemas.microsoft.com/office/drawing/2014/main" id="{F7E0EA81-59D3-A936-C70B-646EB0062E7E}"/>
                  </a:ext>
                </a:extLst>
              </p:cNvPr>
              <p:cNvSpPr/>
              <p:nvPr/>
            </p:nvSpPr>
            <p:spPr>
              <a:xfrm>
                <a:off x="-1296366" y="756856"/>
                <a:ext cx="146569" cy="258008"/>
              </a:xfrm>
              <a:custGeom>
                <a:avLst/>
                <a:gdLst/>
                <a:ahLst/>
                <a:cxnLst/>
                <a:rect l="l" t="t" r="r" b="b"/>
                <a:pathLst>
                  <a:path w="1139" h="2005" extrusionOk="0">
                    <a:moveTo>
                      <a:pt x="418" y="0"/>
                    </a:moveTo>
                    <a:cubicBezTo>
                      <a:pt x="405" y="0"/>
                      <a:pt x="393" y="2"/>
                      <a:pt x="381" y="4"/>
                    </a:cubicBezTo>
                    <a:cubicBezTo>
                      <a:pt x="336" y="15"/>
                      <a:pt x="298" y="50"/>
                      <a:pt x="282" y="114"/>
                    </a:cubicBezTo>
                    <a:cubicBezTo>
                      <a:pt x="267" y="175"/>
                      <a:pt x="271" y="244"/>
                      <a:pt x="275" y="308"/>
                    </a:cubicBezTo>
                    <a:cubicBezTo>
                      <a:pt x="294" y="597"/>
                      <a:pt x="279" y="886"/>
                      <a:pt x="237" y="1176"/>
                    </a:cubicBezTo>
                    <a:cubicBezTo>
                      <a:pt x="225" y="1267"/>
                      <a:pt x="206" y="1358"/>
                      <a:pt x="164" y="1442"/>
                    </a:cubicBezTo>
                    <a:cubicBezTo>
                      <a:pt x="126" y="1510"/>
                      <a:pt x="66" y="1571"/>
                      <a:pt x="35" y="1647"/>
                    </a:cubicBezTo>
                    <a:cubicBezTo>
                      <a:pt x="1" y="1720"/>
                      <a:pt x="5" y="1822"/>
                      <a:pt x="69" y="1868"/>
                    </a:cubicBezTo>
                    <a:lnTo>
                      <a:pt x="73" y="1876"/>
                    </a:lnTo>
                    <a:lnTo>
                      <a:pt x="81" y="1876"/>
                    </a:lnTo>
                    <a:cubicBezTo>
                      <a:pt x="100" y="1870"/>
                      <a:pt x="117" y="1868"/>
                      <a:pt x="132" y="1868"/>
                    </a:cubicBezTo>
                    <a:cubicBezTo>
                      <a:pt x="209" y="1868"/>
                      <a:pt x="250" y="1923"/>
                      <a:pt x="332" y="1948"/>
                    </a:cubicBezTo>
                    <a:cubicBezTo>
                      <a:pt x="352" y="1953"/>
                      <a:pt x="374" y="1956"/>
                      <a:pt x="395" y="1956"/>
                    </a:cubicBezTo>
                    <a:cubicBezTo>
                      <a:pt x="460" y="1956"/>
                      <a:pt x="527" y="1934"/>
                      <a:pt x="587" y="1914"/>
                    </a:cubicBezTo>
                    <a:cubicBezTo>
                      <a:pt x="632" y="1897"/>
                      <a:pt x="672" y="1891"/>
                      <a:pt x="713" y="1891"/>
                    </a:cubicBezTo>
                    <a:cubicBezTo>
                      <a:pt x="747" y="1891"/>
                      <a:pt x="783" y="1895"/>
                      <a:pt x="823" y="1902"/>
                    </a:cubicBezTo>
                    <a:cubicBezTo>
                      <a:pt x="887" y="1914"/>
                      <a:pt x="944" y="1952"/>
                      <a:pt x="982" y="2005"/>
                    </a:cubicBezTo>
                    <a:cubicBezTo>
                      <a:pt x="1036" y="1914"/>
                      <a:pt x="1062" y="1788"/>
                      <a:pt x="1028" y="1689"/>
                    </a:cubicBezTo>
                    <a:cubicBezTo>
                      <a:pt x="998" y="1586"/>
                      <a:pt x="929" y="1499"/>
                      <a:pt x="906" y="1392"/>
                    </a:cubicBezTo>
                    <a:cubicBezTo>
                      <a:pt x="887" y="1313"/>
                      <a:pt x="895" y="1229"/>
                      <a:pt x="902" y="1149"/>
                    </a:cubicBezTo>
                    <a:cubicBezTo>
                      <a:pt x="918" y="955"/>
                      <a:pt x="929" y="795"/>
                      <a:pt x="952" y="605"/>
                    </a:cubicBezTo>
                    <a:cubicBezTo>
                      <a:pt x="963" y="529"/>
                      <a:pt x="1013" y="468"/>
                      <a:pt x="1055" y="407"/>
                    </a:cubicBezTo>
                    <a:cubicBezTo>
                      <a:pt x="1096" y="346"/>
                      <a:pt x="1138" y="274"/>
                      <a:pt x="1119" y="202"/>
                    </a:cubicBezTo>
                    <a:cubicBezTo>
                      <a:pt x="1108" y="137"/>
                      <a:pt x="1047" y="88"/>
                      <a:pt x="982" y="72"/>
                    </a:cubicBezTo>
                    <a:lnTo>
                      <a:pt x="979" y="72"/>
                    </a:lnTo>
                    <a:cubicBezTo>
                      <a:pt x="967" y="71"/>
                      <a:pt x="956" y="70"/>
                      <a:pt x="944" y="70"/>
                    </a:cubicBezTo>
                    <a:cubicBezTo>
                      <a:pt x="871" y="70"/>
                      <a:pt x="796" y="102"/>
                      <a:pt x="721" y="102"/>
                    </a:cubicBezTo>
                    <a:cubicBezTo>
                      <a:pt x="709" y="102"/>
                      <a:pt x="697" y="101"/>
                      <a:pt x="686" y="99"/>
                    </a:cubicBezTo>
                    <a:cubicBezTo>
                      <a:pt x="625" y="88"/>
                      <a:pt x="568" y="50"/>
                      <a:pt x="511" y="23"/>
                    </a:cubicBezTo>
                    <a:cubicBezTo>
                      <a:pt x="479" y="7"/>
                      <a:pt x="447" y="0"/>
                      <a:pt x="418" y="0"/>
                    </a:cubicBezTo>
                    <a:close/>
                  </a:path>
                </a:pathLst>
              </a:custGeom>
              <a:solidFill>
                <a:schemeClr val="lt2"/>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64" name="Google Shape;797;p39">
                <a:extLst>
                  <a:ext uri="{FF2B5EF4-FFF2-40B4-BE49-F238E27FC236}">
                    <a16:creationId xmlns:a16="http://schemas.microsoft.com/office/drawing/2014/main" id="{785F6D2D-D381-577F-F976-37235D3191CA}"/>
                  </a:ext>
                </a:extLst>
              </p:cNvPr>
              <p:cNvSpPr/>
              <p:nvPr/>
            </p:nvSpPr>
            <p:spPr>
              <a:xfrm>
                <a:off x="-1398153" y="2089233"/>
                <a:ext cx="185689" cy="244497"/>
              </a:xfrm>
              <a:custGeom>
                <a:avLst/>
                <a:gdLst/>
                <a:ahLst/>
                <a:cxnLst/>
                <a:rect l="l" t="t" r="r" b="b"/>
                <a:pathLst>
                  <a:path w="1443" h="1900" extrusionOk="0">
                    <a:moveTo>
                      <a:pt x="689" y="1"/>
                    </a:moveTo>
                    <a:lnTo>
                      <a:pt x="674" y="9"/>
                    </a:lnTo>
                    <a:cubicBezTo>
                      <a:pt x="678" y="16"/>
                      <a:pt x="682" y="28"/>
                      <a:pt x="685" y="35"/>
                    </a:cubicBezTo>
                    <a:cubicBezTo>
                      <a:pt x="712" y="153"/>
                      <a:pt x="640" y="267"/>
                      <a:pt x="590" y="374"/>
                    </a:cubicBezTo>
                    <a:cubicBezTo>
                      <a:pt x="488" y="594"/>
                      <a:pt x="712" y="769"/>
                      <a:pt x="545" y="963"/>
                    </a:cubicBezTo>
                    <a:cubicBezTo>
                      <a:pt x="483" y="1037"/>
                      <a:pt x="393" y="1069"/>
                      <a:pt x="299" y="1069"/>
                    </a:cubicBezTo>
                    <a:cubicBezTo>
                      <a:pt x="218" y="1069"/>
                      <a:pt x="133" y="1046"/>
                      <a:pt x="61" y="1005"/>
                    </a:cubicBezTo>
                    <a:lnTo>
                      <a:pt x="58" y="1013"/>
                    </a:lnTo>
                    <a:cubicBezTo>
                      <a:pt x="1" y="1077"/>
                      <a:pt x="27" y="1176"/>
                      <a:pt x="80" y="1237"/>
                    </a:cubicBezTo>
                    <a:cubicBezTo>
                      <a:pt x="138" y="1294"/>
                      <a:pt x="214" y="1329"/>
                      <a:pt x="286" y="1367"/>
                    </a:cubicBezTo>
                    <a:cubicBezTo>
                      <a:pt x="427" y="1443"/>
                      <a:pt x="545" y="1553"/>
                      <a:pt x="636" y="1686"/>
                    </a:cubicBezTo>
                    <a:cubicBezTo>
                      <a:pt x="678" y="1751"/>
                      <a:pt x="716" y="1819"/>
                      <a:pt x="777" y="1861"/>
                    </a:cubicBezTo>
                    <a:cubicBezTo>
                      <a:pt x="818" y="1884"/>
                      <a:pt x="864" y="1899"/>
                      <a:pt x="910" y="1899"/>
                    </a:cubicBezTo>
                    <a:cubicBezTo>
                      <a:pt x="952" y="1899"/>
                      <a:pt x="993" y="1895"/>
                      <a:pt x="1032" y="1880"/>
                    </a:cubicBezTo>
                    <a:cubicBezTo>
                      <a:pt x="1153" y="1842"/>
                      <a:pt x="1233" y="1732"/>
                      <a:pt x="1324" y="1641"/>
                    </a:cubicBezTo>
                    <a:cubicBezTo>
                      <a:pt x="1366" y="1602"/>
                      <a:pt x="1404" y="1561"/>
                      <a:pt x="1427" y="1504"/>
                    </a:cubicBezTo>
                    <a:cubicBezTo>
                      <a:pt x="1442" y="1462"/>
                      <a:pt x="1442" y="1420"/>
                      <a:pt x="1431" y="1378"/>
                    </a:cubicBezTo>
                    <a:cubicBezTo>
                      <a:pt x="1420" y="1310"/>
                      <a:pt x="1378" y="1241"/>
                      <a:pt x="1328" y="1188"/>
                    </a:cubicBezTo>
                    <a:cubicBezTo>
                      <a:pt x="1275" y="1127"/>
                      <a:pt x="1210" y="1066"/>
                      <a:pt x="1191" y="986"/>
                    </a:cubicBezTo>
                    <a:cubicBezTo>
                      <a:pt x="1184" y="944"/>
                      <a:pt x="1187" y="903"/>
                      <a:pt x="1191" y="861"/>
                    </a:cubicBezTo>
                    <a:cubicBezTo>
                      <a:pt x="1207" y="739"/>
                      <a:pt x="1229" y="617"/>
                      <a:pt x="1226" y="492"/>
                    </a:cubicBezTo>
                    <a:cubicBezTo>
                      <a:pt x="1218" y="370"/>
                      <a:pt x="1180" y="248"/>
                      <a:pt x="1092" y="165"/>
                    </a:cubicBezTo>
                    <a:cubicBezTo>
                      <a:pt x="1051" y="173"/>
                      <a:pt x="1010" y="179"/>
                      <a:pt x="969" y="179"/>
                    </a:cubicBezTo>
                    <a:cubicBezTo>
                      <a:pt x="953" y="179"/>
                      <a:pt x="937" y="178"/>
                      <a:pt x="921" y="176"/>
                    </a:cubicBezTo>
                    <a:cubicBezTo>
                      <a:pt x="803" y="165"/>
                      <a:pt x="727" y="100"/>
                      <a:pt x="689" y="1"/>
                    </a:cubicBezTo>
                    <a:close/>
                  </a:path>
                </a:pathLst>
              </a:custGeom>
              <a:solidFill>
                <a:schemeClr val="lt2"/>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65" name="Google Shape;798;p39">
                <a:extLst>
                  <a:ext uri="{FF2B5EF4-FFF2-40B4-BE49-F238E27FC236}">
                    <a16:creationId xmlns:a16="http://schemas.microsoft.com/office/drawing/2014/main" id="{CCD0C8A3-4668-FC6C-93A8-3478DF71B28E}"/>
                  </a:ext>
                </a:extLst>
              </p:cNvPr>
              <p:cNvSpPr/>
              <p:nvPr/>
            </p:nvSpPr>
            <p:spPr>
              <a:xfrm>
                <a:off x="-1721661" y="1457660"/>
                <a:ext cx="209109" cy="366488"/>
              </a:xfrm>
              <a:custGeom>
                <a:avLst/>
                <a:gdLst/>
                <a:ahLst/>
                <a:cxnLst/>
                <a:rect l="l" t="t" r="r" b="b"/>
                <a:pathLst>
                  <a:path w="1625" h="2848" extrusionOk="0">
                    <a:moveTo>
                      <a:pt x="749" y="0"/>
                    </a:moveTo>
                    <a:cubicBezTo>
                      <a:pt x="690" y="0"/>
                      <a:pt x="635" y="25"/>
                      <a:pt x="575" y="74"/>
                    </a:cubicBezTo>
                    <a:cubicBezTo>
                      <a:pt x="498" y="135"/>
                      <a:pt x="449" y="218"/>
                      <a:pt x="369" y="268"/>
                    </a:cubicBezTo>
                    <a:cubicBezTo>
                      <a:pt x="326" y="297"/>
                      <a:pt x="274" y="312"/>
                      <a:pt x="222" y="312"/>
                    </a:cubicBezTo>
                    <a:cubicBezTo>
                      <a:pt x="185" y="312"/>
                      <a:pt x="148" y="305"/>
                      <a:pt x="114" y="291"/>
                    </a:cubicBezTo>
                    <a:cubicBezTo>
                      <a:pt x="106" y="288"/>
                      <a:pt x="96" y="285"/>
                      <a:pt x="87" y="285"/>
                    </a:cubicBezTo>
                    <a:cubicBezTo>
                      <a:pt x="83" y="285"/>
                      <a:pt x="80" y="286"/>
                      <a:pt x="76" y="287"/>
                    </a:cubicBezTo>
                    <a:cubicBezTo>
                      <a:pt x="34" y="298"/>
                      <a:pt x="8" y="355"/>
                      <a:pt x="4" y="409"/>
                    </a:cubicBezTo>
                    <a:cubicBezTo>
                      <a:pt x="0" y="473"/>
                      <a:pt x="38" y="538"/>
                      <a:pt x="72" y="595"/>
                    </a:cubicBezTo>
                    <a:cubicBezTo>
                      <a:pt x="293" y="960"/>
                      <a:pt x="297" y="1325"/>
                      <a:pt x="361" y="1736"/>
                    </a:cubicBezTo>
                    <a:cubicBezTo>
                      <a:pt x="388" y="1896"/>
                      <a:pt x="434" y="2063"/>
                      <a:pt x="411" y="2227"/>
                    </a:cubicBezTo>
                    <a:cubicBezTo>
                      <a:pt x="392" y="2345"/>
                      <a:pt x="331" y="2459"/>
                      <a:pt x="327" y="2581"/>
                    </a:cubicBezTo>
                    <a:cubicBezTo>
                      <a:pt x="323" y="2701"/>
                      <a:pt x="398" y="2840"/>
                      <a:pt x="516" y="2840"/>
                    </a:cubicBezTo>
                    <a:cubicBezTo>
                      <a:pt x="518" y="2840"/>
                      <a:pt x="520" y="2840"/>
                      <a:pt x="521" y="2839"/>
                    </a:cubicBezTo>
                    <a:lnTo>
                      <a:pt x="525" y="2847"/>
                    </a:lnTo>
                    <a:cubicBezTo>
                      <a:pt x="578" y="2817"/>
                      <a:pt x="635" y="2794"/>
                      <a:pt x="692" y="2771"/>
                    </a:cubicBezTo>
                    <a:cubicBezTo>
                      <a:pt x="761" y="2744"/>
                      <a:pt x="829" y="2718"/>
                      <a:pt x="902" y="2706"/>
                    </a:cubicBezTo>
                    <a:cubicBezTo>
                      <a:pt x="940" y="2699"/>
                      <a:pt x="986" y="2695"/>
                      <a:pt x="1036" y="2695"/>
                    </a:cubicBezTo>
                    <a:cubicBezTo>
                      <a:pt x="1158" y="2695"/>
                      <a:pt x="1304" y="2718"/>
                      <a:pt x="1415" y="2767"/>
                    </a:cubicBezTo>
                    <a:cubicBezTo>
                      <a:pt x="1449" y="2756"/>
                      <a:pt x="1484" y="2737"/>
                      <a:pt x="1510" y="2710"/>
                    </a:cubicBezTo>
                    <a:cubicBezTo>
                      <a:pt x="1605" y="2615"/>
                      <a:pt x="1624" y="2463"/>
                      <a:pt x="1583" y="2337"/>
                    </a:cubicBezTo>
                    <a:cubicBezTo>
                      <a:pt x="1541" y="2204"/>
                      <a:pt x="1434" y="2109"/>
                      <a:pt x="1362" y="1999"/>
                    </a:cubicBezTo>
                    <a:cubicBezTo>
                      <a:pt x="1274" y="1869"/>
                      <a:pt x="1244" y="1713"/>
                      <a:pt x="1221" y="1565"/>
                    </a:cubicBezTo>
                    <a:cubicBezTo>
                      <a:pt x="1195" y="1409"/>
                      <a:pt x="1149" y="1261"/>
                      <a:pt x="1122" y="1109"/>
                    </a:cubicBezTo>
                    <a:cubicBezTo>
                      <a:pt x="1096" y="953"/>
                      <a:pt x="1069" y="797"/>
                      <a:pt x="1084" y="641"/>
                    </a:cubicBezTo>
                    <a:cubicBezTo>
                      <a:pt x="1096" y="519"/>
                      <a:pt x="1130" y="397"/>
                      <a:pt x="1111" y="279"/>
                    </a:cubicBezTo>
                    <a:cubicBezTo>
                      <a:pt x="1099" y="184"/>
                      <a:pt x="1042" y="89"/>
                      <a:pt x="963" y="55"/>
                    </a:cubicBezTo>
                    <a:cubicBezTo>
                      <a:pt x="940" y="43"/>
                      <a:pt x="913" y="36"/>
                      <a:pt x="883" y="36"/>
                    </a:cubicBezTo>
                    <a:cubicBezTo>
                      <a:pt x="834" y="12"/>
                      <a:pt x="791" y="0"/>
                      <a:pt x="749" y="0"/>
                    </a:cubicBezTo>
                    <a:close/>
                  </a:path>
                </a:pathLst>
              </a:custGeom>
              <a:solidFill>
                <a:schemeClr val="lt2"/>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9" name="Google Shape;799;p39">
              <a:extLst>
                <a:ext uri="{FF2B5EF4-FFF2-40B4-BE49-F238E27FC236}">
                  <a16:creationId xmlns:a16="http://schemas.microsoft.com/office/drawing/2014/main" id="{78438BB2-08BB-59C3-DF8F-CDDC0DAF38C2}"/>
                </a:ext>
              </a:extLst>
            </p:cNvPr>
            <p:cNvGrpSpPr/>
            <p:nvPr/>
          </p:nvGrpSpPr>
          <p:grpSpPr>
            <a:xfrm>
              <a:off x="-1777510" y="579660"/>
              <a:ext cx="1323243" cy="2264553"/>
              <a:chOff x="-1777510" y="579660"/>
              <a:chExt cx="1323243" cy="2264553"/>
            </a:xfrm>
          </p:grpSpPr>
          <p:sp>
            <p:nvSpPr>
              <p:cNvPr id="1337" name="Google Shape;800;p39">
                <a:extLst>
                  <a:ext uri="{FF2B5EF4-FFF2-40B4-BE49-F238E27FC236}">
                    <a16:creationId xmlns:a16="http://schemas.microsoft.com/office/drawing/2014/main" id="{3F43A68B-71C5-0701-9899-9E0DF5BE56A7}"/>
                  </a:ext>
                </a:extLst>
              </p:cNvPr>
              <p:cNvSpPr/>
              <p:nvPr/>
            </p:nvSpPr>
            <p:spPr>
              <a:xfrm>
                <a:off x="-605083" y="1047935"/>
                <a:ext cx="150816" cy="230856"/>
              </a:xfrm>
              <a:custGeom>
                <a:avLst/>
                <a:gdLst/>
                <a:ahLst/>
                <a:cxnLst/>
                <a:rect l="l" t="t" r="r" b="b"/>
                <a:pathLst>
                  <a:path w="1172" h="1794" extrusionOk="0">
                    <a:moveTo>
                      <a:pt x="662" y="1"/>
                    </a:moveTo>
                    <a:cubicBezTo>
                      <a:pt x="633" y="1"/>
                      <a:pt x="603" y="10"/>
                      <a:pt x="575" y="24"/>
                    </a:cubicBezTo>
                    <a:cubicBezTo>
                      <a:pt x="552" y="43"/>
                      <a:pt x="525" y="66"/>
                      <a:pt x="510" y="89"/>
                    </a:cubicBezTo>
                    <a:cubicBezTo>
                      <a:pt x="468" y="158"/>
                      <a:pt x="464" y="241"/>
                      <a:pt x="461" y="321"/>
                    </a:cubicBezTo>
                    <a:cubicBezTo>
                      <a:pt x="449" y="568"/>
                      <a:pt x="324" y="804"/>
                      <a:pt x="240" y="1036"/>
                    </a:cubicBezTo>
                    <a:cubicBezTo>
                      <a:pt x="225" y="1082"/>
                      <a:pt x="206" y="1128"/>
                      <a:pt x="175" y="1166"/>
                    </a:cubicBezTo>
                    <a:cubicBezTo>
                      <a:pt x="133" y="1215"/>
                      <a:pt x="73" y="1242"/>
                      <a:pt x="42" y="1299"/>
                    </a:cubicBezTo>
                    <a:cubicBezTo>
                      <a:pt x="0" y="1367"/>
                      <a:pt x="15" y="1455"/>
                      <a:pt x="34" y="1531"/>
                    </a:cubicBezTo>
                    <a:lnTo>
                      <a:pt x="42" y="1546"/>
                    </a:lnTo>
                    <a:cubicBezTo>
                      <a:pt x="80" y="1527"/>
                      <a:pt x="126" y="1516"/>
                      <a:pt x="171" y="1516"/>
                    </a:cubicBezTo>
                    <a:cubicBezTo>
                      <a:pt x="305" y="1527"/>
                      <a:pt x="400" y="1656"/>
                      <a:pt x="525" y="1702"/>
                    </a:cubicBezTo>
                    <a:cubicBezTo>
                      <a:pt x="590" y="1725"/>
                      <a:pt x="662" y="1732"/>
                      <a:pt x="715" y="1774"/>
                    </a:cubicBezTo>
                    <a:cubicBezTo>
                      <a:pt x="719" y="1782"/>
                      <a:pt x="727" y="1786"/>
                      <a:pt x="731" y="1793"/>
                    </a:cubicBezTo>
                    <a:cubicBezTo>
                      <a:pt x="776" y="1725"/>
                      <a:pt x="769" y="1637"/>
                      <a:pt x="769" y="1554"/>
                    </a:cubicBezTo>
                    <a:cubicBezTo>
                      <a:pt x="772" y="1447"/>
                      <a:pt x="795" y="1341"/>
                      <a:pt x="822" y="1238"/>
                    </a:cubicBezTo>
                    <a:cubicBezTo>
                      <a:pt x="852" y="1124"/>
                      <a:pt x="879" y="1013"/>
                      <a:pt x="909" y="899"/>
                    </a:cubicBezTo>
                    <a:cubicBezTo>
                      <a:pt x="940" y="785"/>
                      <a:pt x="951" y="702"/>
                      <a:pt x="997" y="591"/>
                    </a:cubicBezTo>
                    <a:cubicBezTo>
                      <a:pt x="1062" y="553"/>
                      <a:pt x="1119" y="500"/>
                      <a:pt x="1145" y="431"/>
                    </a:cubicBezTo>
                    <a:cubicBezTo>
                      <a:pt x="1172" y="359"/>
                      <a:pt x="1157" y="272"/>
                      <a:pt x="1100" y="226"/>
                    </a:cubicBezTo>
                    <a:cubicBezTo>
                      <a:pt x="1096" y="226"/>
                      <a:pt x="1096" y="226"/>
                      <a:pt x="1092" y="222"/>
                    </a:cubicBezTo>
                    <a:cubicBezTo>
                      <a:pt x="1024" y="173"/>
                      <a:pt x="925" y="184"/>
                      <a:pt x="852" y="139"/>
                    </a:cubicBezTo>
                    <a:cubicBezTo>
                      <a:pt x="803" y="100"/>
                      <a:pt x="772" y="40"/>
                      <a:pt x="715" y="13"/>
                    </a:cubicBezTo>
                    <a:cubicBezTo>
                      <a:pt x="698" y="4"/>
                      <a:pt x="680" y="1"/>
                      <a:pt x="662" y="1"/>
                    </a:cubicBezTo>
                    <a:close/>
                  </a:path>
                </a:pathLst>
              </a:custGeom>
              <a:solidFill>
                <a:schemeClr val="lt1"/>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38" name="Google Shape;801;p39">
                <a:extLst>
                  <a:ext uri="{FF2B5EF4-FFF2-40B4-BE49-F238E27FC236}">
                    <a16:creationId xmlns:a16="http://schemas.microsoft.com/office/drawing/2014/main" id="{38B27BC8-65C1-794A-2AAB-7F37D7B33488}"/>
                  </a:ext>
                </a:extLst>
              </p:cNvPr>
              <p:cNvSpPr/>
              <p:nvPr/>
            </p:nvSpPr>
            <p:spPr>
              <a:xfrm>
                <a:off x="-890501" y="1593163"/>
                <a:ext cx="306136" cy="547287"/>
              </a:xfrm>
              <a:custGeom>
                <a:avLst/>
                <a:gdLst/>
                <a:ahLst/>
                <a:cxnLst/>
                <a:rect l="l" t="t" r="r" b="b"/>
                <a:pathLst>
                  <a:path w="2379" h="4253" extrusionOk="0">
                    <a:moveTo>
                      <a:pt x="1565" y="0"/>
                    </a:moveTo>
                    <a:cubicBezTo>
                      <a:pt x="1518" y="0"/>
                      <a:pt x="1474" y="11"/>
                      <a:pt x="1435" y="33"/>
                    </a:cubicBezTo>
                    <a:cubicBezTo>
                      <a:pt x="1389" y="59"/>
                      <a:pt x="1347" y="97"/>
                      <a:pt x="1317" y="158"/>
                    </a:cubicBezTo>
                    <a:cubicBezTo>
                      <a:pt x="1271" y="246"/>
                      <a:pt x="1248" y="341"/>
                      <a:pt x="1244" y="440"/>
                    </a:cubicBezTo>
                    <a:cubicBezTo>
                      <a:pt x="1244" y="558"/>
                      <a:pt x="1275" y="676"/>
                      <a:pt x="1271" y="794"/>
                    </a:cubicBezTo>
                    <a:cubicBezTo>
                      <a:pt x="1267" y="896"/>
                      <a:pt x="1237" y="999"/>
                      <a:pt x="1210" y="1098"/>
                    </a:cubicBezTo>
                    <a:cubicBezTo>
                      <a:pt x="1062" y="1592"/>
                      <a:pt x="872" y="2072"/>
                      <a:pt x="647" y="2536"/>
                    </a:cubicBezTo>
                    <a:cubicBezTo>
                      <a:pt x="590" y="2658"/>
                      <a:pt x="525" y="2783"/>
                      <a:pt x="427" y="2878"/>
                    </a:cubicBezTo>
                    <a:cubicBezTo>
                      <a:pt x="354" y="2943"/>
                      <a:pt x="267" y="2992"/>
                      <a:pt x="194" y="3061"/>
                    </a:cubicBezTo>
                    <a:cubicBezTo>
                      <a:pt x="122" y="3129"/>
                      <a:pt x="61" y="3221"/>
                      <a:pt x="73" y="3320"/>
                    </a:cubicBezTo>
                    <a:lnTo>
                      <a:pt x="65" y="3320"/>
                    </a:lnTo>
                    <a:cubicBezTo>
                      <a:pt x="84" y="3392"/>
                      <a:pt x="103" y="3464"/>
                      <a:pt x="92" y="3544"/>
                    </a:cubicBezTo>
                    <a:cubicBezTo>
                      <a:pt x="80" y="3620"/>
                      <a:pt x="42" y="3689"/>
                      <a:pt x="0" y="3753"/>
                    </a:cubicBezTo>
                    <a:cubicBezTo>
                      <a:pt x="19" y="3822"/>
                      <a:pt x="96" y="3856"/>
                      <a:pt x="164" y="3864"/>
                    </a:cubicBezTo>
                    <a:cubicBezTo>
                      <a:pt x="240" y="3875"/>
                      <a:pt x="320" y="3867"/>
                      <a:pt x="385" y="3905"/>
                    </a:cubicBezTo>
                    <a:cubicBezTo>
                      <a:pt x="503" y="3970"/>
                      <a:pt x="514" y="4118"/>
                      <a:pt x="609" y="4206"/>
                    </a:cubicBezTo>
                    <a:cubicBezTo>
                      <a:pt x="646" y="4238"/>
                      <a:pt x="692" y="4252"/>
                      <a:pt x="739" y="4252"/>
                    </a:cubicBezTo>
                    <a:cubicBezTo>
                      <a:pt x="776" y="4252"/>
                      <a:pt x="814" y="4244"/>
                      <a:pt x="849" y="4229"/>
                    </a:cubicBezTo>
                    <a:cubicBezTo>
                      <a:pt x="902" y="4202"/>
                      <a:pt x="951" y="4164"/>
                      <a:pt x="974" y="4115"/>
                    </a:cubicBezTo>
                    <a:cubicBezTo>
                      <a:pt x="1009" y="4054"/>
                      <a:pt x="1012" y="3981"/>
                      <a:pt x="1043" y="3921"/>
                    </a:cubicBezTo>
                    <a:cubicBezTo>
                      <a:pt x="1077" y="3845"/>
                      <a:pt x="1146" y="3791"/>
                      <a:pt x="1191" y="3723"/>
                    </a:cubicBezTo>
                    <a:cubicBezTo>
                      <a:pt x="1229" y="3670"/>
                      <a:pt x="1252" y="3601"/>
                      <a:pt x="1252" y="3533"/>
                    </a:cubicBezTo>
                    <a:cubicBezTo>
                      <a:pt x="1260" y="3388"/>
                      <a:pt x="1180" y="3251"/>
                      <a:pt x="1187" y="3107"/>
                    </a:cubicBezTo>
                    <a:cubicBezTo>
                      <a:pt x="1199" y="2954"/>
                      <a:pt x="1275" y="2787"/>
                      <a:pt x="1332" y="2650"/>
                    </a:cubicBezTo>
                    <a:cubicBezTo>
                      <a:pt x="1545" y="2125"/>
                      <a:pt x="1777" y="1611"/>
                      <a:pt x="1982" y="1083"/>
                    </a:cubicBezTo>
                    <a:cubicBezTo>
                      <a:pt x="2005" y="1018"/>
                      <a:pt x="2032" y="953"/>
                      <a:pt x="2081" y="904"/>
                    </a:cubicBezTo>
                    <a:cubicBezTo>
                      <a:pt x="2131" y="847"/>
                      <a:pt x="2207" y="813"/>
                      <a:pt x="2260" y="759"/>
                    </a:cubicBezTo>
                    <a:cubicBezTo>
                      <a:pt x="2378" y="641"/>
                      <a:pt x="2359" y="421"/>
                      <a:pt x="2230" y="322"/>
                    </a:cubicBezTo>
                    <a:cubicBezTo>
                      <a:pt x="2211" y="307"/>
                      <a:pt x="2188" y="295"/>
                      <a:pt x="2165" y="284"/>
                    </a:cubicBezTo>
                    <a:cubicBezTo>
                      <a:pt x="2119" y="261"/>
                      <a:pt x="2070" y="246"/>
                      <a:pt x="2024" y="223"/>
                    </a:cubicBezTo>
                    <a:cubicBezTo>
                      <a:pt x="1937" y="177"/>
                      <a:pt x="1857" y="109"/>
                      <a:pt x="1769" y="59"/>
                    </a:cubicBezTo>
                    <a:cubicBezTo>
                      <a:pt x="1702" y="21"/>
                      <a:pt x="1631" y="0"/>
                      <a:pt x="1565" y="0"/>
                    </a:cubicBezTo>
                    <a:close/>
                  </a:path>
                </a:pathLst>
              </a:custGeom>
              <a:solidFill>
                <a:schemeClr val="lt1"/>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39" name="Google Shape;802;p39">
                <a:extLst>
                  <a:ext uri="{FF2B5EF4-FFF2-40B4-BE49-F238E27FC236}">
                    <a16:creationId xmlns:a16="http://schemas.microsoft.com/office/drawing/2014/main" id="{3257BE5A-F07B-8F38-53A9-DE18A4CC90EB}"/>
                  </a:ext>
                </a:extLst>
              </p:cNvPr>
              <p:cNvSpPr/>
              <p:nvPr/>
            </p:nvSpPr>
            <p:spPr>
              <a:xfrm>
                <a:off x="-741229" y="605268"/>
                <a:ext cx="111825" cy="203061"/>
              </a:xfrm>
              <a:custGeom>
                <a:avLst/>
                <a:gdLst/>
                <a:ahLst/>
                <a:cxnLst/>
                <a:rect l="l" t="t" r="r" b="b"/>
                <a:pathLst>
                  <a:path w="869" h="1578" extrusionOk="0">
                    <a:moveTo>
                      <a:pt x="601" y="1"/>
                    </a:moveTo>
                    <a:cubicBezTo>
                      <a:pt x="559" y="1"/>
                      <a:pt x="511" y="18"/>
                      <a:pt x="457" y="60"/>
                    </a:cubicBezTo>
                    <a:cubicBezTo>
                      <a:pt x="377" y="124"/>
                      <a:pt x="339" y="231"/>
                      <a:pt x="316" y="330"/>
                    </a:cubicBezTo>
                    <a:cubicBezTo>
                      <a:pt x="286" y="440"/>
                      <a:pt x="267" y="550"/>
                      <a:pt x="256" y="665"/>
                    </a:cubicBezTo>
                    <a:cubicBezTo>
                      <a:pt x="240" y="794"/>
                      <a:pt x="233" y="935"/>
                      <a:pt x="149" y="1034"/>
                    </a:cubicBezTo>
                    <a:cubicBezTo>
                      <a:pt x="111" y="1075"/>
                      <a:pt x="65" y="1110"/>
                      <a:pt x="43" y="1155"/>
                    </a:cubicBezTo>
                    <a:cubicBezTo>
                      <a:pt x="1" y="1239"/>
                      <a:pt x="43" y="1338"/>
                      <a:pt x="96" y="1410"/>
                    </a:cubicBezTo>
                    <a:lnTo>
                      <a:pt x="96" y="1418"/>
                    </a:lnTo>
                    <a:cubicBezTo>
                      <a:pt x="99" y="1417"/>
                      <a:pt x="102" y="1417"/>
                      <a:pt x="105" y="1417"/>
                    </a:cubicBezTo>
                    <a:cubicBezTo>
                      <a:pt x="135" y="1417"/>
                      <a:pt x="173" y="1433"/>
                      <a:pt x="221" y="1463"/>
                    </a:cubicBezTo>
                    <a:cubicBezTo>
                      <a:pt x="294" y="1509"/>
                      <a:pt x="362" y="1574"/>
                      <a:pt x="446" y="1578"/>
                    </a:cubicBezTo>
                    <a:cubicBezTo>
                      <a:pt x="520" y="1578"/>
                      <a:pt x="591" y="1533"/>
                      <a:pt x="658" y="1533"/>
                    </a:cubicBezTo>
                    <a:cubicBezTo>
                      <a:pt x="668" y="1533"/>
                      <a:pt x="677" y="1534"/>
                      <a:pt x="685" y="1536"/>
                    </a:cubicBezTo>
                    <a:cubicBezTo>
                      <a:pt x="701" y="1540"/>
                      <a:pt x="712" y="1543"/>
                      <a:pt x="720" y="1551"/>
                    </a:cubicBezTo>
                    <a:cubicBezTo>
                      <a:pt x="815" y="1482"/>
                      <a:pt x="868" y="1368"/>
                      <a:pt x="860" y="1254"/>
                    </a:cubicBezTo>
                    <a:cubicBezTo>
                      <a:pt x="853" y="1171"/>
                      <a:pt x="815" y="1094"/>
                      <a:pt x="800" y="1015"/>
                    </a:cubicBezTo>
                    <a:cubicBezTo>
                      <a:pt x="765" y="840"/>
                      <a:pt x="822" y="657"/>
                      <a:pt x="841" y="482"/>
                    </a:cubicBezTo>
                    <a:cubicBezTo>
                      <a:pt x="857" y="319"/>
                      <a:pt x="780" y="1"/>
                      <a:pt x="601" y="1"/>
                    </a:cubicBezTo>
                    <a:close/>
                  </a:path>
                </a:pathLst>
              </a:custGeom>
              <a:solidFill>
                <a:schemeClr val="lt1"/>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40" name="Google Shape;803;p39">
                <a:extLst>
                  <a:ext uri="{FF2B5EF4-FFF2-40B4-BE49-F238E27FC236}">
                    <a16:creationId xmlns:a16="http://schemas.microsoft.com/office/drawing/2014/main" id="{7C1D16E1-3A87-51E0-F0CB-75EE5A2ED275}"/>
                  </a:ext>
                </a:extLst>
              </p:cNvPr>
              <p:cNvSpPr/>
              <p:nvPr/>
            </p:nvSpPr>
            <p:spPr>
              <a:xfrm>
                <a:off x="-881236" y="1057715"/>
                <a:ext cx="207694" cy="460941"/>
              </a:xfrm>
              <a:custGeom>
                <a:avLst/>
                <a:gdLst/>
                <a:ahLst/>
                <a:cxnLst/>
                <a:rect l="l" t="t" r="r" b="b"/>
                <a:pathLst>
                  <a:path w="1614" h="3582" extrusionOk="0">
                    <a:moveTo>
                      <a:pt x="790" y="1"/>
                    </a:moveTo>
                    <a:cubicBezTo>
                      <a:pt x="784" y="1"/>
                      <a:pt x="779" y="1"/>
                      <a:pt x="773" y="2"/>
                    </a:cubicBezTo>
                    <a:cubicBezTo>
                      <a:pt x="769" y="2"/>
                      <a:pt x="762" y="2"/>
                      <a:pt x="754" y="5"/>
                    </a:cubicBezTo>
                    <a:cubicBezTo>
                      <a:pt x="655" y="24"/>
                      <a:pt x="587" y="123"/>
                      <a:pt x="568" y="226"/>
                    </a:cubicBezTo>
                    <a:cubicBezTo>
                      <a:pt x="549" y="333"/>
                      <a:pt x="571" y="443"/>
                      <a:pt x="583" y="553"/>
                    </a:cubicBezTo>
                    <a:cubicBezTo>
                      <a:pt x="606" y="797"/>
                      <a:pt x="568" y="1044"/>
                      <a:pt x="526" y="1291"/>
                    </a:cubicBezTo>
                    <a:cubicBezTo>
                      <a:pt x="450" y="1744"/>
                      <a:pt x="423" y="2254"/>
                      <a:pt x="233" y="2676"/>
                    </a:cubicBezTo>
                    <a:cubicBezTo>
                      <a:pt x="168" y="2809"/>
                      <a:pt x="77" y="2931"/>
                      <a:pt x="39" y="3075"/>
                    </a:cubicBezTo>
                    <a:cubicBezTo>
                      <a:pt x="1" y="3220"/>
                      <a:pt x="46" y="3403"/>
                      <a:pt x="187" y="3452"/>
                    </a:cubicBezTo>
                    <a:lnTo>
                      <a:pt x="199" y="3463"/>
                    </a:lnTo>
                    <a:cubicBezTo>
                      <a:pt x="275" y="3380"/>
                      <a:pt x="389" y="3330"/>
                      <a:pt x="499" y="3330"/>
                    </a:cubicBezTo>
                    <a:cubicBezTo>
                      <a:pt x="628" y="3330"/>
                      <a:pt x="758" y="3399"/>
                      <a:pt x="826" y="3513"/>
                    </a:cubicBezTo>
                    <a:cubicBezTo>
                      <a:pt x="838" y="3536"/>
                      <a:pt x="849" y="3558"/>
                      <a:pt x="857" y="3581"/>
                    </a:cubicBezTo>
                    <a:lnTo>
                      <a:pt x="864" y="3581"/>
                    </a:lnTo>
                    <a:cubicBezTo>
                      <a:pt x="956" y="3558"/>
                      <a:pt x="1039" y="3494"/>
                      <a:pt x="1070" y="3406"/>
                    </a:cubicBezTo>
                    <a:cubicBezTo>
                      <a:pt x="1131" y="3231"/>
                      <a:pt x="990" y="3068"/>
                      <a:pt x="1020" y="2885"/>
                    </a:cubicBezTo>
                    <a:cubicBezTo>
                      <a:pt x="1123" y="2242"/>
                      <a:pt x="1245" y="1603"/>
                      <a:pt x="1385" y="964"/>
                    </a:cubicBezTo>
                    <a:cubicBezTo>
                      <a:pt x="1404" y="865"/>
                      <a:pt x="1427" y="762"/>
                      <a:pt x="1481" y="675"/>
                    </a:cubicBezTo>
                    <a:cubicBezTo>
                      <a:pt x="1507" y="629"/>
                      <a:pt x="1541" y="587"/>
                      <a:pt x="1564" y="542"/>
                    </a:cubicBezTo>
                    <a:cubicBezTo>
                      <a:pt x="1610" y="447"/>
                      <a:pt x="1614" y="310"/>
                      <a:pt x="1538" y="230"/>
                    </a:cubicBezTo>
                    <a:cubicBezTo>
                      <a:pt x="1526" y="218"/>
                      <a:pt x="1515" y="207"/>
                      <a:pt x="1496" y="199"/>
                    </a:cubicBezTo>
                    <a:cubicBezTo>
                      <a:pt x="1442" y="169"/>
                      <a:pt x="1379" y="166"/>
                      <a:pt x="1314" y="166"/>
                    </a:cubicBezTo>
                    <a:cubicBezTo>
                      <a:pt x="1299" y="166"/>
                      <a:pt x="1284" y="166"/>
                      <a:pt x="1269" y="166"/>
                    </a:cubicBezTo>
                    <a:cubicBezTo>
                      <a:pt x="1220" y="166"/>
                      <a:pt x="1171" y="165"/>
                      <a:pt x="1127" y="150"/>
                    </a:cubicBezTo>
                    <a:cubicBezTo>
                      <a:pt x="1010" y="114"/>
                      <a:pt x="911" y="1"/>
                      <a:pt x="790" y="1"/>
                    </a:cubicBezTo>
                    <a:close/>
                  </a:path>
                </a:pathLst>
              </a:custGeom>
              <a:solidFill>
                <a:schemeClr val="lt1"/>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41" name="Google Shape;804;p39">
                <a:extLst>
                  <a:ext uri="{FF2B5EF4-FFF2-40B4-BE49-F238E27FC236}">
                    <a16:creationId xmlns:a16="http://schemas.microsoft.com/office/drawing/2014/main" id="{8B53385F-3383-2898-D20A-CFAD13A3CE05}"/>
                  </a:ext>
                </a:extLst>
              </p:cNvPr>
              <p:cNvSpPr/>
              <p:nvPr/>
            </p:nvSpPr>
            <p:spPr>
              <a:xfrm>
                <a:off x="-1011848" y="2076108"/>
                <a:ext cx="241408" cy="230728"/>
              </a:xfrm>
              <a:custGeom>
                <a:avLst/>
                <a:gdLst/>
                <a:ahLst/>
                <a:cxnLst/>
                <a:rect l="l" t="t" r="r" b="b"/>
                <a:pathLst>
                  <a:path w="1876" h="1793" extrusionOk="0">
                    <a:moveTo>
                      <a:pt x="943" y="0"/>
                    </a:moveTo>
                    <a:cubicBezTo>
                      <a:pt x="940" y="8"/>
                      <a:pt x="932" y="15"/>
                      <a:pt x="928" y="23"/>
                    </a:cubicBezTo>
                    <a:cubicBezTo>
                      <a:pt x="890" y="84"/>
                      <a:pt x="845" y="149"/>
                      <a:pt x="772" y="171"/>
                    </a:cubicBezTo>
                    <a:cubicBezTo>
                      <a:pt x="752" y="178"/>
                      <a:pt x="732" y="181"/>
                      <a:pt x="711" y="181"/>
                    </a:cubicBezTo>
                    <a:cubicBezTo>
                      <a:pt x="652" y="181"/>
                      <a:pt x="590" y="160"/>
                      <a:pt x="530" y="160"/>
                    </a:cubicBezTo>
                    <a:cubicBezTo>
                      <a:pt x="515" y="160"/>
                      <a:pt x="501" y="161"/>
                      <a:pt x="487" y="164"/>
                    </a:cubicBezTo>
                    <a:cubicBezTo>
                      <a:pt x="438" y="175"/>
                      <a:pt x="392" y="206"/>
                      <a:pt x="342" y="225"/>
                    </a:cubicBezTo>
                    <a:cubicBezTo>
                      <a:pt x="313" y="236"/>
                      <a:pt x="284" y="241"/>
                      <a:pt x="255" y="241"/>
                    </a:cubicBezTo>
                    <a:cubicBezTo>
                      <a:pt x="246" y="241"/>
                      <a:pt x="237" y="241"/>
                      <a:pt x="228" y="240"/>
                    </a:cubicBezTo>
                    <a:lnTo>
                      <a:pt x="228" y="240"/>
                    </a:lnTo>
                    <a:cubicBezTo>
                      <a:pt x="274" y="301"/>
                      <a:pt x="282" y="384"/>
                      <a:pt x="266" y="461"/>
                    </a:cubicBezTo>
                    <a:cubicBezTo>
                      <a:pt x="251" y="540"/>
                      <a:pt x="209" y="613"/>
                      <a:pt x="175" y="685"/>
                    </a:cubicBezTo>
                    <a:cubicBezTo>
                      <a:pt x="80" y="864"/>
                      <a:pt x="0" y="1058"/>
                      <a:pt x="0" y="1263"/>
                    </a:cubicBezTo>
                    <a:cubicBezTo>
                      <a:pt x="0" y="1357"/>
                      <a:pt x="127" y="1769"/>
                      <a:pt x="281" y="1769"/>
                    </a:cubicBezTo>
                    <a:cubicBezTo>
                      <a:pt x="283" y="1769"/>
                      <a:pt x="284" y="1769"/>
                      <a:pt x="285" y="1769"/>
                    </a:cubicBezTo>
                    <a:cubicBezTo>
                      <a:pt x="312" y="1769"/>
                      <a:pt x="335" y="1758"/>
                      <a:pt x="361" y="1731"/>
                    </a:cubicBezTo>
                    <a:cubicBezTo>
                      <a:pt x="365" y="1731"/>
                      <a:pt x="369" y="1727"/>
                      <a:pt x="369" y="1723"/>
                    </a:cubicBezTo>
                    <a:cubicBezTo>
                      <a:pt x="380" y="1712"/>
                      <a:pt x="392" y="1697"/>
                      <a:pt x="407" y="1689"/>
                    </a:cubicBezTo>
                    <a:cubicBezTo>
                      <a:pt x="418" y="1682"/>
                      <a:pt x="430" y="1678"/>
                      <a:pt x="442" y="1678"/>
                    </a:cubicBezTo>
                    <a:cubicBezTo>
                      <a:pt x="472" y="1678"/>
                      <a:pt x="504" y="1698"/>
                      <a:pt x="529" y="1720"/>
                    </a:cubicBezTo>
                    <a:cubicBezTo>
                      <a:pt x="563" y="1750"/>
                      <a:pt x="597" y="1788"/>
                      <a:pt x="643" y="1792"/>
                    </a:cubicBezTo>
                    <a:cubicBezTo>
                      <a:pt x="646" y="1792"/>
                      <a:pt x="649" y="1792"/>
                      <a:pt x="652" y="1792"/>
                    </a:cubicBezTo>
                    <a:cubicBezTo>
                      <a:pt x="719" y="1792"/>
                      <a:pt x="762" y="1717"/>
                      <a:pt x="795" y="1659"/>
                    </a:cubicBezTo>
                    <a:cubicBezTo>
                      <a:pt x="848" y="1564"/>
                      <a:pt x="917" y="1476"/>
                      <a:pt x="1012" y="1419"/>
                    </a:cubicBezTo>
                    <a:cubicBezTo>
                      <a:pt x="1115" y="1354"/>
                      <a:pt x="1244" y="1335"/>
                      <a:pt x="1358" y="1290"/>
                    </a:cubicBezTo>
                    <a:cubicBezTo>
                      <a:pt x="1537" y="1221"/>
                      <a:pt x="1624" y="1077"/>
                      <a:pt x="1773" y="974"/>
                    </a:cubicBezTo>
                    <a:cubicBezTo>
                      <a:pt x="1799" y="955"/>
                      <a:pt x="1822" y="936"/>
                      <a:pt x="1841" y="909"/>
                    </a:cubicBezTo>
                    <a:cubicBezTo>
                      <a:pt x="1856" y="894"/>
                      <a:pt x="1864" y="871"/>
                      <a:pt x="1868" y="849"/>
                    </a:cubicBezTo>
                    <a:cubicBezTo>
                      <a:pt x="1875" y="772"/>
                      <a:pt x="1803" y="708"/>
                      <a:pt x="1803" y="632"/>
                    </a:cubicBezTo>
                    <a:cubicBezTo>
                      <a:pt x="1803" y="605"/>
                      <a:pt x="1815" y="575"/>
                      <a:pt x="1818" y="548"/>
                    </a:cubicBezTo>
                    <a:cubicBezTo>
                      <a:pt x="1822" y="521"/>
                      <a:pt x="1815" y="491"/>
                      <a:pt x="1792" y="476"/>
                    </a:cubicBezTo>
                    <a:cubicBezTo>
                      <a:pt x="1757" y="491"/>
                      <a:pt x="1719" y="499"/>
                      <a:pt x="1682" y="499"/>
                    </a:cubicBezTo>
                    <a:cubicBezTo>
                      <a:pt x="1635" y="499"/>
                      <a:pt x="1589" y="485"/>
                      <a:pt x="1552" y="453"/>
                    </a:cubicBezTo>
                    <a:cubicBezTo>
                      <a:pt x="1457" y="365"/>
                      <a:pt x="1446" y="217"/>
                      <a:pt x="1328" y="152"/>
                    </a:cubicBezTo>
                    <a:cubicBezTo>
                      <a:pt x="1263" y="114"/>
                      <a:pt x="1183" y="122"/>
                      <a:pt x="1107" y="111"/>
                    </a:cubicBezTo>
                    <a:cubicBezTo>
                      <a:pt x="1039" y="103"/>
                      <a:pt x="962" y="69"/>
                      <a:pt x="943" y="0"/>
                    </a:cubicBezTo>
                    <a:close/>
                  </a:path>
                </a:pathLst>
              </a:custGeom>
              <a:solidFill>
                <a:schemeClr val="lt1"/>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42" name="Google Shape;805;p39">
                <a:extLst>
                  <a:ext uri="{FF2B5EF4-FFF2-40B4-BE49-F238E27FC236}">
                    <a16:creationId xmlns:a16="http://schemas.microsoft.com/office/drawing/2014/main" id="{72A872B6-02AD-CB16-97E7-79C9AD7BB236}"/>
                  </a:ext>
                </a:extLst>
              </p:cNvPr>
              <p:cNvSpPr/>
              <p:nvPr/>
            </p:nvSpPr>
            <p:spPr>
              <a:xfrm>
                <a:off x="-1003098" y="654038"/>
                <a:ext cx="172435" cy="286962"/>
              </a:xfrm>
              <a:custGeom>
                <a:avLst/>
                <a:gdLst/>
                <a:ahLst/>
                <a:cxnLst/>
                <a:rect l="l" t="t" r="r" b="b"/>
                <a:pathLst>
                  <a:path w="1340" h="2230" extrusionOk="0">
                    <a:moveTo>
                      <a:pt x="567" y="0"/>
                    </a:moveTo>
                    <a:cubicBezTo>
                      <a:pt x="389" y="0"/>
                      <a:pt x="434" y="343"/>
                      <a:pt x="446" y="457"/>
                    </a:cubicBezTo>
                    <a:cubicBezTo>
                      <a:pt x="468" y="715"/>
                      <a:pt x="408" y="978"/>
                      <a:pt x="343" y="1229"/>
                    </a:cubicBezTo>
                    <a:cubicBezTo>
                      <a:pt x="305" y="1393"/>
                      <a:pt x="263" y="1560"/>
                      <a:pt x="164" y="1693"/>
                    </a:cubicBezTo>
                    <a:cubicBezTo>
                      <a:pt x="115" y="1765"/>
                      <a:pt x="50" y="1826"/>
                      <a:pt x="23" y="1910"/>
                    </a:cubicBezTo>
                    <a:cubicBezTo>
                      <a:pt x="1" y="1990"/>
                      <a:pt x="39" y="2100"/>
                      <a:pt x="126" y="2112"/>
                    </a:cubicBezTo>
                    <a:lnTo>
                      <a:pt x="126" y="2115"/>
                    </a:lnTo>
                    <a:cubicBezTo>
                      <a:pt x="157" y="2104"/>
                      <a:pt x="188" y="2099"/>
                      <a:pt x="219" y="2099"/>
                    </a:cubicBezTo>
                    <a:cubicBezTo>
                      <a:pt x="357" y="2099"/>
                      <a:pt x="493" y="2195"/>
                      <a:pt x="636" y="2195"/>
                    </a:cubicBezTo>
                    <a:cubicBezTo>
                      <a:pt x="644" y="2195"/>
                      <a:pt x="653" y="2196"/>
                      <a:pt x="661" y="2196"/>
                    </a:cubicBezTo>
                    <a:cubicBezTo>
                      <a:pt x="708" y="2196"/>
                      <a:pt x="755" y="2192"/>
                      <a:pt x="800" y="2192"/>
                    </a:cubicBezTo>
                    <a:cubicBezTo>
                      <a:pt x="864" y="2192"/>
                      <a:pt x="925" y="2199"/>
                      <a:pt x="978" y="2229"/>
                    </a:cubicBezTo>
                    <a:lnTo>
                      <a:pt x="982" y="2222"/>
                    </a:lnTo>
                    <a:cubicBezTo>
                      <a:pt x="1081" y="2218"/>
                      <a:pt x="1165" y="2123"/>
                      <a:pt x="1157" y="2024"/>
                    </a:cubicBezTo>
                    <a:cubicBezTo>
                      <a:pt x="1153" y="1944"/>
                      <a:pt x="1100" y="1879"/>
                      <a:pt x="1077" y="1807"/>
                    </a:cubicBezTo>
                    <a:cubicBezTo>
                      <a:pt x="1054" y="1746"/>
                      <a:pt x="1054" y="1682"/>
                      <a:pt x="1054" y="1617"/>
                    </a:cubicBezTo>
                    <a:cubicBezTo>
                      <a:pt x="1058" y="1256"/>
                      <a:pt x="1127" y="898"/>
                      <a:pt x="1256" y="559"/>
                    </a:cubicBezTo>
                    <a:cubicBezTo>
                      <a:pt x="1294" y="457"/>
                      <a:pt x="1340" y="305"/>
                      <a:pt x="1279" y="225"/>
                    </a:cubicBezTo>
                    <a:cubicBezTo>
                      <a:pt x="1256" y="194"/>
                      <a:pt x="1218" y="171"/>
                      <a:pt x="1161" y="168"/>
                    </a:cubicBezTo>
                    <a:cubicBezTo>
                      <a:pt x="1146" y="166"/>
                      <a:pt x="1130" y="165"/>
                      <a:pt x="1115" y="165"/>
                    </a:cubicBezTo>
                    <a:cubicBezTo>
                      <a:pt x="1068" y="165"/>
                      <a:pt x="1020" y="171"/>
                      <a:pt x="974" y="171"/>
                    </a:cubicBezTo>
                    <a:cubicBezTo>
                      <a:pt x="898" y="171"/>
                      <a:pt x="822" y="149"/>
                      <a:pt x="765" y="103"/>
                    </a:cubicBezTo>
                    <a:cubicBezTo>
                      <a:pt x="731" y="80"/>
                      <a:pt x="704" y="50"/>
                      <a:pt x="666" y="31"/>
                    </a:cubicBezTo>
                    <a:cubicBezTo>
                      <a:pt x="628" y="8"/>
                      <a:pt x="594" y="0"/>
                      <a:pt x="567" y="0"/>
                    </a:cubicBezTo>
                    <a:close/>
                  </a:path>
                </a:pathLst>
              </a:custGeom>
              <a:solidFill>
                <a:schemeClr val="lt1"/>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43" name="Google Shape;806;p39">
                <a:extLst>
                  <a:ext uri="{FF2B5EF4-FFF2-40B4-BE49-F238E27FC236}">
                    <a16:creationId xmlns:a16="http://schemas.microsoft.com/office/drawing/2014/main" id="{C658C386-0EB8-9E21-ACEA-97031DA1B988}"/>
                  </a:ext>
                </a:extLst>
              </p:cNvPr>
              <p:cNvSpPr/>
              <p:nvPr/>
            </p:nvSpPr>
            <p:spPr>
              <a:xfrm>
                <a:off x="-1016352" y="2297827"/>
                <a:ext cx="162140" cy="144510"/>
              </a:xfrm>
              <a:custGeom>
                <a:avLst/>
                <a:gdLst/>
                <a:ahLst/>
                <a:cxnLst/>
                <a:rect l="l" t="t" r="r" b="b"/>
                <a:pathLst>
                  <a:path w="1260" h="1123" extrusionOk="0">
                    <a:moveTo>
                      <a:pt x="404" y="0"/>
                    </a:moveTo>
                    <a:cubicBezTo>
                      <a:pt x="404" y="4"/>
                      <a:pt x="400" y="8"/>
                      <a:pt x="396" y="8"/>
                    </a:cubicBezTo>
                    <a:cubicBezTo>
                      <a:pt x="370" y="35"/>
                      <a:pt x="347" y="46"/>
                      <a:pt x="320" y="46"/>
                    </a:cubicBezTo>
                    <a:cubicBezTo>
                      <a:pt x="347" y="96"/>
                      <a:pt x="301" y="156"/>
                      <a:pt x="256" y="187"/>
                    </a:cubicBezTo>
                    <a:cubicBezTo>
                      <a:pt x="206" y="217"/>
                      <a:pt x="149" y="236"/>
                      <a:pt x="115" y="282"/>
                    </a:cubicBezTo>
                    <a:cubicBezTo>
                      <a:pt x="88" y="324"/>
                      <a:pt x="88" y="377"/>
                      <a:pt x="65" y="423"/>
                    </a:cubicBezTo>
                    <a:cubicBezTo>
                      <a:pt x="54" y="453"/>
                      <a:pt x="31" y="480"/>
                      <a:pt x="1" y="499"/>
                    </a:cubicBezTo>
                    <a:lnTo>
                      <a:pt x="5" y="506"/>
                    </a:lnTo>
                    <a:cubicBezTo>
                      <a:pt x="126" y="586"/>
                      <a:pt x="123" y="674"/>
                      <a:pt x="191" y="784"/>
                    </a:cubicBezTo>
                    <a:cubicBezTo>
                      <a:pt x="199" y="799"/>
                      <a:pt x="210" y="811"/>
                      <a:pt x="218" y="826"/>
                    </a:cubicBezTo>
                    <a:cubicBezTo>
                      <a:pt x="237" y="853"/>
                      <a:pt x="237" y="887"/>
                      <a:pt x="221" y="917"/>
                    </a:cubicBezTo>
                    <a:lnTo>
                      <a:pt x="221" y="921"/>
                    </a:lnTo>
                    <a:cubicBezTo>
                      <a:pt x="286" y="959"/>
                      <a:pt x="347" y="1001"/>
                      <a:pt x="400" y="1050"/>
                    </a:cubicBezTo>
                    <a:cubicBezTo>
                      <a:pt x="423" y="1073"/>
                      <a:pt x="446" y="1096"/>
                      <a:pt x="465" y="1123"/>
                    </a:cubicBezTo>
                    <a:lnTo>
                      <a:pt x="473" y="1115"/>
                    </a:lnTo>
                    <a:cubicBezTo>
                      <a:pt x="674" y="1104"/>
                      <a:pt x="872" y="1039"/>
                      <a:pt x="1024" y="902"/>
                    </a:cubicBezTo>
                    <a:cubicBezTo>
                      <a:pt x="1142" y="792"/>
                      <a:pt x="1230" y="643"/>
                      <a:pt x="1260" y="487"/>
                    </a:cubicBezTo>
                    <a:lnTo>
                      <a:pt x="1260" y="484"/>
                    </a:lnTo>
                    <a:cubicBezTo>
                      <a:pt x="1213" y="499"/>
                      <a:pt x="1167" y="513"/>
                      <a:pt x="1122" y="513"/>
                    </a:cubicBezTo>
                    <a:cubicBezTo>
                      <a:pt x="1098" y="513"/>
                      <a:pt x="1074" y="509"/>
                      <a:pt x="1051" y="499"/>
                    </a:cubicBezTo>
                    <a:cubicBezTo>
                      <a:pt x="1030" y="506"/>
                      <a:pt x="1014" y="509"/>
                      <a:pt x="997" y="509"/>
                    </a:cubicBezTo>
                    <a:cubicBezTo>
                      <a:pt x="977" y="509"/>
                      <a:pt x="958" y="504"/>
                      <a:pt x="933" y="491"/>
                    </a:cubicBezTo>
                    <a:cubicBezTo>
                      <a:pt x="887" y="468"/>
                      <a:pt x="853" y="430"/>
                      <a:pt x="815" y="396"/>
                    </a:cubicBezTo>
                    <a:cubicBezTo>
                      <a:pt x="682" y="267"/>
                      <a:pt x="545" y="137"/>
                      <a:pt x="408" y="4"/>
                    </a:cubicBezTo>
                    <a:lnTo>
                      <a:pt x="404" y="0"/>
                    </a:lnTo>
                    <a:close/>
                  </a:path>
                </a:pathLst>
              </a:custGeom>
              <a:solidFill>
                <a:schemeClr val="lt1"/>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44" name="Google Shape;807;p39">
                <a:extLst>
                  <a:ext uri="{FF2B5EF4-FFF2-40B4-BE49-F238E27FC236}">
                    <a16:creationId xmlns:a16="http://schemas.microsoft.com/office/drawing/2014/main" id="{1A018194-0C3F-BB2B-9689-62E0F64460AA}"/>
                  </a:ext>
                </a:extLst>
              </p:cNvPr>
              <p:cNvSpPr/>
              <p:nvPr/>
            </p:nvSpPr>
            <p:spPr>
              <a:xfrm>
                <a:off x="-998723" y="2541166"/>
                <a:ext cx="133315" cy="303047"/>
              </a:xfrm>
              <a:custGeom>
                <a:avLst/>
                <a:gdLst/>
                <a:ahLst/>
                <a:cxnLst/>
                <a:rect l="l" t="t" r="r" b="b"/>
                <a:pathLst>
                  <a:path w="1036" h="2355" extrusionOk="0">
                    <a:moveTo>
                      <a:pt x="453" y="0"/>
                    </a:moveTo>
                    <a:cubicBezTo>
                      <a:pt x="396" y="247"/>
                      <a:pt x="278" y="464"/>
                      <a:pt x="172" y="696"/>
                    </a:cubicBezTo>
                    <a:cubicBezTo>
                      <a:pt x="1" y="1069"/>
                      <a:pt x="24" y="1465"/>
                      <a:pt x="24" y="1864"/>
                    </a:cubicBezTo>
                    <a:lnTo>
                      <a:pt x="24" y="2355"/>
                    </a:lnTo>
                    <a:cubicBezTo>
                      <a:pt x="366" y="2343"/>
                      <a:pt x="705" y="2313"/>
                      <a:pt x="1035" y="2264"/>
                    </a:cubicBezTo>
                    <a:lnTo>
                      <a:pt x="1035" y="2260"/>
                    </a:lnTo>
                    <a:cubicBezTo>
                      <a:pt x="1028" y="1864"/>
                      <a:pt x="1020" y="1917"/>
                      <a:pt x="982" y="1522"/>
                    </a:cubicBezTo>
                    <a:cubicBezTo>
                      <a:pt x="948" y="1172"/>
                      <a:pt x="910" y="848"/>
                      <a:pt x="735" y="533"/>
                    </a:cubicBezTo>
                    <a:cubicBezTo>
                      <a:pt x="640" y="354"/>
                      <a:pt x="511" y="194"/>
                      <a:pt x="453" y="0"/>
                    </a:cubicBezTo>
                    <a:close/>
                  </a:path>
                </a:pathLst>
              </a:custGeom>
              <a:solidFill>
                <a:schemeClr val="lt1"/>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45" name="Google Shape;808;p39">
                <a:extLst>
                  <a:ext uri="{FF2B5EF4-FFF2-40B4-BE49-F238E27FC236}">
                    <a16:creationId xmlns:a16="http://schemas.microsoft.com/office/drawing/2014/main" id="{F1F2D7AB-6127-C8C1-660D-2EF5EBBC7883}"/>
                  </a:ext>
                </a:extLst>
              </p:cNvPr>
              <p:cNvSpPr/>
              <p:nvPr/>
            </p:nvSpPr>
            <p:spPr>
              <a:xfrm>
                <a:off x="-1163694" y="1397308"/>
                <a:ext cx="227253" cy="722295"/>
              </a:xfrm>
              <a:custGeom>
                <a:avLst/>
                <a:gdLst/>
                <a:ahLst/>
                <a:cxnLst/>
                <a:rect l="l" t="t" r="r" b="b"/>
                <a:pathLst>
                  <a:path w="1766" h="5613" extrusionOk="0">
                    <a:moveTo>
                      <a:pt x="1192" y="0"/>
                    </a:moveTo>
                    <a:cubicBezTo>
                      <a:pt x="1129" y="0"/>
                      <a:pt x="1066" y="12"/>
                      <a:pt x="1009" y="37"/>
                    </a:cubicBezTo>
                    <a:cubicBezTo>
                      <a:pt x="967" y="52"/>
                      <a:pt x="925" y="79"/>
                      <a:pt x="895" y="105"/>
                    </a:cubicBezTo>
                    <a:cubicBezTo>
                      <a:pt x="792" y="197"/>
                      <a:pt x="784" y="337"/>
                      <a:pt x="705" y="444"/>
                    </a:cubicBezTo>
                    <a:cubicBezTo>
                      <a:pt x="644" y="528"/>
                      <a:pt x="537" y="573"/>
                      <a:pt x="488" y="665"/>
                    </a:cubicBezTo>
                    <a:cubicBezTo>
                      <a:pt x="347" y="919"/>
                      <a:pt x="579" y="1197"/>
                      <a:pt x="636" y="1441"/>
                    </a:cubicBezTo>
                    <a:cubicBezTo>
                      <a:pt x="663" y="1559"/>
                      <a:pt x="659" y="1684"/>
                      <a:pt x="651" y="1806"/>
                    </a:cubicBezTo>
                    <a:cubicBezTo>
                      <a:pt x="613" y="2563"/>
                      <a:pt x="526" y="3324"/>
                      <a:pt x="389" y="4069"/>
                    </a:cubicBezTo>
                    <a:cubicBezTo>
                      <a:pt x="374" y="4145"/>
                      <a:pt x="358" y="4221"/>
                      <a:pt x="320" y="4282"/>
                    </a:cubicBezTo>
                    <a:cubicBezTo>
                      <a:pt x="259" y="4385"/>
                      <a:pt x="142" y="4461"/>
                      <a:pt x="96" y="4564"/>
                    </a:cubicBezTo>
                    <a:cubicBezTo>
                      <a:pt x="81" y="4716"/>
                      <a:pt x="1" y="4868"/>
                      <a:pt x="50" y="5032"/>
                    </a:cubicBezTo>
                    <a:cubicBezTo>
                      <a:pt x="73" y="5104"/>
                      <a:pt x="115" y="5176"/>
                      <a:pt x="138" y="5249"/>
                    </a:cubicBezTo>
                    <a:cubicBezTo>
                      <a:pt x="157" y="5317"/>
                      <a:pt x="157" y="5397"/>
                      <a:pt x="119" y="5454"/>
                    </a:cubicBezTo>
                    <a:cubicBezTo>
                      <a:pt x="188" y="5556"/>
                      <a:pt x="311" y="5612"/>
                      <a:pt x="433" y="5612"/>
                    </a:cubicBezTo>
                    <a:cubicBezTo>
                      <a:pt x="507" y="5612"/>
                      <a:pt x="580" y="5592"/>
                      <a:pt x="640" y="5549"/>
                    </a:cubicBezTo>
                    <a:cubicBezTo>
                      <a:pt x="739" y="5477"/>
                      <a:pt x="800" y="5363"/>
                      <a:pt x="910" y="5313"/>
                    </a:cubicBezTo>
                    <a:cubicBezTo>
                      <a:pt x="986" y="5279"/>
                      <a:pt x="1077" y="5283"/>
                      <a:pt x="1161" y="5256"/>
                    </a:cubicBezTo>
                    <a:cubicBezTo>
                      <a:pt x="1389" y="5176"/>
                      <a:pt x="1252" y="4796"/>
                      <a:pt x="1222" y="4632"/>
                    </a:cubicBezTo>
                    <a:cubicBezTo>
                      <a:pt x="1210" y="4575"/>
                      <a:pt x="1203" y="4522"/>
                      <a:pt x="1195" y="4465"/>
                    </a:cubicBezTo>
                    <a:cubicBezTo>
                      <a:pt x="1165" y="4126"/>
                      <a:pt x="1226" y="3780"/>
                      <a:pt x="1283" y="3442"/>
                    </a:cubicBezTo>
                    <a:cubicBezTo>
                      <a:pt x="1366" y="2955"/>
                      <a:pt x="1443" y="2472"/>
                      <a:pt x="1503" y="1985"/>
                    </a:cubicBezTo>
                    <a:cubicBezTo>
                      <a:pt x="1534" y="1749"/>
                      <a:pt x="1564" y="1513"/>
                      <a:pt x="1583" y="1281"/>
                    </a:cubicBezTo>
                    <a:cubicBezTo>
                      <a:pt x="1595" y="1106"/>
                      <a:pt x="1739" y="992"/>
                      <a:pt x="1758" y="821"/>
                    </a:cubicBezTo>
                    <a:cubicBezTo>
                      <a:pt x="1766" y="729"/>
                      <a:pt x="1716" y="642"/>
                      <a:pt x="1690" y="547"/>
                    </a:cubicBezTo>
                    <a:cubicBezTo>
                      <a:pt x="1671" y="482"/>
                      <a:pt x="1667" y="410"/>
                      <a:pt x="1648" y="341"/>
                    </a:cubicBezTo>
                    <a:cubicBezTo>
                      <a:pt x="1633" y="292"/>
                      <a:pt x="1610" y="242"/>
                      <a:pt x="1579" y="197"/>
                    </a:cubicBezTo>
                    <a:cubicBezTo>
                      <a:pt x="1507" y="102"/>
                      <a:pt x="1404" y="33"/>
                      <a:pt x="1290" y="10"/>
                    </a:cubicBezTo>
                    <a:cubicBezTo>
                      <a:pt x="1259" y="4"/>
                      <a:pt x="1225" y="0"/>
                      <a:pt x="1192" y="0"/>
                    </a:cubicBezTo>
                    <a:close/>
                  </a:path>
                </a:pathLst>
              </a:custGeom>
              <a:solidFill>
                <a:schemeClr val="lt1"/>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46" name="Google Shape;809;p39">
                <a:extLst>
                  <a:ext uri="{FF2B5EF4-FFF2-40B4-BE49-F238E27FC236}">
                    <a16:creationId xmlns:a16="http://schemas.microsoft.com/office/drawing/2014/main" id="{1C388F9A-8826-73B8-D715-5BB9E256341D}"/>
                  </a:ext>
                </a:extLst>
              </p:cNvPr>
              <p:cNvSpPr/>
              <p:nvPr/>
            </p:nvSpPr>
            <p:spPr>
              <a:xfrm>
                <a:off x="-1286586" y="2245968"/>
                <a:ext cx="300731" cy="170504"/>
              </a:xfrm>
              <a:custGeom>
                <a:avLst/>
                <a:gdLst/>
                <a:ahLst/>
                <a:cxnLst/>
                <a:rect l="l" t="t" r="r" b="b"/>
                <a:pathLst>
                  <a:path w="2337" h="1325" extrusionOk="0">
                    <a:moveTo>
                      <a:pt x="956" y="0"/>
                    </a:moveTo>
                    <a:cubicBezTo>
                      <a:pt x="918" y="38"/>
                      <a:pt x="880" y="73"/>
                      <a:pt x="842" y="111"/>
                    </a:cubicBezTo>
                    <a:cubicBezTo>
                      <a:pt x="800" y="149"/>
                      <a:pt x="754" y="187"/>
                      <a:pt x="701" y="194"/>
                    </a:cubicBezTo>
                    <a:cubicBezTo>
                      <a:pt x="697" y="195"/>
                      <a:pt x="692" y="195"/>
                      <a:pt x="688" y="195"/>
                    </a:cubicBezTo>
                    <a:cubicBezTo>
                      <a:pt x="644" y="195"/>
                      <a:pt x="606" y="177"/>
                      <a:pt x="564" y="160"/>
                    </a:cubicBezTo>
                    <a:lnTo>
                      <a:pt x="564" y="160"/>
                    </a:lnTo>
                    <a:cubicBezTo>
                      <a:pt x="575" y="202"/>
                      <a:pt x="575" y="244"/>
                      <a:pt x="560" y="286"/>
                    </a:cubicBezTo>
                    <a:cubicBezTo>
                      <a:pt x="537" y="343"/>
                      <a:pt x="499" y="384"/>
                      <a:pt x="457" y="423"/>
                    </a:cubicBezTo>
                    <a:cubicBezTo>
                      <a:pt x="366" y="514"/>
                      <a:pt x="286" y="624"/>
                      <a:pt x="165" y="662"/>
                    </a:cubicBezTo>
                    <a:cubicBezTo>
                      <a:pt x="126" y="677"/>
                      <a:pt x="85" y="681"/>
                      <a:pt x="43" y="681"/>
                    </a:cubicBezTo>
                    <a:lnTo>
                      <a:pt x="43" y="696"/>
                    </a:lnTo>
                    <a:cubicBezTo>
                      <a:pt x="1" y="757"/>
                      <a:pt x="9" y="845"/>
                      <a:pt x="43" y="909"/>
                    </a:cubicBezTo>
                    <a:cubicBezTo>
                      <a:pt x="77" y="978"/>
                      <a:pt x="134" y="1027"/>
                      <a:pt x="195" y="1077"/>
                    </a:cubicBezTo>
                    <a:lnTo>
                      <a:pt x="199" y="1081"/>
                    </a:lnTo>
                    <a:cubicBezTo>
                      <a:pt x="283" y="991"/>
                      <a:pt x="392" y="933"/>
                      <a:pt x="516" y="933"/>
                    </a:cubicBezTo>
                    <a:cubicBezTo>
                      <a:pt x="571" y="933"/>
                      <a:pt x="630" y="944"/>
                      <a:pt x="689" y="970"/>
                    </a:cubicBezTo>
                    <a:cubicBezTo>
                      <a:pt x="834" y="1035"/>
                      <a:pt x="944" y="1168"/>
                      <a:pt x="1093" y="1221"/>
                    </a:cubicBezTo>
                    <a:cubicBezTo>
                      <a:pt x="1146" y="1239"/>
                      <a:pt x="1200" y="1245"/>
                      <a:pt x="1255" y="1245"/>
                    </a:cubicBezTo>
                    <a:cubicBezTo>
                      <a:pt x="1343" y="1245"/>
                      <a:pt x="1434" y="1229"/>
                      <a:pt x="1523" y="1218"/>
                    </a:cubicBezTo>
                    <a:cubicBezTo>
                      <a:pt x="1608" y="1205"/>
                      <a:pt x="1696" y="1198"/>
                      <a:pt x="1783" y="1198"/>
                    </a:cubicBezTo>
                    <a:cubicBezTo>
                      <a:pt x="1886" y="1198"/>
                      <a:pt x="1989" y="1208"/>
                      <a:pt x="2089" y="1233"/>
                    </a:cubicBezTo>
                    <a:cubicBezTo>
                      <a:pt x="2169" y="1252"/>
                      <a:pt x="2245" y="1282"/>
                      <a:pt x="2321" y="1324"/>
                    </a:cubicBezTo>
                    <a:lnTo>
                      <a:pt x="2321" y="1320"/>
                    </a:lnTo>
                    <a:cubicBezTo>
                      <a:pt x="2337" y="1290"/>
                      <a:pt x="2337" y="1256"/>
                      <a:pt x="2318" y="1229"/>
                    </a:cubicBezTo>
                    <a:cubicBezTo>
                      <a:pt x="2310" y="1214"/>
                      <a:pt x="2299" y="1202"/>
                      <a:pt x="2291" y="1187"/>
                    </a:cubicBezTo>
                    <a:cubicBezTo>
                      <a:pt x="2223" y="1077"/>
                      <a:pt x="2226" y="989"/>
                      <a:pt x="2105" y="909"/>
                    </a:cubicBezTo>
                    <a:lnTo>
                      <a:pt x="2101" y="906"/>
                    </a:lnTo>
                    <a:cubicBezTo>
                      <a:pt x="2060" y="933"/>
                      <a:pt x="2006" y="948"/>
                      <a:pt x="1952" y="948"/>
                    </a:cubicBezTo>
                    <a:cubicBezTo>
                      <a:pt x="1946" y="948"/>
                      <a:pt x="1940" y="948"/>
                      <a:pt x="1933" y="947"/>
                    </a:cubicBezTo>
                    <a:cubicBezTo>
                      <a:pt x="1842" y="944"/>
                      <a:pt x="1755" y="898"/>
                      <a:pt x="1675" y="849"/>
                    </a:cubicBezTo>
                    <a:cubicBezTo>
                      <a:pt x="1504" y="746"/>
                      <a:pt x="1348" y="617"/>
                      <a:pt x="1211" y="468"/>
                    </a:cubicBezTo>
                    <a:cubicBezTo>
                      <a:pt x="1093" y="335"/>
                      <a:pt x="986" y="171"/>
                      <a:pt x="971" y="0"/>
                    </a:cubicBezTo>
                    <a:close/>
                  </a:path>
                </a:pathLst>
              </a:custGeom>
              <a:solidFill>
                <a:schemeClr val="lt1"/>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47" name="Google Shape;810;p39">
                <a:extLst>
                  <a:ext uri="{FF2B5EF4-FFF2-40B4-BE49-F238E27FC236}">
                    <a16:creationId xmlns:a16="http://schemas.microsoft.com/office/drawing/2014/main" id="{0F245E38-D646-AC46-C69B-63E11AC7B232}"/>
                  </a:ext>
                </a:extLst>
              </p:cNvPr>
              <p:cNvSpPr/>
              <p:nvPr/>
            </p:nvSpPr>
            <p:spPr>
              <a:xfrm>
                <a:off x="-1257632" y="2101329"/>
                <a:ext cx="116072" cy="169732"/>
              </a:xfrm>
              <a:custGeom>
                <a:avLst/>
                <a:gdLst/>
                <a:ahLst/>
                <a:cxnLst/>
                <a:rect l="l" t="t" r="r" b="b"/>
                <a:pathLst>
                  <a:path w="902" h="1319" extrusionOk="0">
                    <a:moveTo>
                      <a:pt x="362" y="1"/>
                    </a:moveTo>
                    <a:cubicBezTo>
                      <a:pt x="279" y="1"/>
                      <a:pt x="194" y="21"/>
                      <a:pt x="115" y="44"/>
                    </a:cubicBezTo>
                    <a:cubicBezTo>
                      <a:pt x="76" y="51"/>
                      <a:pt x="38" y="63"/>
                      <a:pt x="0" y="71"/>
                    </a:cubicBezTo>
                    <a:cubicBezTo>
                      <a:pt x="88" y="154"/>
                      <a:pt x="126" y="276"/>
                      <a:pt x="134" y="398"/>
                    </a:cubicBezTo>
                    <a:cubicBezTo>
                      <a:pt x="137" y="523"/>
                      <a:pt x="115" y="645"/>
                      <a:pt x="99" y="767"/>
                    </a:cubicBezTo>
                    <a:cubicBezTo>
                      <a:pt x="95" y="809"/>
                      <a:pt x="92" y="850"/>
                      <a:pt x="99" y="892"/>
                    </a:cubicBezTo>
                    <a:cubicBezTo>
                      <a:pt x="118" y="972"/>
                      <a:pt x="183" y="1033"/>
                      <a:pt x="236" y="1094"/>
                    </a:cubicBezTo>
                    <a:cubicBezTo>
                      <a:pt x="286" y="1147"/>
                      <a:pt x="328" y="1216"/>
                      <a:pt x="339" y="1284"/>
                    </a:cubicBezTo>
                    <a:cubicBezTo>
                      <a:pt x="381" y="1301"/>
                      <a:pt x="419" y="1319"/>
                      <a:pt x="463" y="1319"/>
                    </a:cubicBezTo>
                    <a:cubicBezTo>
                      <a:pt x="467" y="1319"/>
                      <a:pt x="472" y="1319"/>
                      <a:pt x="476" y="1318"/>
                    </a:cubicBezTo>
                    <a:cubicBezTo>
                      <a:pt x="529" y="1311"/>
                      <a:pt x="575" y="1273"/>
                      <a:pt x="617" y="1235"/>
                    </a:cubicBezTo>
                    <a:cubicBezTo>
                      <a:pt x="655" y="1197"/>
                      <a:pt x="693" y="1162"/>
                      <a:pt x="731" y="1124"/>
                    </a:cubicBezTo>
                    <a:lnTo>
                      <a:pt x="746" y="1124"/>
                    </a:lnTo>
                    <a:cubicBezTo>
                      <a:pt x="742" y="1086"/>
                      <a:pt x="742" y="1048"/>
                      <a:pt x="750" y="1006"/>
                    </a:cubicBezTo>
                    <a:cubicBezTo>
                      <a:pt x="780" y="847"/>
                      <a:pt x="894" y="710"/>
                      <a:pt x="898" y="550"/>
                    </a:cubicBezTo>
                    <a:cubicBezTo>
                      <a:pt x="902" y="375"/>
                      <a:pt x="769" y="196"/>
                      <a:pt x="837" y="36"/>
                    </a:cubicBezTo>
                    <a:lnTo>
                      <a:pt x="803" y="29"/>
                    </a:lnTo>
                    <a:cubicBezTo>
                      <a:pt x="765" y="51"/>
                      <a:pt x="719" y="59"/>
                      <a:pt x="673" y="59"/>
                    </a:cubicBezTo>
                    <a:cubicBezTo>
                      <a:pt x="655" y="59"/>
                      <a:pt x="638" y="57"/>
                      <a:pt x="620" y="55"/>
                    </a:cubicBezTo>
                    <a:cubicBezTo>
                      <a:pt x="548" y="40"/>
                      <a:pt x="476" y="13"/>
                      <a:pt x="400" y="2"/>
                    </a:cubicBezTo>
                    <a:cubicBezTo>
                      <a:pt x="387" y="1"/>
                      <a:pt x="375" y="1"/>
                      <a:pt x="362" y="1"/>
                    </a:cubicBezTo>
                    <a:close/>
                  </a:path>
                </a:pathLst>
              </a:custGeom>
              <a:solidFill>
                <a:schemeClr val="lt1"/>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48" name="Google Shape;811;p39">
                <a:extLst>
                  <a:ext uri="{FF2B5EF4-FFF2-40B4-BE49-F238E27FC236}">
                    <a16:creationId xmlns:a16="http://schemas.microsoft.com/office/drawing/2014/main" id="{96D522A9-18C0-9EEA-D597-7B885112293A}"/>
                  </a:ext>
                </a:extLst>
              </p:cNvPr>
              <p:cNvSpPr/>
              <p:nvPr/>
            </p:nvSpPr>
            <p:spPr>
              <a:xfrm>
                <a:off x="-1256217" y="579660"/>
                <a:ext cx="115686" cy="190321"/>
              </a:xfrm>
              <a:custGeom>
                <a:avLst/>
                <a:gdLst/>
                <a:ahLst/>
                <a:cxnLst/>
                <a:rect l="l" t="t" r="r" b="b"/>
                <a:pathLst>
                  <a:path w="899" h="1479" extrusionOk="0">
                    <a:moveTo>
                      <a:pt x="451" y="1"/>
                    </a:moveTo>
                    <a:cubicBezTo>
                      <a:pt x="435" y="1"/>
                      <a:pt x="419" y="2"/>
                      <a:pt x="404" y="4"/>
                    </a:cubicBezTo>
                    <a:cubicBezTo>
                      <a:pt x="27" y="53"/>
                      <a:pt x="240" y="605"/>
                      <a:pt x="145" y="841"/>
                    </a:cubicBezTo>
                    <a:cubicBezTo>
                      <a:pt x="107" y="940"/>
                      <a:pt x="31" y="1023"/>
                      <a:pt x="16" y="1130"/>
                    </a:cubicBezTo>
                    <a:cubicBezTo>
                      <a:pt x="5" y="1217"/>
                      <a:pt x="1" y="1301"/>
                      <a:pt x="69" y="1373"/>
                    </a:cubicBezTo>
                    <a:lnTo>
                      <a:pt x="69" y="1381"/>
                    </a:lnTo>
                    <a:cubicBezTo>
                      <a:pt x="81" y="1379"/>
                      <a:pt x="93" y="1377"/>
                      <a:pt x="106" y="1377"/>
                    </a:cubicBezTo>
                    <a:cubicBezTo>
                      <a:pt x="135" y="1377"/>
                      <a:pt x="167" y="1384"/>
                      <a:pt x="199" y="1400"/>
                    </a:cubicBezTo>
                    <a:cubicBezTo>
                      <a:pt x="256" y="1427"/>
                      <a:pt x="313" y="1465"/>
                      <a:pt x="374" y="1476"/>
                    </a:cubicBezTo>
                    <a:cubicBezTo>
                      <a:pt x="385" y="1478"/>
                      <a:pt x="397" y="1479"/>
                      <a:pt x="409" y="1479"/>
                    </a:cubicBezTo>
                    <a:cubicBezTo>
                      <a:pt x="484" y="1479"/>
                      <a:pt x="559" y="1447"/>
                      <a:pt x="632" y="1447"/>
                    </a:cubicBezTo>
                    <a:cubicBezTo>
                      <a:pt x="644" y="1447"/>
                      <a:pt x="655" y="1448"/>
                      <a:pt x="667" y="1449"/>
                    </a:cubicBezTo>
                    <a:lnTo>
                      <a:pt x="670" y="1449"/>
                    </a:lnTo>
                    <a:cubicBezTo>
                      <a:pt x="849" y="1267"/>
                      <a:pt x="682" y="1035"/>
                      <a:pt x="705" y="818"/>
                    </a:cubicBezTo>
                    <a:cubicBezTo>
                      <a:pt x="727" y="597"/>
                      <a:pt x="899" y="323"/>
                      <a:pt x="731" y="126"/>
                    </a:cubicBezTo>
                    <a:cubicBezTo>
                      <a:pt x="661" y="46"/>
                      <a:pt x="557" y="1"/>
                      <a:pt x="451" y="1"/>
                    </a:cubicBezTo>
                    <a:close/>
                  </a:path>
                </a:pathLst>
              </a:custGeom>
              <a:solidFill>
                <a:schemeClr val="lt1"/>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49" name="Google Shape;812;p39">
                <a:extLst>
                  <a:ext uri="{FF2B5EF4-FFF2-40B4-BE49-F238E27FC236}">
                    <a16:creationId xmlns:a16="http://schemas.microsoft.com/office/drawing/2014/main" id="{041316C5-6385-BF66-A424-91CC40A91D3F}"/>
                  </a:ext>
                </a:extLst>
              </p:cNvPr>
              <p:cNvSpPr/>
              <p:nvPr/>
            </p:nvSpPr>
            <p:spPr>
              <a:xfrm>
                <a:off x="-1360449" y="997234"/>
                <a:ext cx="202289" cy="432759"/>
              </a:xfrm>
              <a:custGeom>
                <a:avLst/>
                <a:gdLst/>
                <a:ahLst/>
                <a:cxnLst/>
                <a:rect l="l" t="t" r="r" b="b"/>
                <a:pathLst>
                  <a:path w="1572" h="3363" extrusionOk="0">
                    <a:moveTo>
                      <a:pt x="630" y="0"/>
                    </a:moveTo>
                    <a:cubicBezTo>
                      <a:pt x="615" y="0"/>
                      <a:pt x="598" y="2"/>
                      <a:pt x="579" y="8"/>
                    </a:cubicBezTo>
                    <a:lnTo>
                      <a:pt x="571" y="8"/>
                    </a:lnTo>
                    <a:lnTo>
                      <a:pt x="571" y="11"/>
                    </a:lnTo>
                    <a:cubicBezTo>
                      <a:pt x="480" y="34"/>
                      <a:pt x="404" y="122"/>
                      <a:pt x="396" y="217"/>
                    </a:cubicBezTo>
                    <a:cubicBezTo>
                      <a:pt x="385" y="358"/>
                      <a:pt x="495" y="475"/>
                      <a:pt x="537" y="609"/>
                    </a:cubicBezTo>
                    <a:cubicBezTo>
                      <a:pt x="567" y="708"/>
                      <a:pt x="564" y="810"/>
                      <a:pt x="560" y="909"/>
                    </a:cubicBezTo>
                    <a:cubicBezTo>
                      <a:pt x="541" y="1244"/>
                      <a:pt x="525" y="1582"/>
                      <a:pt x="495" y="1917"/>
                    </a:cubicBezTo>
                    <a:cubicBezTo>
                      <a:pt x="484" y="2062"/>
                      <a:pt x="468" y="2210"/>
                      <a:pt x="408" y="2343"/>
                    </a:cubicBezTo>
                    <a:cubicBezTo>
                      <a:pt x="350" y="2465"/>
                      <a:pt x="259" y="2564"/>
                      <a:pt x="176" y="2670"/>
                    </a:cubicBezTo>
                    <a:cubicBezTo>
                      <a:pt x="92" y="2781"/>
                      <a:pt x="20" y="2899"/>
                      <a:pt x="8" y="3036"/>
                    </a:cubicBezTo>
                    <a:cubicBezTo>
                      <a:pt x="1" y="3169"/>
                      <a:pt x="77" y="3317"/>
                      <a:pt x="206" y="3351"/>
                    </a:cubicBezTo>
                    <a:lnTo>
                      <a:pt x="210" y="3363"/>
                    </a:lnTo>
                    <a:cubicBezTo>
                      <a:pt x="255" y="3336"/>
                      <a:pt x="305" y="3332"/>
                      <a:pt x="377" y="3313"/>
                    </a:cubicBezTo>
                    <a:cubicBezTo>
                      <a:pt x="503" y="3279"/>
                      <a:pt x="579" y="3150"/>
                      <a:pt x="697" y="3100"/>
                    </a:cubicBezTo>
                    <a:cubicBezTo>
                      <a:pt x="733" y="3084"/>
                      <a:pt x="772" y="3077"/>
                      <a:pt x="812" y="3077"/>
                    </a:cubicBezTo>
                    <a:cubicBezTo>
                      <a:pt x="895" y="3077"/>
                      <a:pt x="980" y="3110"/>
                      <a:pt x="1047" y="3161"/>
                    </a:cubicBezTo>
                    <a:cubicBezTo>
                      <a:pt x="1092" y="3199"/>
                      <a:pt x="1138" y="3249"/>
                      <a:pt x="1176" y="3306"/>
                    </a:cubicBezTo>
                    <a:cubicBezTo>
                      <a:pt x="1362" y="3279"/>
                      <a:pt x="1499" y="3062"/>
                      <a:pt x="1438" y="2883"/>
                    </a:cubicBezTo>
                    <a:cubicBezTo>
                      <a:pt x="1412" y="2796"/>
                      <a:pt x="1347" y="2724"/>
                      <a:pt x="1305" y="2644"/>
                    </a:cubicBezTo>
                    <a:cubicBezTo>
                      <a:pt x="1237" y="2503"/>
                      <a:pt x="1229" y="2343"/>
                      <a:pt x="1225" y="2187"/>
                    </a:cubicBezTo>
                    <a:cubicBezTo>
                      <a:pt x="1222" y="2009"/>
                      <a:pt x="1218" y="1830"/>
                      <a:pt x="1241" y="1651"/>
                    </a:cubicBezTo>
                    <a:cubicBezTo>
                      <a:pt x="1290" y="1286"/>
                      <a:pt x="1461" y="951"/>
                      <a:pt x="1537" y="593"/>
                    </a:cubicBezTo>
                    <a:cubicBezTo>
                      <a:pt x="1560" y="483"/>
                      <a:pt x="1572" y="369"/>
                      <a:pt x="1545" y="259"/>
                    </a:cubicBezTo>
                    <a:cubicBezTo>
                      <a:pt x="1530" y="217"/>
                      <a:pt x="1511" y="171"/>
                      <a:pt x="1480" y="137"/>
                    </a:cubicBezTo>
                    <a:cubicBezTo>
                      <a:pt x="1442" y="84"/>
                      <a:pt x="1385" y="46"/>
                      <a:pt x="1321" y="34"/>
                    </a:cubicBezTo>
                    <a:cubicBezTo>
                      <a:pt x="1281" y="27"/>
                      <a:pt x="1245" y="23"/>
                      <a:pt x="1211" y="23"/>
                    </a:cubicBezTo>
                    <a:cubicBezTo>
                      <a:pt x="1170" y="23"/>
                      <a:pt x="1130" y="29"/>
                      <a:pt x="1085" y="46"/>
                    </a:cubicBezTo>
                    <a:cubicBezTo>
                      <a:pt x="1025" y="66"/>
                      <a:pt x="958" y="88"/>
                      <a:pt x="893" y="88"/>
                    </a:cubicBezTo>
                    <a:cubicBezTo>
                      <a:pt x="872" y="88"/>
                      <a:pt x="850" y="85"/>
                      <a:pt x="830" y="80"/>
                    </a:cubicBezTo>
                    <a:cubicBezTo>
                      <a:pt x="748" y="55"/>
                      <a:pt x="707" y="0"/>
                      <a:pt x="630" y="0"/>
                    </a:cubicBezTo>
                    <a:close/>
                  </a:path>
                </a:pathLst>
              </a:custGeom>
              <a:solidFill>
                <a:schemeClr val="lt1"/>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50" name="Google Shape;813;p39">
                <a:extLst>
                  <a:ext uri="{FF2B5EF4-FFF2-40B4-BE49-F238E27FC236}">
                    <a16:creationId xmlns:a16="http://schemas.microsoft.com/office/drawing/2014/main" id="{0F233ED7-BAD4-98C0-8BB8-F362BACD6FE6}"/>
                  </a:ext>
                </a:extLst>
              </p:cNvPr>
              <p:cNvSpPr/>
              <p:nvPr/>
            </p:nvSpPr>
            <p:spPr>
              <a:xfrm>
                <a:off x="-1683957" y="1804330"/>
                <a:ext cx="377426" cy="422465"/>
              </a:xfrm>
              <a:custGeom>
                <a:avLst/>
                <a:gdLst/>
                <a:ahLst/>
                <a:cxnLst/>
                <a:rect l="l" t="t" r="r" b="b"/>
                <a:pathLst>
                  <a:path w="2933" h="3283" extrusionOk="0">
                    <a:moveTo>
                      <a:pt x="741" y="1"/>
                    </a:moveTo>
                    <a:cubicBezTo>
                      <a:pt x="692" y="1"/>
                      <a:pt x="647" y="5"/>
                      <a:pt x="609" y="12"/>
                    </a:cubicBezTo>
                    <a:cubicBezTo>
                      <a:pt x="536" y="24"/>
                      <a:pt x="468" y="50"/>
                      <a:pt x="399" y="77"/>
                    </a:cubicBezTo>
                    <a:cubicBezTo>
                      <a:pt x="342" y="100"/>
                      <a:pt x="285" y="123"/>
                      <a:pt x="232" y="153"/>
                    </a:cubicBezTo>
                    <a:cubicBezTo>
                      <a:pt x="179" y="184"/>
                      <a:pt x="133" y="218"/>
                      <a:pt x="95" y="263"/>
                    </a:cubicBezTo>
                    <a:cubicBezTo>
                      <a:pt x="15" y="359"/>
                      <a:pt x="0" y="511"/>
                      <a:pt x="88" y="591"/>
                    </a:cubicBezTo>
                    <a:cubicBezTo>
                      <a:pt x="156" y="651"/>
                      <a:pt x="251" y="651"/>
                      <a:pt x="335" y="678"/>
                    </a:cubicBezTo>
                    <a:cubicBezTo>
                      <a:pt x="696" y="788"/>
                      <a:pt x="1008" y="1408"/>
                      <a:pt x="1217" y="1701"/>
                    </a:cubicBezTo>
                    <a:cubicBezTo>
                      <a:pt x="1396" y="1952"/>
                      <a:pt x="1567" y="2207"/>
                      <a:pt x="1735" y="2466"/>
                    </a:cubicBezTo>
                    <a:cubicBezTo>
                      <a:pt x="1883" y="2690"/>
                      <a:pt x="2001" y="3010"/>
                      <a:pt x="2210" y="3177"/>
                    </a:cubicBezTo>
                    <a:cubicBezTo>
                      <a:pt x="2233" y="3193"/>
                      <a:pt x="2256" y="3208"/>
                      <a:pt x="2282" y="3219"/>
                    </a:cubicBezTo>
                    <a:cubicBezTo>
                      <a:pt x="2354" y="3260"/>
                      <a:pt x="2439" y="3283"/>
                      <a:pt x="2520" y="3283"/>
                    </a:cubicBezTo>
                    <a:cubicBezTo>
                      <a:pt x="2614" y="3283"/>
                      <a:pt x="2704" y="3251"/>
                      <a:pt x="2766" y="3177"/>
                    </a:cubicBezTo>
                    <a:cubicBezTo>
                      <a:pt x="2933" y="2983"/>
                      <a:pt x="2709" y="2808"/>
                      <a:pt x="2811" y="2588"/>
                    </a:cubicBezTo>
                    <a:cubicBezTo>
                      <a:pt x="2861" y="2481"/>
                      <a:pt x="2933" y="2367"/>
                      <a:pt x="2906" y="2249"/>
                    </a:cubicBezTo>
                    <a:cubicBezTo>
                      <a:pt x="2903" y="2242"/>
                      <a:pt x="2899" y="2230"/>
                      <a:pt x="2895" y="2223"/>
                    </a:cubicBezTo>
                    <a:cubicBezTo>
                      <a:pt x="2842" y="2082"/>
                      <a:pt x="2663" y="2025"/>
                      <a:pt x="2537" y="1930"/>
                    </a:cubicBezTo>
                    <a:cubicBezTo>
                      <a:pt x="2461" y="1869"/>
                      <a:pt x="2400" y="1793"/>
                      <a:pt x="2343" y="1717"/>
                    </a:cubicBezTo>
                    <a:cubicBezTo>
                      <a:pt x="2024" y="1298"/>
                      <a:pt x="1704" y="880"/>
                      <a:pt x="1385" y="461"/>
                    </a:cubicBezTo>
                    <a:cubicBezTo>
                      <a:pt x="1297" y="343"/>
                      <a:pt x="1331" y="237"/>
                      <a:pt x="1221" y="138"/>
                    </a:cubicBezTo>
                    <a:cubicBezTo>
                      <a:pt x="1194" y="115"/>
                      <a:pt x="1160" y="92"/>
                      <a:pt x="1122" y="77"/>
                    </a:cubicBezTo>
                    <a:cubicBezTo>
                      <a:pt x="1011" y="25"/>
                      <a:pt x="864" y="1"/>
                      <a:pt x="741" y="1"/>
                    </a:cubicBezTo>
                    <a:close/>
                  </a:path>
                </a:pathLst>
              </a:custGeom>
              <a:solidFill>
                <a:schemeClr val="lt1"/>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51" name="Google Shape;814;p39">
                <a:extLst>
                  <a:ext uri="{FF2B5EF4-FFF2-40B4-BE49-F238E27FC236}">
                    <a16:creationId xmlns:a16="http://schemas.microsoft.com/office/drawing/2014/main" id="{742CBF67-E3A1-174E-A4BC-D1C0B9919658}"/>
                  </a:ext>
                </a:extLst>
              </p:cNvPr>
              <p:cNvSpPr/>
              <p:nvPr/>
            </p:nvSpPr>
            <p:spPr>
              <a:xfrm>
                <a:off x="-1777510" y="1265408"/>
                <a:ext cx="193538" cy="232401"/>
              </a:xfrm>
              <a:custGeom>
                <a:avLst/>
                <a:gdLst/>
                <a:ahLst/>
                <a:cxnLst/>
                <a:rect l="l" t="t" r="r" b="b"/>
                <a:pathLst>
                  <a:path w="1504" h="1806" extrusionOk="0">
                    <a:moveTo>
                      <a:pt x="192" y="1"/>
                    </a:moveTo>
                    <a:cubicBezTo>
                      <a:pt x="137" y="1"/>
                      <a:pt x="87" y="17"/>
                      <a:pt x="54" y="61"/>
                    </a:cubicBezTo>
                    <a:cubicBezTo>
                      <a:pt x="16" y="111"/>
                      <a:pt x="4" y="172"/>
                      <a:pt x="4" y="229"/>
                    </a:cubicBezTo>
                    <a:cubicBezTo>
                      <a:pt x="0" y="400"/>
                      <a:pt x="96" y="552"/>
                      <a:pt x="198" y="689"/>
                    </a:cubicBezTo>
                    <a:cubicBezTo>
                      <a:pt x="400" y="959"/>
                      <a:pt x="468" y="1210"/>
                      <a:pt x="438" y="1549"/>
                    </a:cubicBezTo>
                    <a:cubicBezTo>
                      <a:pt x="430" y="1636"/>
                      <a:pt x="434" y="1743"/>
                      <a:pt x="510" y="1781"/>
                    </a:cubicBezTo>
                    <a:cubicBezTo>
                      <a:pt x="514" y="1780"/>
                      <a:pt x="517" y="1779"/>
                      <a:pt x="521" y="1779"/>
                    </a:cubicBezTo>
                    <a:cubicBezTo>
                      <a:pt x="530" y="1779"/>
                      <a:pt x="540" y="1782"/>
                      <a:pt x="548" y="1785"/>
                    </a:cubicBezTo>
                    <a:cubicBezTo>
                      <a:pt x="582" y="1799"/>
                      <a:pt x="619" y="1806"/>
                      <a:pt x="656" y="1806"/>
                    </a:cubicBezTo>
                    <a:cubicBezTo>
                      <a:pt x="708" y="1806"/>
                      <a:pt x="760" y="1791"/>
                      <a:pt x="803" y="1762"/>
                    </a:cubicBezTo>
                    <a:cubicBezTo>
                      <a:pt x="883" y="1712"/>
                      <a:pt x="932" y="1629"/>
                      <a:pt x="1009" y="1568"/>
                    </a:cubicBezTo>
                    <a:cubicBezTo>
                      <a:pt x="1069" y="1519"/>
                      <a:pt x="1124" y="1494"/>
                      <a:pt x="1183" y="1494"/>
                    </a:cubicBezTo>
                    <a:cubicBezTo>
                      <a:pt x="1225" y="1494"/>
                      <a:pt x="1268" y="1506"/>
                      <a:pt x="1317" y="1530"/>
                    </a:cubicBezTo>
                    <a:cubicBezTo>
                      <a:pt x="1347" y="1530"/>
                      <a:pt x="1374" y="1537"/>
                      <a:pt x="1397" y="1549"/>
                    </a:cubicBezTo>
                    <a:lnTo>
                      <a:pt x="1400" y="1541"/>
                    </a:lnTo>
                    <a:cubicBezTo>
                      <a:pt x="1476" y="1480"/>
                      <a:pt x="1503" y="1370"/>
                      <a:pt x="1484" y="1275"/>
                    </a:cubicBezTo>
                    <a:cubicBezTo>
                      <a:pt x="1457" y="1134"/>
                      <a:pt x="1355" y="1024"/>
                      <a:pt x="1244" y="933"/>
                    </a:cubicBezTo>
                    <a:cubicBezTo>
                      <a:pt x="1138" y="845"/>
                      <a:pt x="1016" y="765"/>
                      <a:pt x="925" y="655"/>
                    </a:cubicBezTo>
                    <a:cubicBezTo>
                      <a:pt x="872" y="586"/>
                      <a:pt x="834" y="510"/>
                      <a:pt x="792" y="438"/>
                    </a:cubicBezTo>
                    <a:cubicBezTo>
                      <a:pt x="716" y="309"/>
                      <a:pt x="620" y="191"/>
                      <a:pt x="499" y="111"/>
                    </a:cubicBezTo>
                    <a:cubicBezTo>
                      <a:pt x="426" y="63"/>
                      <a:pt x="299" y="1"/>
                      <a:pt x="192" y="1"/>
                    </a:cubicBezTo>
                    <a:close/>
                  </a:path>
                </a:pathLst>
              </a:custGeom>
              <a:solidFill>
                <a:schemeClr val="lt1"/>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0" name="Google Shape;815;p39">
              <a:extLst>
                <a:ext uri="{FF2B5EF4-FFF2-40B4-BE49-F238E27FC236}">
                  <a16:creationId xmlns:a16="http://schemas.microsoft.com/office/drawing/2014/main" id="{11E30E5D-2431-FD81-37DD-348469C985DD}"/>
                </a:ext>
              </a:extLst>
            </p:cNvPr>
            <p:cNvGrpSpPr/>
            <p:nvPr/>
          </p:nvGrpSpPr>
          <p:grpSpPr>
            <a:xfrm>
              <a:off x="-1744696" y="520852"/>
              <a:ext cx="1276789" cy="2320916"/>
              <a:chOff x="-1744696" y="520852"/>
              <a:chExt cx="1276789" cy="2320916"/>
            </a:xfrm>
          </p:grpSpPr>
          <p:sp>
            <p:nvSpPr>
              <p:cNvPr id="11" name="Google Shape;816;p39">
                <a:extLst>
                  <a:ext uri="{FF2B5EF4-FFF2-40B4-BE49-F238E27FC236}">
                    <a16:creationId xmlns:a16="http://schemas.microsoft.com/office/drawing/2014/main" id="{BCA07CA2-0A3D-68CA-EFE4-FC2C08D20EF1}"/>
                  </a:ext>
                </a:extLst>
              </p:cNvPr>
              <p:cNvSpPr/>
              <p:nvPr/>
            </p:nvSpPr>
            <p:spPr>
              <a:xfrm>
                <a:off x="-1646382" y="1854774"/>
                <a:ext cx="16343" cy="15828"/>
              </a:xfrm>
              <a:custGeom>
                <a:avLst/>
                <a:gdLst/>
                <a:ahLst/>
                <a:cxnLst/>
                <a:rect l="l" t="t" r="r" b="b"/>
                <a:pathLst>
                  <a:path w="127" h="123" fill="none" extrusionOk="0">
                    <a:moveTo>
                      <a:pt x="1" y="1"/>
                    </a:moveTo>
                    <a:cubicBezTo>
                      <a:pt x="16" y="58"/>
                      <a:pt x="69" y="107"/>
                      <a:pt x="126" y="122"/>
                    </a:cubicBezTo>
                  </a:path>
                </a:pathLst>
              </a:custGeom>
              <a:noFill/>
              <a:ln w="9525" cap="flat" cmpd="sng">
                <a:solidFill>
                  <a:srgbClr val="0C224A"/>
                </a:solidFill>
                <a:prstDash val="solid"/>
                <a:miter lim="380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 name="Google Shape;817;p39">
                <a:extLst>
                  <a:ext uri="{FF2B5EF4-FFF2-40B4-BE49-F238E27FC236}">
                    <a16:creationId xmlns:a16="http://schemas.microsoft.com/office/drawing/2014/main" id="{61284126-0674-9D7B-ED7C-BE296B001988}"/>
                  </a:ext>
                </a:extLst>
              </p:cNvPr>
              <p:cNvSpPr/>
              <p:nvPr/>
            </p:nvSpPr>
            <p:spPr>
              <a:xfrm>
                <a:off x="-1632098" y="1846538"/>
                <a:ext cx="16729" cy="20589"/>
              </a:xfrm>
              <a:custGeom>
                <a:avLst/>
                <a:gdLst/>
                <a:ahLst/>
                <a:cxnLst/>
                <a:rect l="l" t="t" r="r" b="b"/>
                <a:pathLst>
                  <a:path w="130" h="160" fill="none" extrusionOk="0">
                    <a:moveTo>
                      <a:pt x="0" y="0"/>
                    </a:moveTo>
                    <a:cubicBezTo>
                      <a:pt x="38" y="57"/>
                      <a:pt x="84" y="110"/>
                      <a:pt x="130" y="160"/>
                    </a:cubicBezTo>
                  </a:path>
                </a:pathLst>
              </a:custGeom>
              <a:noFill/>
              <a:ln w="9525" cap="flat" cmpd="sng">
                <a:solidFill>
                  <a:srgbClr val="0C224A"/>
                </a:solidFill>
                <a:prstDash val="solid"/>
                <a:miter lim="380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 name="Google Shape;818;p39">
                <a:extLst>
                  <a:ext uri="{FF2B5EF4-FFF2-40B4-BE49-F238E27FC236}">
                    <a16:creationId xmlns:a16="http://schemas.microsoft.com/office/drawing/2014/main" id="{20018BAF-082C-FED4-FCB1-00A8D616B561}"/>
                  </a:ext>
                </a:extLst>
              </p:cNvPr>
              <p:cNvSpPr/>
              <p:nvPr/>
            </p:nvSpPr>
            <p:spPr>
              <a:xfrm>
                <a:off x="-1604174" y="1552756"/>
                <a:ext cx="58808" cy="224294"/>
              </a:xfrm>
              <a:custGeom>
                <a:avLst/>
                <a:gdLst/>
                <a:ahLst/>
                <a:cxnLst/>
                <a:rect l="l" t="t" r="r" b="b"/>
                <a:pathLst>
                  <a:path w="457" h="1743" fill="none" extrusionOk="0">
                    <a:moveTo>
                      <a:pt x="15" y="1"/>
                    </a:moveTo>
                    <a:cubicBezTo>
                      <a:pt x="0" y="438"/>
                      <a:pt x="91" y="879"/>
                      <a:pt x="289" y="1271"/>
                    </a:cubicBezTo>
                    <a:cubicBezTo>
                      <a:pt x="365" y="1420"/>
                      <a:pt x="457" y="1583"/>
                      <a:pt x="419" y="1743"/>
                    </a:cubicBezTo>
                  </a:path>
                </a:pathLst>
              </a:custGeom>
              <a:noFill/>
              <a:ln w="9525" cap="flat" cmpd="sng">
                <a:solidFill>
                  <a:srgbClr val="0C224A"/>
                </a:solidFill>
                <a:prstDash val="solid"/>
                <a:miter lim="380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 name="Google Shape;819;p39">
                <a:extLst>
                  <a:ext uri="{FF2B5EF4-FFF2-40B4-BE49-F238E27FC236}">
                    <a16:creationId xmlns:a16="http://schemas.microsoft.com/office/drawing/2014/main" id="{1DFEEF24-6019-FBE8-1B87-F44CD46ABB31}"/>
                  </a:ext>
                </a:extLst>
              </p:cNvPr>
              <p:cNvSpPr/>
              <p:nvPr/>
            </p:nvSpPr>
            <p:spPr>
              <a:xfrm>
                <a:off x="-1744696" y="1297193"/>
                <a:ext cx="6949" cy="35388"/>
              </a:xfrm>
              <a:custGeom>
                <a:avLst/>
                <a:gdLst/>
                <a:ahLst/>
                <a:cxnLst/>
                <a:rect l="l" t="t" r="r" b="b"/>
                <a:pathLst>
                  <a:path w="54" h="275" fill="none" extrusionOk="0">
                    <a:moveTo>
                      <a:pt x="0" y="1"/>
                    </a:moveTo>
                    <a:cubicBezTo>
                      <a:pt x="19" y="92"/>
                      <a:pt x="38" y="183"/>
                      <a:pt x="54" y="275"/>
                    </a:cubicBezTo>
                  </a:path>
                </a:pathLst>
              </a:custGeom>
              <a:noFill/>
              <a:ln w="9525" cap="flat" cmpd="sng">
                <a:solidFill>
                  <a:srgbClr val="0C224A"/>
                </a:solidFill>
                <a:prstDash val="solid"/>
                <a:miter lim="380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 name="Google Shape;820;p39">
                <a:extLst>
                  <a:ext uri="{FF2B5EF4-FFF2-40B4-BE49-F238E27FC236}">
                    <a16:creationId xmlns:a16="http://schemas.microsoft.com/office/drawing/2014/main" id="{BB0A4206-CCC2-A6B1-3BEB-9306C37B9D88}"/>
                  </a:ext>
                </a:extLst>
              </p:cNvPr>
              <p:cNvSpPr/>
              <p:nvPr/>
            </p:nvSpPr>
            <p:spPr>
              <a:xfrm>
                <a:off x="-1731055" y="1305557"/>
                <a:ext cx="6563" cy="27023"/>
              </a:xfrm>
              <a:custGeom>
                <a:avLst/>
                <a:gdLst/>
                <a:ahLst/>
                <a:cxnLst/>
                <a:rect l="l" t="t" r="r" b="b"/>
                <a:pathLst>
                  <a:path w="51" h="210" fill="none" extrusionOk="0">
                    <a:moveTo>
                      <a:pt x="1" y="1"/>
                    </a:moveTo>
                    <a:cubicBezTo>
                      <a:pt x="24" y="69"/>
                      <a:pt x="43" y="137"/>
                      <a:pt x="50" y="210"/>
                    </a:cubicBezTo>
                  </a:path>
                </a:pathLst>
              </a:custGeom>
              <a:noFill/>
              <a:ln w="9525" cap="flat" cmpd="sng">
                <a:solidFill>
                  <a:srgbClr val="0C224A"/>
                </a:solidFill>
                <a:prstDash val="solid"/>
                <a:miter lim="380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 name="Google Shape;821;p39">
                <a:extLst>
                  <a:ext uri="{FF2B5EF4-FFF2-40B4-BE49-F238E27FC236}">
                    <a16:creationId xmlns:a16="http://schemas.microsoft.com/office/drawing/2014/main" id="{1B30EDFE-6179-C4C1-BF25-BBBDAEF277E9}"/>
                  </a:ext>
                </a:extLst>
              </p:cNvPr>
              <p:cNvSpPr/>
              <p:nvPr/>
            </p:nvSpPr>
            <p:spPr>
              <a:xfrm>
                <a:off x="-1645353" y="1388300"/>
                <a:ext cx="23163" cy="39248"/>
              </a:xfrm>
              <a:custGeom>
                <a:avLst/>
                <a:gdLst/>
                <a:ahLst/>
                <a:cxnLst/>
                <a:rect l="l" t="t" r="r" b="b"/>
                <a:pathLst>
                  <a:path w="180" h="305" fill="none" extrusionOk="0">
                    <a:moveTo>
                      <a:pt x="1" y="0"/>
                    </a:moveTo>
                    <a:cubicBezTo>
                      <a:pt x="88" y="80"/>
                      <a:pt x="149" y="191"/>
                      <a:pt x="179" y="305"/>
                    </a:cubicBezTo>
                  </a:path>
                </a:pathLst>
              </a:custGeom>
              <a:noFill/>
              <a:ln w="9525" cap="flat" cmpd="sng">
                <a:solidFill>
                  <a:srgbClr val="0C224A"/>
                </a:solidFill>
                <a:prstDash val="solid"/>
                <a:miter lim="380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 name="Google Shape;822;p39">
                <a:extLst>
                  <a:ext uri="{FF2B5EF4-FFF2-40B4-BE49-F238E27FC236}">
                    <a16:creationId xmlns:a16="http://schemas.microsoft.com/office/drawing/2014/main" id="{17D0C1EE-75C0-9C50-318B-041ED2E5836E}"/>
                  </a:ext>
                </a:extLst>
              </p:cNvPr>
              <p:cNvSpPr/>
              <p:nvPr/>
            </p:nvSpPr>
            <p:spPr>
              <a:xfrm>
                <a:off x="-1477422" y="1947296"/>
                <a:ext cx="132286" cy="174365"/>
              </a:xfrm>
              <a:custGeom>
                <a:avLst/>
                <a:gdLst/>
                <a:ahLst/>
                <a:cxnLst/>
                <a:rect l="l" t="t" r="r" b="b"/>
                <a:pathLst>
                  <a:path w="1028" h="1355" fill="none" extrusionOk="0">
                    <a:moveTo>
                      <a:pt x="0" y="1"/>
                    </a:moveTo>
                    <a:cubicBezTo>
                      <a:pt x="198" y="324"/>
                      <a:pt x="442" y="625"/>
                      <a:pt x="727" y="879"/>
                    </a:cubicBezTo>
                    <a:cubicBezTo>
                      <a:pt x="799" y="944"/>
                      <a:pt x="871" y="1005"/>
                      <a:pt x="929" y="1085"/>
                    </a:cubicBezTo>
                    <a:cubicBezTo>
                      <a:pt x="989" y="1161"/>
                      <a:pt x="1027" y="1260"/>
                      <a:pt x="1016" y="1355"/>
                    </a:cubicBezTo>
                  </a:path>
                </a:pathLst>
              </a:custGeom>
              <a:noFill/>
              <a:ln w="9525" cap="flat" cmpd="sng">
                <a:solidFill>
                  <a:srgbClr val="0C224A"/>
                </a:solidFill>
                <a:prstDash val="solid"/>
                <a:miter lim="380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 name="Google Shape;823;p39">
                <a:extLst>
                  <a:ext uri="{FF2B5EF4-FFF2-40B4-BE49-F238E27FC236}">
                    <a16:creationId xmlns:a16="http://schemas.microsoft.com/office/drawing/2014/main" id="{1FAFFF2B-7FA7-E01C-2303-1214C93AF4D1}"/>
                  </a:ext>
                </a:extLst>
              </p:cNvPr>
              <p:cNvSpPr/>
              <p:nvPr/>
            </p:nvSpPr>
            <p:spPr>
              <a:xfrm>
                <a:off x="-1335485" y="2250858"/>
                <a:ext cx="61382" cy="51988"/>
              </a:xfrm>
              <a:custGeom>
                <a:avLst/>
                <a:gdLst/>
                <a:ahLst/>
                <a:cxnLst/>
                <a:rect l="l" t="t" r="r" b="b"/>
                <a:pathLst>
                  <a:path w="477" h="404" fill="none" extrusionOk="0">
                    <a:moveTo>
                      <a:pt x="1" y="0"/>
                    </a:moveTo>
                    <a:cubicBezTo>
                      <a:pt x="99" y="38"/>
                      <a:pt x="160" y="141"/>
                      <a:pt x="221" y="229"/>
                    </a:cubicBezTo>
                    <a:cubicBezTo>
                      <a:pt x="286" y="316"/>
                      <a:pt x="370" y="404"/>
                      <a:pt x="476" y="400"/>
                    </a:cubicBezTo>
                  </a:path>
                </a:pathLst>
              </a:custGeom>
              <a:noFill/>
              <a:ln w="9525" cap="flat" cmpd="sng">
                <a:solidFill>
                  <a:srgbClr val="0C224A"/>
                </a:solidFill>
                <a:prstDash val="solid"/>
                <a:miter lim="380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 name="Google Shape;824;p39">
                <a:extLst>
                  <a:ext uri="{FF2B5EF4-FFF2-40B4-BE49-F238E27FC236}">
                    <a16:creationId xmlns:a16="http://schemas.microsoft.com/office/drawing/2014/main" id="{584F7103-9748-FC0E-E94E-7DFC759E269D}"/>
                  </a:ext>
                </a:extLst>
              </p:cNvPr>
              <p:cNvSpPr/>
              <p:nvPr/>
            </p:nvSpPr>
            <p:spPr>
              <a:xfrm>
                <a:off x="-1296366" y="2266558"/>
                <a:ext cx="28053" cy="11839"/>
              </a:xfrm>
              <a:custGeom>
                <a:avLst/>
                <a:gdLst/>
                <a:ahLst/>
                <a:cxnLst/>
                <a:rect l="l" t="t" r="r" b="b"/>
                <a:pathLst>
                  <a:path w="218" h="92" fill="none" extrusionOk="0">
                    <a:moveTo>
                      <a:pt x="1" y="0"/>
                    </a:moveTo>
                    <a:cubicBezTo>
                      <a:pt x="58" y="57"/>
                      <a:pt x="138" y="91"/>
                      <a:pt x="218" y="91"/>
                    </a:cubicBezTo>
                  </a:path>
                </a:pathLst>
              </a:custGeom>
              <a:noFill/>
              <a:ln w="9525" cap="flat" cmpd="sng">
                <a:solidFill>
                  <a:srgbClr val="0C224A"/>
                </a:solidFill>
                <a:prstDash val="solid"/>
                <a:miter lim="380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 name="Google Shape;825;p39">
                <a:extLst>
                  <a:ext uri="{FF2B5EF4-FFF2-40B4-BE49-F238E27FC236}">
                    <a16:creationId xmlns:a16="http://schemas.microsoft.com/office/drawing/2014/main" id="{D0CC2204-F6DC-8CE0-78C9-57A931CBA22B}"/>
                  </a:ext>
                </a:extLst>
              </p:cNvPr>
              <p:cNvSpPr/>
              <p:nvPr/>
            </p:nvSpPr>
            <p:spPr>
              <a:xfrm>
                <a:off x="-1229708" y="1619800"/>
                <a:ext cx="48127" cy="353105"/>
              </a:xfrm>
              <a:custGeom>
                <a:avLst/>
                <a:gdLst/>
                <a:ahLst/>
                <a:cxnLst/>
                <a:rect l="l" t="t" r="r" b="b"/>
                <a:pathLst>
                  <a:path w="374" h="2744" fill="none" extrusionOk="0">
                    <a:moveTo>
                      <a:pt x="0" y="1"/>
                    </a:moveTo>
                    <a:cubicBezTo>
                      <a:pt x="34" y="518"/>
                      <a:pt x="72" y="1039"/>
                      <a:pt x="111" y="1557"/>
                    </a:cubicBezTo>
                    <a:cubicBezTo>
                      <a:pt x="130" y="1793"/>
                      <a:pt x="149" y="2036"/>
                      <a:pt x="221" y="2260"/>
                    </a:cubicBezTo>
                    <a:cubicBezTo>
                      <a:pt x="274" y="2420"/>
                      <a:pt x="354" y="2576"/>
                      <a:pt x="373" y="2744"/>
                    </a:cubicBezTo>
                  </a:path>
                </a:pathLst>
              </a:custGeom>
              <a:noFill/>
              <a:ln w="9525" cap="flat" cmpd="sng">
                <a:solidFill>
                  <a:srgbClr val="0C224A"/>
                </a:solidFill>
                <a:prstDash val="solid"/>
                <a:miter lim="380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 name="Google Shape;826;p39">
                <a:extLst>
                  <a:ext uri="{FF2B5EF4-FFF2-40B4-BE49-F238E27FC236}">
                    <a16:creationId xmlns:a16="http://schemas.microsoft.com/office/drawing/2014/main" id="{6945ED19-8179-4736-D869-1A004268BCA8}"/>
                  </a:ext>
                </a:extLst>
              </p:cNvPr>
              <p:cNvSpPr/>
              <p:nvPr/>
            </p:nvSpPr>
            <p:spPr>
              <a:xfrm>
                <a:off x="-1280152" y="1321771"/>
                <a:ext cx="12868" cy="32814"/>
              </a:xfrm>
              <a:custGeom>
                <a:avLst/>
                <a:gdLst/>
                <a:ahLst/>
                <a:cxnLst/>
                <a:rect l="l" t="t" r="r" b="b"/>
                <a:pathLst>
                  <a:path w="100" h="255" fill="none" extrusionOk="0">
                    <a:moveTo>
                      <a:pt x="0" y="0"/>
                    </a:moveTo>
                    <a:cubicBezTo>
                      <a:pt x="35" y="84"/>
                      <a:pt x="65" y="167"/>
                      <a:pt x="99" y="255"/>
                    </a:cubicBezTo>
                  </a:path>
                </a:pathLst>
              </a:custGeom>
              <a:noFill/>
              <a:ln w="9525" cap="flat" cmpd="sng">
                <a:solidFill>
                  <a:srgbClr val="0C224A"/>
                </a:solidFill>
                <a:prstDash val="solid"/>
                <a:miter lim="380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 name="Google Shape;827;p39">
                <a:extLst>
                  <a:ext uri="{FF2B5EF4-FFF2-40B4-BE49-F238E27FC236}">
                    <a16:creationId xmlns:a16="http://schemas.microsoft.com/office/drawing/2014/main" id="{2FD12891-C6DF-AF31-1115-A7A9CA863A05}"/>
                  </a:ext>
                </a:extLst>
              </p:cNvPr>
              <p:cNvSpPr/>
              <p:nvPr/>
            </p:nvSpPr>
            <p:spPr>
              <a:xfrm>
                <a:off x="-1260592" y="1310447"/>
                <a:ext cx="12354" cy="32943"/>
              </a:xfrm>
              <a:custGeom>
                <a:avLst/>
                <a:gdLst/>
                <a:ahLst/>
                <a:cxnLst/>
                <a:rect l="l" t="t" r="r" b="b"/>
                <a:pathLst>
                  <a:path w="96" h="256" fill="none" extrusionOk="0">
                    <a:moveTo>
                      <a:pt x="1" y="1"/>
                    </a:moveTo>
                    <a:cubicBezTo>
                      <a:pt x="31" y="84"/>
                      <a:pt x="65" y="172"/>
                      <a:pt x="96" y="255"/>
                    </a:cubicBezTo>
                  </a:path>
                </a:pathLst>
              </a:custGeom>
              <a:noFill/>
              <a:ln w="9525" cap="flat" cmpd="sng">
                <a:solidFill>
                  <a:srgbClr val="0C224A"/>
                </a:solidFill>
                <a:prstDash val="solid"/>
                <a:miter lim="380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 name="Google Shape;828;p39">
                <a:extLst>
                  <a:ext uri="{FF2B5EF4-FFF2-40B4-BE49-F238E27FC236}">
                    <a16:creationId xmlns:a16="http://schemas.microsoft.com/office/drawing/2014/main" id="{0EEFF260-2C72-E051-FE6B-F9E0D7DABF91}"/>
                  </a:ext>
                </a:extLst>
              </p:cNvPr>
              <p:cNvSpPr/>
              <p:nvPr/>
            </p:nvSpPr>
            <p:spPr>
              <a:xfrm>
                <a:off x="-1218513" y="824800"/>
                <a:ext cx="6563" cy="125465"/>
              </a:xfrm>
              <a:custGeom>
                <a:avLst/>
                <a:gdLst/>
                <a:ahLst/>
                <a:cxnLst/>
                <a:rect l="l" t="t" r="r" b="b"/>
                <a:pathLst>
                  <a:path w="51" h="975" fill="none" extrusionOk="0">
                    <a:moveTo>
                      <a:pt x="1" y="975"/>
                    </a:moveTo>
                    <a:cubicBezTo>
                      <a:pt x="1" y="651"/>
                      <a:pt x="16" y="324"/>
                      <a:pt x="50" y="1"/>
                    </a:cubicBezTo>
                  </a:path>
                </a:pathLst>
              </a:custGeom>
              <a:noFill/>
              <a:ln w="9525" cap="flat" cmpd="sng">
                <a:solidFill>
                  <a:srgbClr val="0C224A"/>
                </a:solidFill>
                <a:prstDash val="solid"/>
                <a:miter lim="380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 name="Google Shape;829;p39">
                <a:extLst>
                  <a:ext uri="{FF2B5EF4-FFF2-40B4-BE49-F238E27FC236}">
                    <a16:creationId xmlns:a16="http://schemas.microsoft.com/office/drawing/2014/main" id="{F022F521-760A-DF86-AEEC-BF0EF0CE0CCB}"/>
                  </a:ext>
                </a:extLst>
              </p:cNvPr>
              <p:cNvSpPr/>
              <p:nvPr/>
            </p:nvSpPr>
            <p:spPr>
              <a:xfrm>
                <a:off x="-1203328" y="832135"/>
                <a:ext cx="9008" cy="99086"/>
              </a:xfrm>
              <a:custGeom>
                <a:avLst/>
                <a:gdLst/>
                <a:ahLst/>
                <a:cxnLst/>
                <a:rect l="l" t="t" r="r" b="b"/>
                <a:pathLst>
                  <a:path w="70" h="770" fill="none" extrusionOk="0">
                    <a:moveTo>
                      <a:pt x="31" y="769"/>
                    </a:moveTo>
                    <a:cubicBezTo>
                      <a:pt x="69" y="515"/>
                      <a:pt x="1" y="248"/>
                      <a:pt x="62" y="1"/>
                    </a:cubicBezTo>
                  </a:path>
                </a:pathLst>
              </a:custGeom>
              <a:noFill/>
              <a:ln w="9525" cap="flat" cmpd="sng">
                <a:solidFill>
                  <a:srgbClr val="0C224A"/>
                </a:solidFill>
                <a:prstDash val="solid"/>
                <a:miter lim="380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 name="Google Shape;830;p39">
                <a:extLst>
                  <a:ext uri="{FF2B5EF4-FFF2-40B4-BE49-F238E27FC236}">
                    <a16:creationId xmlns:a16="http://schemas.microsoft.com/office/drawing/2014/main" id="{B31D3A9D-800D-9E7E-5402-DCA426842942}"/>
                  </a:ext>
                </a:extLst>
              </p:cNvPr>
              <p:cNvSpPr/>
              <p:nvPr/>
            </p:nvSpPr>
            <p:spPr>
              <a:xfrm>
                <a:off x="-1204229" y="613889"/>
                <a:ext cx="4504" cy="37318"/>
              </a:xfrm>
              <a:custGeom>
                <a:avLst/>
                <a:gdLst/>
                <a:ahLst/>
                <a:cxnLst/>
                <a:rect l="l" t="t" r="r" b="b"/>
                <a:pathLst>
                  <a:path w="35" h="290" fill="none" extrusionOk="0">
                    <a:moveTo>
                      <a:pt x="0" y="0"/>
                    </a:moveTo>
                    <a:cubicBezTo>
                      <a:pt x="11" y="95"/>
                      <a:pt x="23" y="191"/>
                      <a:pt x="34" y="289"/>
                    </a:cubicBezTo>
                  </a:path>
                </a:pathLst>
              </a:custGeom>
              <a:noFill/>
              <a:ln w="9525" cap="flat" cmpd="sng">
                <a:solidFill>
                  <a:srgbClr val="0C224A"/>
                </a:solidFill>
                <a:prstDash val="solid"/>
                <a:miter lim="380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 name="Google Shape;831;p39">
                <a:extLst>
                  <a:ext uri="{FF2B5EF4-FFF2-40B4-BE49-F238E27FC236}">
                    <a16:creationId xmlns:a16="http://schemas.microsoft.com/office/drawing/2014/main" id="{9E680954-5C5E-2533-BCE5-4F72DFD2CA27}"/>
                  </a:ext>
                </a:extLst>
              </p:cNvPr>
              <p:cNvSpPr/>
              <p:nvPr/>
            </p:nvSpPr>
            <p:spPr>
              <a:xfrm>
                <a:off x="-1188658" y="617750"/>
                <a:ext cx="2574" cy="29082"/>
              </a:xfrm>
              <a:custGeom>
                <a:avLst/>
                <a:gdLst/>
                <a:ahLst/>
                <a:cxnLst/>
                <a:rect l="l" t="t" r="r" b="b"/>
                <a:pathLst>
                  <a:path w="20" h="226" fill="none" extrusionOk="0">
                    <a:moveTo>
                      <a:pt x="1" y="1"/>
                    </a:moveTo>
                    <a:cubicBezTo>
                      <a:pt x="12" y="77"/>
                      <a:pt x="20" y="149"/>
                      <a:pt x="20" y="225"/>
                    </a:cubicBezTo>
                  </a:path>
                </a:pathLst>
              </a:custGeom>
              <a:noFill/>
              <a:ln w="9525" cap="flat" cmpd="sng">
                <a:solidFill>
                  <a:srgbClr val="0C224A"/>
                </a:solidFill>
                <a:prstDash val="solid"/>
                <a:miter lim="380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 name="Google Shape;832;p39">
                <a:extLst>
                  <a:ext uri="{FF2B5EF4-FFF2-40B4-BE49-F238E27FC236}">
                    <a16:creationId xmlns:a16="http://schemas.microsoft.com/office/drawing/2014/main" id="{6B30895C-9BC7-324F-5A43-554F33400260}"/>
                  </a:ext>
                </a:extLst>
              </p:cNvPr>
              <p:cNvSpPr/>
              <p:nvPr/>
            </p:nvSpPr>
            <p:spPr>
              <a:xfrm>
                <a:off x="-1128435" y="1642834"/>
                <a:ext cx="75537" cy="409339"/>
              </a:xfrm>
              <a:custGeom>
                <a:avLst/>
                <a:gdLst/>
                <a:ahLst/>
                <a:cxnLst/>
                <a:rect l="l" t="t" r="r" b="b"/>
                <a:pathLst>
                  <a:path w="587" h="3181" fill="none" extrusionOk="0">
                    <a:moveTo>
                      <a:pt x="69" y="3181"/>
                    </a:moveTo>
                    <a:cubicBezTo>
                      <a:pt x="1" y="3051"/>
                      <a:pt x="23" y="2896"/>
                      <a:pt x="77" y="2762"/>
                    </a:cubicBezTo>
                    <a:cubicBezTo>
                      <a:pt x="130" y="2625"/>
                      <a:pt x="214" y="2507"/>
                      <a:pt x="271" y="2374"/>
                    </a:cubicBezTo>
                    <a:cubicBezTo>
                      <a:pt x="354" y="2173"/>
                      <a:pt x="381" y="1948"/>
                      <a:pt x="404" y="1731"/>
                    </a:cubicBezTo>
                    <a:cubicBezTo>
                      <a:pt x="465" y="1153"/>
                      <a:pt x="526" y="579"/>
                      <a:pt x="587" y="1"/>
                    </a:cubicBezTo>
                  </a:path>
                </a:pathLst>
              </a:custGeom>
              <a:noFill/>
              <a:ln w="9525" cap="flat" cmpd="sng">
                <a:solidFill>
                  <a:srgbClr val="0C224A"/>
                </a:solidFill>
                <a:prstDash val="solid"/>
                <a:miter lim="380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 name="Google Shape;833;p39">
                <a:extLst>
                  <a:ext uri="{FF2B5EF4-FFF2-40B4-BE49-F238E27FC236}">
                    <a16:creationId xmlns:a16="http://schemas.microsoft.com/office/drawing/2014/main" id="{59D6DA45-9C18-2AE1-4BC2-BB742B60E761}"/>
                  </a:ext>
                </a:extLst>
              </p:cNvPr>
              <p:cNvSpPr/>
              <p:nvPr/>
            </p:nvSpPr>
            <p:spPr>
              <a:xfrm>
                <a:off x="-994348" y="1453413"/>
                <a:ext cx="5147" cy="39763"/>
              </a:xfrm>
              <a:custGeom>
                <a:avLst/>
                <a:gdLst/>
                <a:ahLst/>
                <a:cxnLst/>
                <a:rect l="l" t="t" r="r" b="b"/>
                <a:pathLst>
                  <a:path w="40" h="309" fill="none" extrusionOk="0">
                    <a:moveTo>
                      <a:pt x="1" y="0"/>
                    </a:moveTo>
                    <a:cubicBezTo>
                      <a:pt x="12" y="103"/>
                      <a:pt x="24" y="206"/>
                      <a:pt x="39" y="309"/>
                    </a:cubicBezTo>
                  </a:path>
                </a:pathLst>
              </a:custGeom>
              <a:noFill/>
              <a:ln w="9525" cap="flat" cmpd="sng">
                <a:solidFill>
                  <a:srgbClr val="0C224A"/>
                </a:solidFill>
                <a:prstDash val="solid"/>
                <a:miter lim="380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 name="Google Shape;834;p39">
                <a:extLst>
                  <a:ext uri="{FF2B5EF4-FFF2-40B4-BE49-F238E27FC236}">
                    <a16:creationId xmlns:a16="http://schemas.microsoft.com/office/drawing/2014/main" id="{8EA3006C-0AE0-146C-D227-DBCF5FE995E7}"/>
                  </a:ext>
                </a:extLst>
              </p:cNvPr>
              <p:cNvSpPr/>
              <p:nvPr/>
            </p:nvSpPr>
            <p:spPr>
              <a:xfrm>
                <a:off x="-979163" y="1461778"/>
                <a:ext cx="5533" cy="29983"/>
              </a:xfrm>
              <a:custGeom>
                <a:avLst/>
                <a:gdLst/>
                <a:ahLst/>
                <a:cxnLst/>
                <a:rect l="l" t="t" r="r" b="b"/>
                <a:pathLst>
                  <a:path w="43" h="233" fill="none" extrusionOk="0">
                    <a:moveTo>
                      <a:pt x="1" y="0"/>
                    </a:moveTo>
                    <a:cubicBezTo>
                      <a:pt x="28" y="76"/>
                      <a:pt x="43" y="152"/>
                      <a:pt x="43" y="232"/>
                    </a:cubicBezTo>
                  </a:path>
                </a:pathLst>
              </a:custGeom>
              <a:noFill/>
              <a:ln w="9525" cap="flat" cmpd="sng">
                <a:solidFill>
                  <a:srgbClr val="0C224A"/>
                </a:solidFill>
                <a:prstDash val="solid"/>
                <a:miter lim="380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 name="Google Shape;835;p39">
                <a:extLst>
                  <a:ext uri="{FF2B5EF4-FFF2-40B4-BE49-F238E27FC236}">
                    <a16:creationId xmlns:a16="http://schemas.microsoft.com/office/drawing/2014/main" id="{65D0A4C5-DF82-FDC7-BD3D-4E35E14FF81A}"/>
                  </a:ext>
                </a:extLst>
              </p:cNvPr>
              <p:cNvSpPr/>
              <p:nvPr/>
            </p:nvSpPr>
            <p:spPr>
              <a:xfrm>
                <a:off x="-1129336" y="2241078"/>
                <a:ext cx="66143" cy="92651"/>
              </a:xfrm>
              <a:custGeom>
                <a:avLst/>
                <a:gdLst/>
                <a:ahLst/>
                <a:cxnLst/>
                <a:rect l="l" t="t" r="r" b="b"/>
                <a:pathLst>
                  <a:path w="514" h="720" fill="none" extrusionOk="0">
                    <a:moveTo>
                      <a:pt x="11" y="0"/>
                    </a:moveTo>
                    <a:cubicBezTo>
                      <a:pt x="0" y="122"/>
                      <a:pt x="69" y="236"/>
                      <a:pt x="141" y="335"/>
                    </a:cubicBezTo>
                    <a:cubicBezTo>
                      <a:pt x="251" y="476"/>
                      <a:pt x="373" y="605"/>
                      <a:pt x="514" y="719"/>
                    </a:cubicBezTo>
                  </a:path>
                </a:pathLst>
              </a:custGeom>
              <a:noFill/>
              <a:ln w="9525" cap="flat" cmpd="sng">
                <a:solidFill>
                  <a:srgbClr val="0C224A"/>
                </a:solidFill>
                <a:prstDash val="solid"/>
                <a:miter lim="380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 name="Google Shape;836;p39">
                <a:extLst>
                  <a:ext uri="{FF2B5EF4-FFF2-40B4-BE49-F238E27FC236}">
                    <a16:creationId xmlns:a16="http://schemas.microsoft.com/office/drawing/2014/main" id="{50E85E39-F579-5E39-B725-4CE808B6090C}"/>
                  </a:ext>
                </a:extLst>
              </p:cNvPr>
              <p:cNvSpPr/>
              <p:nvPr/>
            </p:nvSpPr>
            <p:spPr>
              <a:xfrm>
                <a:off x="-1087256" y="2276337"/>
                <a:ext cx="35774" cy="35774"/>
              </a:xfrm>
              <a:custGeom>
                <a:avLst/>
                <a:gdLst/>
                <a:ahLst/>
                <a:cxnLst/>
                <a:rect l="l" t="t" r="r" b="b"/>
                <a:pathLst>
                  <a:path w="278" h="278" fill="none" extrusionOk="0">
                    <a:moveTo>
                      <a:pt x="0" y="0"/>
                    </a:moveTo>
                    <a:cubicBezTo>
                      <a:pt x="76" y="110"/>
                      <a:pt x="168" y="202"/>
                      <a:pt x="278" y="278"/>
                    </a:cubicBezTo>
                  </a:path>
                </a:pathLst>
              </a:custGeom>
              <a:noFill/>
              <a:ln w="9525" cap="flat" cmpd="sng">
                <a:solidFill>
                  <a:srgbClr val="0C224A"/>
                </a:solidFill>
                <a:prstDash val="solid"/>
                <a:miter lim="380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16" name="Google Shape;837;p39">
                <a:extLst>
                  <a:ext uri="{FF2B5EF4-FFF2-40B4-BE49-F238E27FC236}">
                    <a16:creationId xmlns:a16="http://schemas.microsoft.com/office/drawing/2014/main" id="{9ABEE896-6B8F-1656-890B-AADD2A5138E5}"/>
                  </a:ext>
                </a:extLst>
              </p:cNvPr>
              <p:cNvSpPr/>
              <p:nvPr/>
            </p:nvSpPr>
            <p:spPr>
              <a:xfrm>
                <a:off x="-966423" y="1020654"/>
                <a:ext cx="40278" cy="227253"/>
              </a:xfrm>
              <a:custGeom>
                <a:avLst/>
                <a:gdLst/>
                <a:ahLst/>
                <a:cxnLst/>
                <a:rect l="l" t="t" r="r" b="b"/>
                <a:pathLst>
                  <a:path w="313" h="1766" fill="none" extrusionOk="0">
                    <a:moveTo>
                      <a:pt x="1" y="1766"/>
                    </a:moveTo>
                    <a:cubicBezTo>
                      <a:pt x="119" y="1180"/>
                      <a:pt x="221" y="590"/>
                      <a:pt x="313" y="1"/>
                    </a:cubicBezTo>
                  </a:path>
                </a:pathLst>
              </a:custGeom>
              <a:noFill/>
              <a:ln w="9525" cap="flat" cmpd="sng">
                <a:solidFill>
                  <a:srgbClr val="0C224A"/>
                </a:solidFill>
                <a:prstDash val="solid"/>
                <a:miter lim="380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17" name="Google Shape;838;p39">
                <a:extLst>
                  <a:ext uri="{FF2B5EF4-FFF2-40B4-BE49-F238E27FC236}">
                    <a16:creationId xmlns:a16="http://schemas.microsoft.com/office/drawing/2014/main" id="{3E7E0AB2-6589-00FA-C79E-FA8B2748617A}"/>
                  </a:ext>
                </a:extLst>
              </p:cNvPr>
              <p:cNvSpPr/>
              <p:nvPr/>
            </p:nvSpPr>
            <p:spPr>
              <a:xfrm>
                <a:off x="-917910" y="1022070"/>
                <a:ext cx="7978" cy="59451"/>
              </a:xfrm>
              <a:custGeom>
                <a:avLst/>
                <a:gdLst/>
                <a:ahLst/>
                <a:cxnLst/>
                <a:rect l="l" t="t" r="r" b="b"/>
                <a:pathLst>
                  <a:path w="62" h="462" fill="none" extrusionOk="0">
                    <a:moveTo>
                      <a:pt x="0" y="461"/>
                    </a:moveTo>
                    <a:cubicBezTo>
                      <a:pt x="35" y="309"/>
                      <a:pt x="54" y="153"/>
                      <a:pt x="61" y="1"/>
                    </a:cubicBezTo>
                  </a:path>
                </a:pathLst>
              </a:custGeom>
              <a:noFill/>
              <a:ln w="9525" cap="flat" cmpd="sng">
                <a:solidFill>
                  <a:srgbClr val="0C224A"/>
                </a:solidFill>
                <a:prstDash val="solid"/>
                <a:miter lim="380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18" name="Google Shape;839;p39">
                <a:extLst>
                  <a:ext uri="{FF2B5EF4-FFF2-40B4-BE49-F238E27FC236}">
                    <a16:creationId xmlns:a16="http://schemas.microsoft.com/office/drawing/2014/main" id="{BB3839FD-5B1E-2225-11C4-C57803B8B501}"/>
                  </a:ext>
                </a:extLst>
              </p:cNvPr>
              <p:cNvSpPr/>
              <p:nvPr/>
            </p:nvSpPr>
            <p:spPr>
              <a:xfrm>
                <a:off x="-957030" y="874343"/>
                <a:ext cx="7464" cy="31913"/>
              </a:xfrm>
              <a:custGeom>
                <a:avLst/>
                <a:gdLst/>
                <a:ahLst/>
                <a:cxnLst/>
                <a:rect l="l" t="t" r="r" b="b"/>
                <a:pathLst>
                  <a:path w="58" h="248" fill="none" extrusionOk="0">
                    <a:moveTo>
                      <a:pt x="27" y="0"/>
                    </a:moveTo>
                    <a:cubicBezTo>
                      <a:pt x="50" y="80"/>
                      <a:pt x="0" y="187"/>
                      <a:pt x="57" y="247"/>
                    </a:cubicBezTo>
                  </a:path>
                </a:pathLst>
              </a:custGeom>
              <a:noFill/>
              <a:ln w="9525" cap="flat" cmpd="sng">
                <a:solidFill>
                  <a:srgbClr val="0C224A"/>
                </a:solidFill>
                <a:prstDash val="solid"/>
                <a:miter lim="380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19" name="Google Shape;840;p39">
                <a:extLst>
                  <a:ext uri="{FF2B5EF4-FFF2-40B4-BE49-F238E27FC236}">
                    <a16:creationId xmlns:a16="http://schemas.microsoft.com/office/drawing/2014/main" id="{D9728811-F9F5-D6FA-5440-3C405983A610}"/>
                  </a:ext>
                </a:extLst>
              </p:cNvPr>
              <p:cNvSpPr/>
              <p:nvPr/>
            </p:nvSpPr>
            <p:spPr>
              <a:xfrm>
                <a:off x="-852797" y="524713"/>
                <a:ext cx="1544" cy="29082"/>
              </a:xfrm>
              <a:custGeom>
                <a:avLst/>
                <a:gdLst/>
                <a:ahLst/>
                <a:cxnLst/>
                <a:rect l="l" t="t" r="r" b="b"/>
                <a:pathLst>
                  <a:path w="12" h="226" fill="none" extrusionOk="0">
                    <a:moveTo>
                      <a:pt x="0" y="1"/>
                    </a:moveTo>
                    <a:cubicBezTo>
                      <a:pt x="4" y="77"/>
                      <a:pt x="8" y="149"/>
                      <a:pt x="12" y="225"/>
                    </a:cubicBezTo>
                  </a:path>
                </a:pathLst>
              </a:custGeom>
              <a:noFill/>
              <a:ln w="9525" cap="flat" cmpd="sng">
                <a:solidFill>
                  <a:srgbClr val="0C224A"/>
                </a:solidFill>
                <a:prstDash val="solid"/>
                <a:miter lim="380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20" name="Google Shape;841;p39">
                <a:extLst>
                  <a:ext uri="{FF2B5EF4-FFF2-40B4-BE49-F238E27FC236}">
                    <a16:creationId xmlns:a16="http://schemas.microsoft.com/office/drawing/2014/main" id="{38ECCF2B-1424-BC34-0883-803D0FCCF6FD}"/>
                  </a:ext>
                </a:extLst>
              </p:cNvPr>
              <p:cNvSpPr/>
              <p:nvPr/>
            </p:nvSpPr>
            <p:spPr>
              <a:xfrm>
                <a:off x="-836711" y="520852"/>
                <a:ext cx="3088" cy="23163"/>
              </a:xfrm>
              <a:custGeom>
                <a:avLst/>
                <a:gdLst/>
                <a:ahLst/>
                <a:cxnLst/>
                <a:rect l="l" t="t" r="r" b="b"/>
                <a:pathLst>
                  <a:path w="24" h="180" fill="none" extrusionOk="0">
                    <a:moveTo>
                      <a:pt x="1" y="1"/>
                    </a:moveTo>
                    <a:cubicBezTo>
                      <a:pt x="16" y="58"/>
                      <a:pt x="24" y="118"/>
                      <a:pt x="20" y="179"/>
                    </a:cubicBezTo>
                  </a:path>
                </a:pathLst>
              </a:custGeom>
              <a:noFill/>
              <a:ln w="9525" cap="flat" cmpd="sng">
                <a:solidFill>
                  <a:srgbClr val="0C224A"/>
                </a:solidFill>
                <a:prstDash val="solid"/>
                <a:miter lim="380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21" name="Google Shape;842;p39">
                <a:extLst>
                  <a:ext uri="{FF2B5EF4-FFF2-40B4-BE49-F238E27FC236}">
                    <a16:creationId xmlns:a16="http://schemas.microsoft.com/office/drawing/2014/main" id="{E2098953-C4FA-2E48-F906-AB089369A099}"/>
                  </a:ext>
                </a:extLst>
              </p:cNvPr>
              <p:cNvSpPr/>
              <p:nvPr/>
            </p:nvSpPr>
            <p:spPr>
              <a:xfrm>
                <a:off x="-764263" y="831749"/>
                <a:ext cx="47226" cy="204734"/>
              </a:xfrm>
              <a:custGeom>
                <a:avLst/>
                <a:gdLst/>
                <a:ahLst/>
                <a:cxnLst/>
                <a:rect l="l" t="t" r="r" b="b"/>
                <a:pathLst>
                  <a:path w="367" h="1591" fill="none" extrusionOk="0">
                    <a:moveTo>
                      <a:pt x="366" y="0"/>
                    </a:moveTo>
                    <a:cubicBezTo>
                      <a:pt x="347" y="419"/>
                      <a:pt x="298" y="852"/>
                      <a:pt x="100" y="1221"/>
                    </a:cubicBezTo>
                    <a:cubicBezTo>
                      <a:pt x="69" y="1278"/>
                      <a:pt x="31" y="1339"/>
                      <a:pt x="16" y="1400"/>
                    </a:cubicBezTo>
                    <a:cubicBezTo>
                      <a:pt x="1" y="1465"/>
                      <a:pt x="5" y="1541"/>
                      <a:pt x="50" y="1590"/>
                    </a:cubicBezTo>
                  </a:path>
                </a:pathLst>
              </a:custGeom>
              <a:noFill/>
              <a:ln w="9525" cap="flat" cmpd="sng">
                <a:solidFill>
                  <a:srgbClr val="0C224A"/>
                </a:solidFill>
                <a:prstDash val="solid"/>
                <a:miter lim="380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30" name="Google Shape;843;p39">
                <a:extLst>
                  <a:ext uri="{FF2B5EF4-FFF2-40B4-BE49-F238E27FC236}">
                    <a16:creationId xmlns:a16="http://schemas.microsoft.com/office/drawing/2014/main" id="{1CD96688-EAE4-97EF-9DE4-F89D5570551F}"/>
                  </a:ext>
                </a:extLst>
              </p:cNvPr>
              <p:cNvSpPr/>
              <p:nvPr/>
            </p:nvSpPr>
            <p:spPr>
              <a:xfrm>
                <a:off x="-743159" y="1004054"/>
                <a:ext cx="9394" cy="24578"/>
              </a:xfrm>
              <a:custGeom>
                <a:avLst/>
                <a:gdLst/>
                <a:ahLst/>
                <a:cxnLst/>
                <a:rect l="l" t="t" r="r" b="b"/>
                <a:pathLst>
                  <a:path w="73" h="191" fill="none" extrusionOk="0">
                    <a:moveTo>
                      <a:pt x="16" y="0"/>
                    </a:moveTo>
                    <a:cubicBezTo>
                      <a:pt x="1" y="69"/>
                      <a:pt x="23" y="141"/>
                      <a:pt x="73" y="190"/>
                    </a:cubicBezTo>
                  </a:path>
                </a:pathLst>
              </a:custGeom>
              <a:noFill/>
              <a:ln w="9525" cap="flat" cmpd="sng">
                <a:solidFill>
                  <a:srgbClr val="0C224A"/>
                </a:solidFill>
                <a:prstDash val="solid"/>
                <a:miter lim="380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31" name="Google Shape;844;p39">
                <a:extLst>
                  <a:ext uri="{FF2B5EF4-FFF2-40B4-BE49-F238E27FC236}">
                    <a16:creationId xmlns:a16="http://schemas.microsoft.com/office/drawing/2014/main" id="{416680D2-EBF6-EF9B-011B-7426E2297C85}"/>
                  </a:ext>
                </a:extLst>
              </p:cNvPr>
              <p:cNvSpPr/>
              <p:nvPr/>
            </p:nvSpPr>
            <p:spPr>
              <a:xfrm>
                <a:off x="-777903" y="1161690"/>
                <a:ext cx="54433" cy="243853"/>
              </a:xfrm>
              <a:custGeom>
                <a:avLst/>
                <a:gdLst/>
                <a:ahLst/>
                <a:cxnLst/>
                <a:rect l="l" t="t" r="r" b="b"/>
                <a:pathLst>
                  <a:path w="423" h="1895" fill="none" extrusionOk="0">
                    <a:moveTo>
                      <a:pt x="423" y="0"/>
                    </a:moveTo>
                    <a:cubicBezTo>
                      <a:pt x="293" y="635"/>
                      <a:pt x="153" y="1267"/>
                      <a:pt x="0" y="1895"/>
                    </a:cubicBezTo>
                  </a:path>
                </a:pathLst>
              </a:custGeom>
              <a:noFill/>
              <a:ln w="9525" cap="flat" cmpd="sng">
                <a:solidFill>
                  <a:srgbClr val="0C224A"/>
                </a:solidFill>
                <a:prstDash val="solid"/>
                <a:miter lim="380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32" name="Google Shape;845;p39">
                <a:extLst>
                  <a:ext uri="{FF2B5EF4-FFF2-40B4-BE49-F238E27FC236}">
                    <a16:creationId xmlns:a16="http://schemas.microsoft.com/office/drawing/2014/main" id="{3B134B2A-E773-3397-4A32-21B6E1ED7088}"/>
                  </a:ext>
                </a:extLst>
              </p:cNvPr>
              <p:cNvSpPr/>
              <p:nvPr/>
            </p:nvSpPr>
            <p:spPr>
              <a:xfrm>
                <a:off x="-942874" y="1589045"/>
                <a:ext cx="73092" cy="378970"/>
              </a:xfrm>
              <a:custGeom>
                <a:avLst/>
                <a:gdLst/>
                <a:ahLst/>
                <a:cxnLst/>
                <a:rect l="l" t="t" r="r" b="b"/>
                <a:pathLst>
                  <a:path w="568" h="2945" fill="none" extrusionOk="0">
                    <a:moveTo>
                      <a:pt x="556" y="0"/>
                    </a:moveTo>
                    <a:cubicBezTo>
                      <a:pt x="506" y="148"/>
                      <a:pt x="556" y="312"/>
                      <a:pt x="563" y="468"/>
                    </a:cubicBezTo>
                    <a:cubicBezTo>
                      <a:pt x="567" y="601"/>
                      <a:pt x="541" y="731"/>
                      <a:pt x="514" y="856"/>
                    </a:cubicBezTo>
                    <a:cubicBezTo>
                      <a:pt x="366" y="1556"/>
                      <a:pt x="194" y="2256"/>
                      <a:pt x="0" y="2945"/>
                    </a:cubicBezTo>
                  </a:path>
                </a:pathLst>
              </a:custGeom>
              <a:noFill/>
              <a:ln w="9525" cap="flat" cmpd="sng">
                <a:solidFill>
                  <a:srgbClr val="0C224A"/>
                </a:solidFill>
                <a:prstDash val="solid"/>
                <a:miter lim="380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33" name="Google Shape;846;p39">
                <a:extLst>
                  <a:ext uri="{FF2B5EF4-FFF2-40B4-BE49-F238E27FC236}">
                    <a16:creationId xmlns:a16="http://schemas.microsoft.com/office/drawing/2014/main" id="{E5F190DE-72E2-2446-E9C1-7CBDFE02AB15}"/>
                  </a:ext>
                </a:extLst>
              </p:cNvPr>
              <p:cNvSpPr/>
              <p:nvPr/>
            </p:nvSpPr>
            <p:spPr>
              <a:xfrm>
                <a:off x="-924730" y="2026179"/>
                <a:ext cx="4504" cy="24578"/>
              </a:xfrm>
              <a:custGeom>
                <a:avLst/>
                <a:gdLst/>
                <a:ahLst/>
                <a:cxnLst/>
                <a:rect l="l" t="t" r="r" b="b"/>
                <a:pathLst>
                  <a:path w="35" h="191" fill="none" extrusionOk="0">
                    <a:moveTo>
                      <a:pt x="0" y="0"/>
                    </a:moveTo>
                    <a:cubicBezTo>
                      <a:pt x="0" y="65"/>
                      <a:pt x="12" y="130"/>
                      <a:pt x="34" y="190"/>
                    </a:cubicBezTo>
                  </a:path>
                </a:pathLst>
              </a:custGeom>
              <a:noFill/>
              <a:ln w="9525" cap="flat" cmpd="sng">
                <a:solidFill>
                  <a:srgbClr val="0C224A"/>
                </a:solidFill>
                <a:prstDash val="solid"/>
                <a:miter lim="380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34" name="Google Shape;847;p39">
                <a:extLst>
                  <a:ext uri="{FF2B5EF4-FFF2-40B4-BE49-F238E27FC236}">
                    <a16:creationId xmlns:a16="http://schemas.microsoft.com/office/drawing/2014/main" id="{8869BE59-CCB9-3939-6714-03DF15D369E2}"/>
                  </a:ext>
                </a:extLst>
              </p:cNvPr>
              <p:cNvSpPr/>
              <p:nvPr/>
            </p:nvSpPr>
            <p:spPr>
              <a:xfrm>
                <a:off x="-911991" y="2013439"/>
                <a:ext cx="6949" cy="25093"/>
              </a:xfrm>
              <a:custGeom>
                <a:avLst/>
                <a:gdLst/>
                <a:ahLst/>
                <a:cxnLst/>
                <a:rect l="l" t="t" r="r" b="b"/>
                <a:pathLst>
                  <a:path w="54" h="195" fill="none" extrusionOk="0">
                    <a:moveTo>
                      <a:pt x="0" y="0"/>
                    </a:moveTo>
                    <a:cubicBezTo>
                      <a:pt x="19" y="65"/>
                      <a:pt x="34" y="130"/>
                      <a:pt x="53" y="194"/>
                    </a:cubicBezTo>
                  </a:path>
                </a:pathLst>
              </a:custGeom>
              <a:noFill/>
              <a:ln w="9525" cap="flat" cmpd="sng">
                <a:solidFill>
                  <a:srgbClr val="0C224A"/>
                </a:solidFill>
                <a:prstDash val="solid"/>
                <a:miter lim="380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35" name="Google Shape;848;p39">
                <a:extLst>
                  <a:ext uri="{FF2B5EF4-FFF2-40B4-BE49-F238E27FC236}">
                    <a16:creationId xmlns:a16="http://schemas.microsoft.com/office/drawing/2014/main" id="{A0E85900-29E4-999A-6EEB-C416B3392708}"/>
                  </a:ext>
                </a:extLst>
              </p:cNvPr>
              <p:cNvSpPr/>
              <p:nvPr/>
            </p:nvSpPr>
            <p:spPr>
              <a:xfrm>
                <a:off x="-522855" y="1115622"/>
                <a:ext cx="37318" cy="128425"/>
              </a:xfrm>
              <a:custGeom>
                <a:avLst/>
                <a:gdLst/>
                <a:ahLst/>
                <a:cxnLst/>
                <a:rect l="l" t="t" r="r" b="b"/>
                <a:pathLst>
                  <a:path w="290" h="998" fill="none" extrusionOk="0">
                    <a:moveTo>
                      <a:pt x="0" y="997"/>
                    </a:moveTo>
                    <a:cubicBezTo>
                      <a:pt x="27" y="811"/>
                      <a:pt x="73" y="628"/>
                      <a:pt x="114" y="446"/>
                    </a:cubicBezTo>
                    <a:cubicBezTo>
                      <a:pt x="153" y="290"/>
                      <a:pt x="191" y="126"/>
                      <a:pt x="289" y="1"/>
                    </a:cubicBezTo>
                  </a:path>
                </a:pathLst>
              </a:custGeom>
              <a:noFill/>
              <a:ln w="9525" cap="flat" cmpd="sng">
                <a:solidFill>
                  <a:srgbClr val="0C224A"/>
                </a:solidFill>
                <a:prstDash val="solid"/>
                <a:miter lim="380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36" name="Google Shape;849;p39">
                <a:extLst>
                  <a:ext uri="{FF2B5EF4-FFF2-40B4-BE49-F238E27FC236}">
                    <a16:creationId xmlns:a16="http://schemas.microsoft.com/office/drawing/2014/main" id="{A7E6256E-2EE3-32C6-AF4D-DB1FEA1B68CE}"/>
                  </a:ext>
                </a:extLst>
              </p:cNvPr>
              <p:cNvSpPr/>
              <p:nvPr/>
            </p:nvSpPr>
            <p:spPr>
              <a:xfrm>
                <a:off x="-486695" y="994661"/>
                <a:ext cx="7464" cy="24707"/>
              </a:xfrm>
              <a:custGeom>
                <a:avLst/>
                <a:gdLst/>
                <a:ahLst/>
                <a:cxnLst/>
                <a:rect l="l" t="t" r="r" b="b"/>
                <a:pathLst>
                  <a:path w="58" h="192" fill="none" extrusionOk="0">
                    <a:moveTo>
                      <a:pt x="1" y="1"/>
                    </a:moveTo>
                    <a:cubicBezTo>
                      <a:pt x="20" y="66"/>
                      <a:pt x="39" y="126"/>
                      <a:pt x="58" y="191"/>
                    </a:cubicBezTo>
                  </a:path>
                </a:pathLst>
              </a:custGeom>
              <a:noFill/>
              <a:ln w="9525" cap="flat" cmpd="sng">
                <a:solidFill>
                  <a:srgbClr val="0C224A"/>
                </a:solidFill>
                <a:prstDash val="solid"/>
                <a:miter lim="380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37" name="Google Shape;850;p39">
                <a:extLst>
                  <a:ext uri="{FF2B5EF4-FFF2-40B4-BE49-F238E27FC236}">
                    <a16:creationId xmlns:a16="http://schemas.microsoft.com/office/drawing/2014/main" id="{674B7A98-0FF9-7DBA-9010-AE525B951AF3}"/>
                  </a:ext>
                </a:extLst>
              </p:cNvPr>
              <p:cNvSpPr/>
              <p:nvPr/>
            </p:nvSpPr>
            <p:spPr>
              <a:xfrm>
                <a:off x="-472411" y="986425"/>
                <a:ext cx="4504" cy="20718"/>
              </a:xfrm>
              <a:custGeom>
                <a:avLst/>
                <a:gdLst/>
                <a:ahLst/>
                <a:cxnLst/>
                <a:rect l="l" t="t" r="r" b="b"/>
                <a:pathLst>
                  <a:path w="35" h="161" fill="none" extrusionOk="0">
                    <a:moveTo>
                      <a:pt x="0" y="0"/>
                    </a:moveTo>
                    <a:cubicBezTo>
                      <a:pt x="12" y="54"/>
                      <a:pt x="23" y="107"/>
                      <a:pt x="34" y="160"/>
                    </a:cubicBezTo>
                  </a:path>
                </a:pathLst>
              </a:custGeom>
              <a:noFill/>
              <a:ln w="9525" cap="flat" cmpd="sng">
                <a:solidFill>
                  <a:srgbClr val="0C224A"/>
                </a:solidFill>
                <a:prstDash val="solid"/>
                <a:miter lim="380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38" name="Google Shape;851;p39">
                <a:extLst>
                  <a:ext uri="{FF2B5EF4-FFF2-40B4-BE49-F238E27FC236}">
                    <a16:creationId xmlns:a16="http://schemas.microsoft.com/office/drawing/2014/main" id="{ADF9F3CA-CB88-8C2F-A763-41B0433C75FF}"/>
                  </a:ext>
                </a:extLst>
              </p:cNvPr>
              <p:cNvSpPr/>
              <p:nvPr/>
            </p:nvSpPr>
            <p:spPr>
              <a:xfrm>
                <a:off x="-652567" y="1290373"/>
                <a:ext cx="58293" cy="225838"/>
              </a:xfrm>
              <a:custGeom>
                <a:avLst/>
                <a:gdLst/>
                <a:ahLst/>
                <a:cxnLst/>
                <a:rect l="l" t="t" r="r" b="b"/>
                <a:pathLst>
                  <a:path w="453" h="1755" fill="none" extrusionOk="0">
                    <a:moveTo>
                      <a:pt x="453" y="1"/>
                    </a:moveTo>
                    <a:cubicBezTo>
                      <a:pt x="400" y="77"/>
                      <a:pt x="407" y="176"/>
                      <a:pt x="403" y="271"/>
                    </a:cubicBezTo>
                    <a:cubicBezTo>
                      <a:pt x="396" y="423"/>
                      <a:pt x="358" y="575"/>
                      <a:pt x="312" y="723"/>
                    </a:cubicBezTo>
                    <a:cubicBezTo>
                      <a:pt x="217" y="1070"/>
                      <a:pt x="111" y="1412"/>
                      <a:pt x="0" y="1754"/>
                    </a:cubicBezTo>
                  </a:path>
                </a:pathLst>
              </a:custGeom>
              <a:noFill/>
              <a:ln w="9525" cap="flat" cmpd="sng">
                <a:solidFill>
                  <a:srgbClr val="0C224A"/>
                </a:solidFill>
                <a:prstDash val="solid"/>
                <a:miter lim="380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39" name="Google Shape;852;p39">
                <a:extLst>
                  <a:ext uri="{FF2B5EF4-FFF2-40B4-BE49-F238E27FC236}">
                    <a16:creationId xmlns:a16="http://schemas.microsoft.com/office/drawing/2014/main" id="{0A791410-D2CF-3643-8C4D-FCA198E16A93}"/>
                  </a:ext>
                </a:extLst>
              </p:cNvPr>
              <p:cNvSpPr/>
              <p:nvPr/>
            </p:nvSpPr>
            <p:spPr>
              <a:xfrm>
                <a:off x="-675601" y="1706918"/>
                <a:ext cx="1158" cy="34487"/>
              </a:xfrm>
              <a:custGeom>
                <a:avLst/>
                <a:gdLst/>
                <a:ahLst/>
                <a:cxnLst/>
                <a:rect l="l" t="t" r="r" b="b"/>
                <a:pathLst>
                  <a:path w="9" h="268" fill="none" extrusionOk="0">
                    <a:moveTo>
                      <a:pt x="4" y="1"/>
                    </a:moveTo>
                    <a:cubicBezTo>
                      <a:pt x="0" y="88"/>
                      <a:pt x="0" y="176"/>
                      <a:pt x="8" y="267"/>
                    </a:cubicBezTo>
                  </a:path>
                </a:pathLst>
              </a:custGeom>
              <a:noFill/>
              <a:ln w="9525" cap="flat" cmpd="sng">
                <a:solidFill>
                  <a:srgbClr val="0C224A"/>
                </a:solidFill>
                <a:prstDash val="solid"/>
                <a:miter lim="380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40" name="Google Shape;853;p39">
                <a:extLst>
                  <a:ext uri="{FF2B5EF4-FFF2-40B4-BE49-F238E27FC236}">
                    <a16:creationId xmlns:a16="http://schemas.microsoft.com/office/drawing/2014/main" id="{B8FE68EF-618B-E53A-DBF0-E5770F59E02C}"/>
                  </a:ext>
                </a:extLst>
              </p:cNvPr>
              <p:cNvSpPr/>
              <p:nvPr/>
            </p:nvSpPr>
            <p:spPr>
              <a:xfrm>
                <a:off x="-662861" y="1707947"/>
                <a:ext cx="3474" cy="30498"/>
              </a:xfrm>
              <a:custGeom>
                <a:avLst/>
                <a:gdLst/>
                <a:ahLst/>
                <a:cxnLst/>
                <a:rect l="l" t="t" r="r" b="b"/>
                <a:pathLst>
                  <a:path w="27" h="237" fill="none" extrusionOk="0">
                    <a:moveTo>
                      <a:pt x="23" y="1"/>
                    </a:moveTo>
                    <a:cubicBezTo>
                      <a:pt x="27" y="80"/>
                      <a:pt x="19" y="160"/>
                      <a:pt x="0" y="236"/>
                    </a:cubicBezTo>
                  </a:path>
                </a:pathLst>
              </a:custGeom>
              <a:noFill/>
              <a:ln w="9525" cap="flat" cmpd="sng">
                <a:solidFill>
                  <a:srgbClr val="0C224A"/>
                </a:solidFill>
                <a:prstDash val="solid"/>
                <a:miter lim="380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41" name="Google Shape;854;p39">
                <a:extLst>
                  <a:ext uri="{FF2B5EF4-FFF2-40B4-BE49-F238E27FC236}">
                    <a16:creationId xmlns:a16="http://schemas.microsoft.com/office/drawing/2014/main" id="{8C91CDBD-045C-ADA6-ED8C-765253B89093}"/>
                  </a:ext>
                </a:extLst>
              </p:cNvPr>
              <p:cNvSpPr/>
              <p:nvPr/>
            </p:nvSpPr>
            <p:spPr>
              <a:xfrm>
                <a:off x="-771984" y="1955661"/>
                <a:ext cx="13254" cy="117616"/>
              </a:xfrm>
              <a:custGeom>
                <a:avLst/>
                <a:gdLst/>
                <a:ahLst/>
                <a:cxnLst/>
                <a:rect l="l" t="t" r="r" b="b"/>
                <a:pathLst>
                  <a:path w="103" h="914" fill="none" extrusionOk="0">
                    <a:moveTo>
                      <a:pt x="99" y="0"/>
                    </a:moveTo>
                    <a:cubicBezTo>
                      <a:pt x="34" y="145"/>
                      <a:pt x="61" y="309"/>
                      <a:pt x="80" y="465"/>
                    </a:cubicBezTo>
                    <a:cubicBezTo>
                      <a:pt x="99" y="620"/>
                      <a:pt x="103" y="795"/>
                      <a:pt x="0" y="913"/>
                    </a:cubicBezTo>
                  </a:path>
                </a:pathLst>
              </a:custGeom>
              <a:noFill/>
              <a:ln w="9525" cap="flat" cmpd="sng">
                <a:solidFill>
                  <a:srgbClr val="0C224A"/>
                </a:solidFill>
                <a:prstDash val="solid"/>
                <a:miter lim="380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43" name="Google Shape;855;p39">
                <a:extLst>
                  <a:ext uri="{FF2B5EF4-FFF2-40B4-BE49-F238E27FC236}">
                    <a16:creationId xmlns:a16="http://schemas.microsoft.com/office/drawing/2014/main" id="{A7E9F7A8-E059-B0DF-326C-CE15F549BEF7}"/>
                  </a:ext>
                </a:extLst>
              </p:cNvPr>
              <p:cNvSpPr/>
              <p:nvPr/>
            </p:nvSpPr>
            <p:spPr>
              <a:xfrm>
                <a:off x="-858201" y="2153446"/>
                <a:ext cx="3989" cy="28954"/>
              </a:xfrm>
              <a:custGeom>
                <a:avLst/>
                <a:gdLst/>
                <a:ahLst/>
                <a:cxnLst/>
                <a:rect l="l" t="t" r="r" b="b"/>
                <a:pathLst>
                  <a:path w="31" h="225" fill="none" extrusionOk="0">
                    <a:moveTo>
                      <a:pt x="31" y="0"/>
                    </a:moveTo>
                    <a:cubicBezTo>
                      <a:pt x="8" y="73"/>
                      <a:pt x="1" y="149"/>
                      <a:pt x="12" y="225"/>
                    </a:cubicBezTo>
                  </a:path>
                </a:pathLst>
              </a:custGeom>
              <a:noFill/>
              <a:ln w="9525" cap="flat" cmpd="sng">
                <a:solidFill>
                  <a:srgbClr val="0C224A"/>
                </a:solidFill>
                <a:prstDash val="solid"/>
                <a:miter lim="380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44" name="Google Shape;856;p39">
                <a:extLst>
                  <a:ext uri="{FF2B5EF4-FFF2-40B4-BE49-F238E27FC236}">
                    <a16:creationId xmlns:a16="http://schemas.microsoft.com/office/drawing/2014/main" id="{24E075A4-CF59-02C2-B264-5717FF72B2E3}"/>
                  </a:ext>
                </a:extLst>
              </p:cNvPr>
              <p:cNvSpPr/>
              <p:nvPr/>
            </p:nvSpPr>
            <p:spPr>
              <a:xfrm>
                <a:off x="-839156" y="2160266"/>
                <a:ext cx="3088" cy="22133"/>
              </a:xfrm>
              <a:custGeom>
                <a:avLst/>
                <a:gdLst/>
                <a:ahLst/>
                <a:cxnLst/>
                <a:rect l="l" t="t" r="r" b="b"/>
                <a:pathLst>
                  <a:path w="24" h="172" fill="none" extrusionOk="0">
                    <a:moveTo>
                      <a:pt x="20" y="1"/>
                    </a:moveTo>
                    <a:cubicBezTo>
                      <a:pt x="24" y="58"/>
                      <a:pt x="16" y="115"/>
                      <a:pt x="1" y="172"/>
                    </a:cubicBezTo>
                  </a:path>
                </a:pathLst>
              </a:custGeom>
              <a:noFill/>
              <a:ln w="9525" cap="flat" cmpd="sng">
                <a:solidFill>
                  <a:srgbClr val="0C224A"/>
                </a:solidFill>
                <a:prstDash val="solid"/>
                <a:miter lim="380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45" name="Google Shape;857;p39">
                <a:extLst>
                  <a:ext uri="{FF2B5EF4-FFF2-40B4-BE49-F238E27FC236}">
                    <a16:creationId xmlns:a16="http://schemas.microsoft.com/office/drawing/2014/main" id="{EDA1ECD4-F00D-83D3-3D21-0EEB8367D2BE}"/>
                  </a:ext>
                </a:extLst>
              </p:cNvPr>
              <p:cNvSpPr/>
              <p:nvPr/>
            </p:nvSpPr>
            <p:spPr>
              <a:xfrm>
                <a:off x="-842502" y="2257164"/>
                <a:ext cx="41693" cy="76952"/>
              </a:xfrm>
              <a:custGeom>
                <a:avLst/>
                <a:gdLst/>
                <a:ahLst/>
                <a:cxnLst/>
                <a:rect l="l" t="t" r="r" b="b"/>
                <a:pathLst>
                  <a:path w="324" h="598" fill="none" extrusionOk="0">
                    <a:moveTo>
                      <a:pt x="324" y="1"/>
                    </a:moveTo>
                    <a:cubicBezTo>
                      <a:pt x="320" y="134"/>
                      <a:pt x="312" y="271"/>
                      <a:pt x="305" y="404"/>
                    </a:cubicBezTo>
                    <a:cubicBezTo>
                      <a:pt x="305" y="434"/>
                      <a:pt x="301" y="469"/>
                      <a:pt x="282" y="491"/>
                    </a:cubicBezTo>
                    <a:cubicBezTo>
                      <a:pt x="248" y="530"/>
                      <a:pt x="194" y="522"/>
                      <a:pt x="149" y="526"/>
                    </a:cubicBezTo>
                    <a:cubicBezTo>
                      <a:pt x="92" y="533"/>
                      <a:pt x="38" y="560"/>
                      <a:pt x="0" y="598"/>
                    </a:cubicBezTo>
                  </a:path>
                </a:pathLst>
              </a:custGeom>
              <a:noFill/>
              <a:ln w="9525" cap="flat" cmpd="sng">
                <a:solidFill>
                  <a:srgbClr val="0C224A"/>
                </a:solidFill>
                <a:prstDash val="solid"/>
                <a:miter lim="380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46" name="Google Shape;858;p39">
                <a:extLst>
                  <a:ext uri="{FF2B5EF4-FFF2-40B4-BE49-F238E27FC236}">
                    <a16:creationId xmlns:a16="http://schemas.microsoft.com/office/drawing/2014/main" id="{B26791BB-179C-7353-3A3E-1DD3BFB6E64F}"/>
                  </a:ext>
                </a:extLst>
              </p:cNvPr>
              <p:cNvSpPr/>
              <p:nvPr/>
            </p:nvSpPr>
            <p:spPr>
              <a:xfrm>
                <a:off x="-936955" y="2359981"/>
                <a:ext cx="2574" cy="34873"/>
              </a:xfrm>
              <a:custGeom>
                <a:avLst/>
                <a:gdLst/>
                <a:ahLst/>
                <a:cxnLst/>
                <a:rect l="l" t="t" r="r" b="b"/>
                <a:pathLst>
                  <a:path w="20" h="271" fill="none" extrusionOk="0">
                    <a:moveTo>
                      <a:pt x="0" y="1"/>
                    </a:moveTo>
                    <a:cubicBezTo>
                      <a:pt x="0" y="92"/>
                      <a:pt x="8" y="179"/>
                      <a:pt x="19" y="271"/>
                    </a:cubicBezTo>
                  </a:path>
                </a:pathLst>
              </a:custGeom>
              <a:noFill/>
              <a:ln w="9525" cap="flat" cmpd="sng">
                <a:solidFill>
                  <a:srgbClr val="0C224A"/>
                </a:solidFill>
                <a:prstDash val="solid"/>
                <a:miter lim="380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47" name="Google Shape;859;p39">
                <a:extLst>
                  <a:ext uri="{FF2B5EF4-FFF2-40B4-BE49-F238E27FC236}">
                    <a16:creationId xmlns:a16="http://schemas.microsoft.com/office/drawing/2014/main" id="{83A6F174-4A24-426D-033D-9D5BD424B4F1}"/>
                  </a:ext>
                </a:extLst>
              </p:cNvPr>
              <p:cNvSpPr/>
              <p:nvPr/>
            </p:nvSpPr>
            <p:spPr>
              <a:xfrm>
                <a:off x="-916495" y="2373750"/>
                <a:ext cx="1673" cy="19688"/>
              </a:xfrm>
              <a:custGeom>
                <a:avLst/>
                <a:gdLst/>
                <a:ahLst/>
                <a:cxnLst/>
                <a:rect l="l" t="t" r="r" b="b"/>
                <a:pathLst>
                  <a:path w="13" h="153" fill="none" extrusionOk="0">
                    <a:moveTo>
                      <a:pt x="1" y="0"/>
                    </a:moveTo>
                    <a:cubicBezTo>
                      <a:pt x="5" y="50"/>
                      <a:pt x="8" y="103"/>
                      <a:pt x="12" y="152"/>
                    </a:cubicBezTo>
                  </a:path>
                </a:pathLst>
              </a:custGeom>
              <a:noFill/>
              <a:ln w="9525" cap="flat" cmpd="sng">
                <a:solidFill>
                  <a:srgbClr val="0C224A"/>
                </a:solidFill>
                <a:prstDash val="solid"/>
                <a:miter lim="380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48" name="Google Shape;860;p39">
                <a:extLst>
                  <a:ext uri="{FF2B5EF4-FFF2-40B4-BE49-F238E27FC236}">
                    <a16:creationId xmlns:a16="http://schemas.microsoft.com/office/drawing/2014/main" id="{6FCDB262-03D6-92D3-1A6F-8287CA76364B}"/>
                  </a:ext>
                </a:extLst>
              </p:cNvPr>
              <p:cNvSpPr/>
              <p:nvPr/>
            </p:nvSpPr>
            <p:spPr>
              <a:xfrm>
                <a:off x="-1157774" y="2310052"/>
                <a:ext cx="54433" cy="56492"/>
              </a:xfrm>
              <a:custGeom>
                <a:avLst/>
                <a:gdLst/>
                <a:ahLst/>
                <a:cxnLst/>
                <a:rect l="l" t="t" r="r" b="b"/>
                <a:pathLst>
                  <a:path w="423" h="439" fill="none" extrusionOk="0">
                    <a:moveTo>
                      <a:pt x="0" y="1"/>
                    </a:moveTo>
                    <a:cubicBezTo>
                      <a:pt x="134" y="153"/>
                      <a:pt x="274" y="301"/>
                      <a:pt x="423" y="438"/>
                    </a:cubicBezTo>
                  </a:path>
                </a:pathLst>
              </a:custGeom>
              <a:noFill/>
              <a:ln w="9525" cap="flat" cmpd="sng">
                <a:solidFill>
                  <a:srgbClr val="0C224A"/>
                </a:solidFill>
                <a:prstDash val="solid"/>
                <a:miter lim="380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49" name="Google Shape;861;p39">
                <a:extLst>
                  <a:ext uri="{FF2B5EF4-FFF2-40B4-BE49-F238E27FC236}">
                    <a16:creationId xmlns:a16="http://schemas.microsoft.com/office/drawing/2014/main" id="{ADD0EEB8-0A93-E1E6-299B-40C0AC1F3CF4}"/>
                  </a:ext>
                </a:extLst>
              </p:cNvPr>
              <p:cNvSpPr/>
              <p:nvPr/>
            </p:nvSpPr>
            <p:spPr>
              <a:xfrm>
                <a:off x="-1163179" y="2335531"/>
                <a:ext cx="33457" cy="31399"/>
              </a:xfrm>
              <a:custGeom>
                <a:avLst/>
                <a:gdLst/>
                <a:ahLst/>
                <a:cxnLst/>
                <a:rect l="l" t="t" r="r" b="b"/>
                <a:pathLst>
                  <a:path w="260" h="244" fill="none" extrusionOk="0">
                    <a:moveTo>
                      <a:pt x="1" y="0"/>
                    </a:moveTo>
                    <a:cubicBezTo>
                      <a:pt x="77" y="92"/>
                      <a:pt x="164" y="175"/>
                      <a:pt x="259" y="244"/>
                    </a:cubicBezTo>
                  </a:path>
                </a:pathLst>
              </a:custGeom>
              <a:noFill/>
              <a:ln w="9525" cap="flat" cmpd="sng">
                <a:solidFill>
                  <a:srgbClr val="0C224A"/>
                </a:solidFill>
                <a:prstDash val="solid"/>
                <a:miter lim="380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50" name="Google Shape;862;p39">
                <a:extLst>
                  <a:ext uri="{FF2B5EF4-FFF2-40B4-BE49-F238E27FC236}">
                    <a16:creationId xmlns:a16="http://schemas.microsoft.com/office/drawing/2014/main" id="{F72414B1-D3EA-584F-DB83-1B7C355BFF4F}"/>
                  </a:ext>
                </a:extLst>
              </p:cNvPr>
              <p:cNvSpPr/>
              <p:nvPr/>
            </p:nvSpPr>
            <p:spPr>
              <a:xfrm>
                <a:off x="-1252742" y="2449544"/>
                <a:ext cx="77467" cy="392224"/>
              </a:xfrm>
              <a:custGeom>
                <a:avLst/>
                <a:gdLst/>
                <a:ahLst/>
                <a:cxnLst/>
                <a:rect l="l" t="t" r="r" b="b"/>
                <a:pathLst>
                  <a:path w="602" h="3048" fill="none" extrusionOk="0">
                    <a:moveTo>
                      <a:pt x="0" y="1"/>
                    </a:moveTo>
                    <a:cubicBezTo>
                      <a:pt x="16" y="256"/>
                      <a:pt x="88" y="511"/>
                      <a:pt x="213" y="735"/>
                    </a:cubicBezTo>
                    <a:cubicBezTo>
                      <a:pt x="293" y="876"/>
                      <a:pt x="396" y="1009"/>
                      <a:pt x="453" y="1161"/>
                    </a:cubicBezTo>
                    <a:cubicBezTo>
                      <a:pt x="506" y="1298"/>
                      <a:pt x="518" y="1443"/>
                      <a:pt x="529" y="1587"/>
                    </a:cubicBezTo>
                    <a:cubicBezTo>
                      <a:pt x="582" y="2264"/>
                      <a:pt x="586" y="2359"/>
                      <a:pt x="601" y="3025"/>
                    </a:cubicBezTo>
                    <a:cubicBezTo>
                      <a:pt x="601" y="3033"/>
                      <a:pt x="601" y="3040"/>
                      <a:pt x="601" y="3048"/>
                    </a:cubicBezTo>
                  </a:path>
                </a:pathLst>
              </a:custGeom>
              <a:noFill/>
              <a:ln w="9525" cap="flat" cmpd="sng">
                <a:solidFill>
                  <a:srgbClr val="0C224A"/>
                </a:solidFill>
                <a:prstDash val="solid"/>
                <a:miter lim="380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51" name="Google Shape;863;p39">
                <a:extLst>
                  <a:ext uri="{FF2B5EF4-FFF2-40B4-BE49-F238E27FC236}">
                    <a16:creationId xmlns:a16="http://schemas.microsoft.com/office/drawing/2014/main" id="{8B441F6E-CCFB-50E8-B60F-914068898B03}"/>
                  </a:ext>
                </a:extLst>
              </p:cNvPr>
              <p:cNvSpPr/>
              <p:nvPr/>
            </p:nvSpPr>
            <p:spPr>
              <a:xfrm>
                <a:off x="-1007988" y="2477983"/>
                <a:ext cx="6949" cy="35902"/>
              </a:xfrm>
              <a:custGeom>
                <a:avLst/>
                <a:gdLst/>
                <a:ahLst/>
                <a:cxnLst/>
                <a:rect l="l" t="t" r="r" b="b"/>
                <a:pathLst>
                  <a:path w="54" h="279" fill="none" extrusionOk="0">
                    <a:moveTo>
                      <a:pt x="0" y="0"/>
                    </a:moveTo>
                    <a:cubicBezTo>
                      <a:pt x="19" y="92"/>
                      <a:pt x="35" y="183"/>
                      <a:pt x="54" y="278"/>
                    </a:cubicBezTo>
                  </a:path>
                </a:pathLst>
              </a:custGeom>
              <a:noFill/>
              <a:ln w="9525" cap="flat" cmpd="sng">
                <a:solidFill>
                  <a:srgbClr val="0C224A"/>
                </a:solidFill>
                <a:prstDash val="solid"/>
                <a:miter lim="380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52" name="Google Shape;864;p39">
                <a:extLst>
                  <a:ext uri="{FF2B5EF4-FFF2-40B4-BE49-F238E27FC236}">
                    <a16:creationId xmlns:a16="http://schemas.microsoft.com/office/drawing/2014/main" id="{9ECB6BBA-927B-9830-E000-DC07F1A63376}"/>
                  </a:ext>
                </a:extLst>
              </p:cNvPr>
              <p:cNvSpPr/>
              <p:nvPr/>
            </p:nvSpPr>
            <p:spPr>
              <a:xfrm>
                <a:off x="-987913" y="2473994"/>
                <a:ext cx="5533" cy="24707"/>
              </a:xfrm>
              <a:custGeom>
                <a:avLst/>
                <a:gdLst/>
                <a:ahLst/>
                <a:cxnLst/>
                <a:rect l="l" t="t" r="r" b="b"/>
                <a:pathLst>
                  <a:path w="43" h="192" fill="none" extrusionOk="0">
                    <a:moveTo>
                      <a:pt x="0" y="1"/>
                    </a:moveTo>
                    <a:cubicBezTo>
                      <a:pt x="16" y="66"/>
                      <a:pt x="27" y="127"/>
                      <a:pt x="42" y="191"/>
                    </a:cubicBezTo>
                  </a:path>
                </a:pathLst>
              </a:custGeom>
              <a:noFill/>
              <a:ln w="9525" cap="flat" cmpd="sng">
                <a:solidFill>
                  <a:srgbClr val="0C224A"/>
                </a:solidFill>
                <a:prstDash val="solid"/>
                <a:miter lim="380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53" name="Google Shape;865;p39">
                <a:extLst>
                  <a:ext uri="{FF2B5EF4-FFF2-40B4-BE49-F238E27FC236}">
                    <a16:creationId xmlns:a16="http://schemas.microsoft.com/office/drawing/2014/main" id="{5ADE6622-FD68-4BB5-F6EB-76303C24A607}"/>
                  </a:ext>
                </a:extLst>
              </p:cNvPr>
              <p:cNvSpPr/>
              <p:nvPr/>
            </p:nvSpPr>
            <p:spPr>
              <a:xfrm>
                <a:off x="-808787" y="2464214"/>
                <a:ext cx="34873" cy="349759"/>
              </a:xfrm>
              <a:custGeom>
                <a:avLst/>
                <a:gdLst/>
                <a:ahLst/>
                <a:cxnLst/>
                <a:rect l="l" t="t" r="r" b="b"/>
                <a:pathLst>
                  <a:path w="271" h="2718" fill="none" extrusionOk="0">
                    <a:moveTo>
                      <a:pt x="62" y="1"/>
                    </a:moveTo>
                    <a:cubicBezTo>
                      <a:pt x="1" y="416"/>
                      <a:pt x="50" y="842"/>
                      <a:pt x="100" y="1260"/>
                    </a:cubicBezTo>
                    <a:cubicBezTo>
                      <a:pt x="176" y="1922"/>
                      <a:pt x="191" y="2051"/>
                      <a:pt x="271" y="2717"/>
                    </a:cubicBezTo>
                  </a:path>
                </a:pathLst>
              </a:custGeom>
              <a:noFill/>
              <a:ln w="9525" cap="flat" cmpd="sng">
                <a:solidFill>
                  <a:srgbClr val="0C224A"/>
                </a:solidFill>
                <a:prstDash val="solid"/>
                <a:miter lim="380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spTree>
    <p:extLst>
      <p:ext uri="{BB962C8B-B14F-4D97-AF65-F5344CB8AC3E}">
        <p14:creationId xmlns:p14="http://schemas.microsoft.com/office/powerpoint/2010/main" val="372017199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220">
          <a:extLst>
            <a:ext uri="{FF2B5EF4-FFF2-40B4-BE49-F238E27FC236}">
              <a16:creationId xmlns:a16="http://schemas.microsoft.com/office/drawing/2014/main" id="{D34AF85C-81C0-77D5-6CC4-BF00DEA155A2}"/>
            </a:ext>
          </a:extLst>
        </p:cNvPr>
        <p:cNvGrpSpPr/>
        <p:nvPr/>
      </p:nvGrpSpPr>
      <p:grpSpPr>
        <a:xfrm>
          <a:off x="0" y="0"/>
          <a:ext cx="0" cy="0"/>
          <a:chOff x="0" y="0"/>
          <a:chExt cx="0" cy="0"/>
        </a:xfrm>
      </p:grpSpPr>
      <p:grpSp>
        <p:nvGrpSpPr>
          <p:cNvPr id="1222" name="Google Shape;1222;p47">
            <a:extLst>
              <a:ext uri="{FF2B5EF4-FFF2-40B4-BE49-F238E27FC236}">
                <a16:creationId xmlns:a16="http://schemas.microsoft.com/office/drawing/2014/main" id="{0C13BAEE-33B0-8109-297B-3E088903BEB0}"/>
              </a:ext>
            </a:extLst>
          </p:cNvPr>
          <p:cNvGrpSpPr/>
          <p:nvPr/>
        </p:nvGrpSpPr>
        <p:grpSpPr>
          <a:xfrm>
            <a:off x="275849" y="358731"/>
            <a:ext cx="623693" cy="542353"/>
            <a:chOff x="1082169" y="2497002"/>
            <a:chExt cx="1663996" cy="1720378"/>
          </a:xfrm>
        </p:grpSpPr>
        <p:sp>
          <p:nvSpPr>
            <p:cNvPr id="1223" name="Google Shape;1223;p47">
              <a:extLst>
                <a:ext uri="{FF2B5EF4-FFF2-40B4-BE49-F238E27FC236}">
                  <a16:creationId xmlns:a16="http://schemas.microsoft.com/office/drawing/2014/main" id="{108BBC06-4205-BB01-F7BA-4B156713B439}"/>
                </a:ext>
              </a:extLst>
            </p:cNvPr>
            <p:cNvSpPr/>
            <p:nvPr/>
          </p:nvSpPr>
          <p:spPr>
            <a:xfrm rot="-1002475">
              <a:off x="1255753" y="2656719"/>
              <a:ext cx="1316828" cy="1400943"/>
            </a:xfrm>
            <a:custGeom>
              <a:avLst/>
              <a:gdLst/>
              <a:ahLst/>
              <a:cxnLst/>
              <a:rect l="l" t="t" r="r" b="b"/>
              <a:pathLst>
                <a:path w="33267" h="35392" extrusionOk="0">
                  <a:moveTo>
                    <a:pt x="16501" y="1"/>
                  </a:moveTo>
                  <a:cubicBezTo>
                    <a:pt x="15873" y="110"/>
                    <a:pt x="14762" y="293"/>
                    <a:pt x="14762" y="293"/>
                  </a:cubicBezTo>
                  <a:cubicBezTo>
                    <a:pt x="12749" y="761"/>
                    <a:pt x="10902" y="1778"/>
                    <a:pt x="9405" y="3270"/>
                  </a:cubicBezTo>
                  <a:cubicBezTo>
                    <a:pt x="7289" y="5379"/>
                    <a:pt x="6118" y="8189"/>
                    <a:pt x="6108" y="11183"/>
                  </a:cubicBezTo>
                  <a:cubicBezTo>
                    <a:pt x="6102" y="13317"/>
                    <a:pt x="6696" y="15394"/>
                    <a:pt x="7829" y="17192"/>
                  </a:cubicBezTo>
                  <a:cubicBezTo>
                    <a:pt x="8647" y="18490"/>
                    <a:pt x="9079" y="19998"/>
                    <a:pt x="9079" y="21552"/>
                  </a:cubicBezTo>
                  <a:lnTo>
                    <a:pt x="9079" y="24669"/>
                  </a:lnTo>
                  <a:lnTo>
                    <a:pt x="9118" y="25929"/>
                  </a:lnTo>
                  <a:lnTo>
                    <a:pt x="9079" y="26273"/>
                  </a:lnTo>
                  <a:lnTo>
                    <a:pt x="9079" y="28907"/>
                  </a:lnTo>
                  <a:cubicBezTo>
                    <a:pt x="9079" y="29271"/>
                    <a:pt x="8783" y="29566"/>
                    <a:pt x="8418" y="29566"/>
                  </a:cubicBezTo>
                  <a:lnTo>
                    <a:pt x="5260" y="29566"/>
                  </a:lnTo>
                  <a:cubicBezTo>
                    <a:pt x="2360" y="29566"/>
                    <a:pt x="1" y="31925"/>
                    <a:pt x="1" y="34825"/>
                  </a:cubicBezTo>
                  <a:cubicBezTo>
                    <a:pt x="1" y="35137"/>
                    <a:pt x="254" y="35392"/>
                    <a:pt x="568" y="35392"/>
                  </a:cubicBezTo>
                  <a:cubicBezTo>
                    <a:pt x="881" y="35392"/>
                    <a:pt x="1134" y="35137"/>
                    <a:pt x="1134" y="34825"/>
                  </a:cubicBezTo>
                  <a:lnTo>
                    <a:pt x="1134" y="34824"/>
                  </a:lnTo>
                  <a:lnTo>
                    <a:pt x="32132" y="34824"/>
                  </a:lnTo>
                  <a:cubicBezTo>
                    <a:pt x="32132" y="35137"/>
                    <a:pt x="32386" y="35392"/>
                    <a:pt x="32700" y="35392"/>
                  </a:cubicBezTo>
                  <a:cubicBezTo>
                    <a:pt x="33012" y="35392"/>
                    <a:pt x="33266" y="35137"/>
                    <a:pt x="33266" y="34824"/>
                  </a:cubicBezTo>
                  <a:cubicBezTo>
                    <a:pt x="33266" y="33420"/>
                    <a:pt x="32719" y="32099"/>
                    <a:pt x="31726" y="31107"/>
                  </a:cubicBezTo>
                  <a:cubicBezTo>
                    <a:pt x="30734" y="30114"/>
                    <a:pt x="29413" y="29567"/>
                    <a:pt x="28007" y="29567"/>
                  </a:cubicBezTo>
                  <a:lnTo>
                    <a:pt x="20189" y="29567"/>
                  </a:lnTo>
                  <a:cubicBezTo>
                    <a:pt x="19825" y="29567"/>
                    <a:pt x="19528" y="29271"/>
                    <a:pt x="19528" y="28907"/>
                  </a:cubicBezTo>
                  <a:lnTo>
                    <a:pt x="19528" y="25916"/>
                  </a:lnTo>
                  <a:cubicBezTo>
                    <a:pt x="19528" y="25553"/>
                    <a:pt x="19825" y="25256"/>
                    <a:pt x="20189" y="25256"/>
                  </a:cubicBezTo>
                  <a:cubicBezTo>
                    <a:pt x="20502" y="25256"/>
                    <a:pt x="20756" y="25003"/>
                    <a:pt x="20756" y="24689"/>
                  </a:cubicBezTo>
                  <a:lnTo>
                    <a:pt x="22273" y="24689"/>
                  </a:lnTo>
                  <a:cubicBezTo>
                    <a:pt x="22273" y="25003"/>
                    <a:pt x="22527" y="25256"/>
                    <a:pt x="22840" y="25256"/>
                  </a:cubicBezTo>
                  <a:lnTo>
                    <a:pt x="24457" y="25256"/>
                  </a:lnTo>
                  <a:cubicBezTo>
                    <a:pt x="26005" y="25256"/>
                    <a:pt x="27282" y="24094"/>
                    <a:pt x="27428" y="22553"/>
                  </a:cubicBezTo>
                  <a:lnTo>
                    <a:pt x="27777" y="18874"/>
                  </a:lnTo>
                  <a:lnTo>
                    <a:pt x="28243" y="18874"/>
                  </a:lnTo>
                  <a:cubicBezTo>
                    <a:pt x="28800" y="18874"/>
                    <a:pt x="29307" y="18590"/>
                    <a:pt x="29600" y="18115"/>
                  </a:cubicBezTo>
                  <a:cubicBezTo>
                    <a:pt x="29891" y="17639"/>
                    <a:pt x="29914" y="17059"/>
                    <a:pt x="29663" y="16563"/>
                  </a:cubicBezTo>
                  <a:lnTo>
                    <a:pt x="28544" y="14356"/>
                  </a:lnTo>
                  <a:lnTo>
                    <a:pt x="28546" y="11219"/>
                  </a:lnTo>
                  <a:cubicBezTo>
                    <a:pt x="28546" y="5964"/>
                    <a:pt x="24928" y="1470"/>
                    <a:pt x="20024" y="330"/>
                  </a:cubicBezTo>
                  <a:cubicBezTo>
                    <a:pt x="18622" y="4"/>
                    <a:pt x="19051" y="233"/>
                    <a:pt x="18416" y="58"/>
                  </a:cubicBezTo>
                  <a:cubicBezTo>
                    <a:pt x="18414" y="58"/>
                    <a:pt x="18412" y="59"/>
                    <a:pt x="18409" y="59"/>
                  </a:cubicBezTo>
                  <a:cubicBezTo>
                    <a:pt x="18347" y="59"/>
                    <a:pt x="18049" y="1"/>
                    <a:pt x="18007" y="1"/>
                  </a:cubicBezTo>
                  <a:close/>
                </a:path>
              </a:pathLst>
            </a:custGeom>
            <a:solidFill>
              <a:schemeClr val="accent2"/>
            </a:solidFill>
            <a:ln w="114300" cap="flat" cmpd="sng">
              <a:solidFill>
                <a:schemeClr val="accent2"/>
              </a:solidFill>
              <a:prstDash val="solid"/>
              <a:round/>
              <a:headEnd type="none" w="sm" len="sm"/>
              <a:tailEnd type="none" w="sm" len="sm"/>
            </a:ln>
            <a:effectLst>
              <a:outerShdw dist="76200" dir="1800000" algn="bl" rotWithShape="0">
                <a:schemeClr val="lt2"/>
              </a:outerShdw>
            </a:effectLst>
          </p:spPr>
          <p:txBody>
            <a:bodyPr spcFirstLastPara="1" wrap="square" lIns="91425" tIns="91425" rIns="91425" bIns="91425" anchor="ctr" anchorCtr="0">
              <a:noAutofit/>
            </a:bodyPr>
            <a:lstStyle/>
            <a:p>
              <a:pPr marL="0" marR="0" lvl="0" indent="0" algn="l" rtl="0">
                <a:lnSpc>
                  <a:spcPct val="100000"/>
                </a:lnSpc>
                <a:spcBef>
                  <a:spcPts val="0"/>
                </a:spcBef>
                <a:spcAft>
                  <a:spcPts val="0"/>
                </a:spcAft>
                <a:buNone/>
              </a:pPr>
              <a:endParaRPr/>
            </a:p>
          </p:txBody>
        </p:sp>
        <p:sp>
          <p:nvSpPr>
            <p:cNvPr id="1224" name="Google Shape;1224;p47">
              <a:extLst>
                <a:ext uri="{FF2B5EF4-FFF2-40B4-BE49-F238E27FC236}">
                  <a16:creationId xmlns:a16="http://schemas.microsoft.com/office/drawing/2014/main" id="{2FC105B2-350C-0145-E152-EF8A0D65EA0A}"/>
                </a:ext>
              </a:extLst>
            </p:cNvPr>
            <p:cNvSpPr/>
            <p:nvPr/>
          </p:nvSpPr>
          <p:spPr>
            <a:xfrm rot="-1002475">
              <a:off x="1278198" y="2679168"/>
              <a:ext cx="1271901" cy="1356055"/>
            </a:xfrm>
            <a:custGeom>
              <a:avLst/>
              <a:gdLst/>
              <a:ahLst/>
              <a:cxnLst/>
              <a:rect l="l" t="t" r="r" b="b"/>
              <a:pathLst>
                <a:path w="32132" h="34258" extrusionOk="0">
                  <a:moveTo>
                    <a:pt x="16761" y="0"/>
                  </a:moveTo>
                  <a:cubicBezTo>
                    <a:pt x="10884" y="0"/>
                    <a:pt x="6127" y="4741"/>
                    <a:pt x="6108" y="10618"/>
                  </a:cubicBezTo>
                  <a:cubicBezTo>
                    <a:pt x="6102" y="12715"/>
                    <a:pt x="6701" y="14672"/>
                    <a:pt x="7741" y="16323"/>
                  </a:cubicBezTo>
                  <a:cubicBezTo>
                    <a:pt x="8620" y="17718"/>
                    <a:pt x="9079" y="19337"/>
                    <a:pt x="9079" y="20986"/>
                  </a:cubicBezTo>
                  <a:lnTo>
                    <a:pt x="9079" y="28340"/>
                  </a:lnTo>
                  <a:cubicBezTo>
                    <a:pt x="9079" y="29017"/>
                    <a:pt x="8529" y="29567"/>
                    <a:pt x="7851" y="29567"/>
                  </a:cubicBezTo>
                  <a:lnTo>
                    <a:pt x="4693" y="29567"/>
                  </a:lnTo>
                  <a:cubicBezTo>
                    <a:pt x="2101" y="29567"/>
                    <a:pt x="1" y="31667"/>
                    <a:pt x="1" y="34258"/>
                  </a:cubicBezTo>
                  <a:lnTo>
                    <a:pt x="32131" y="34258"/>
                  </a:lnTo>
                  <a:cubicBezTo>
                    <a:pt x="32131" y="31667"/>
                    <a:pt x="30032" y="29567"/>
                    <a:pt x="27440" y="29567"/>
                  </a:cubicBezTo>
                  <a:lnTo>
                    <a:pt x="19622" y="29567"/>
                  </a:lnTo>
                  <a:cubicBezTo>
                    <a:pt x="18944" y="29567"/>
                    <a:pt x="18395" y="29017"/>
                    <a:pt x="18395" y="28339"/>
                  </a:cubicBezTo>
                  <a:lnTo>
                    <a:pt x="18395" y="25349"/>
                  </a:lnTo>
                  <a:cubicBezTo>
                    <a:pt x="18395" y="24671"/>
                    <a:pt x="18944" y="24122"/>
                    <a:pt x="19622" y="24122"/>
                  </a:cubicBezTo>
                  <a:lnTo>
                    <a:pt x="23890" y="24122"/>
                  </a:lnTo>
                  <a:cubicBezTo>
                    <a:pt x="25137" y="24122"/>
                    <a:pt x="26179" y="23174"/>
                    <a:pt x="26297" y="21933"/>
                  </a:cubicBezTo>
                  <a:lnTo>
                    <a:pt x="26694" y="17739"/>
                  </a:lnTo>
                  <a:lnTo>
                    <a:pt x="27676" y="17739"/>
                  </a:lnTo>
                  <a:cubicBezTo>
                    <a:pt x="28440" y="17739"/>
                    <a:pt x="28935" y="16934"/>
                    <a:pt x="28590" y="16252"/>
                  </a:cubicBezTo>
                  <a:lnTo>
                    <a:pt x="27410" y="13924"/>
                  </a:lnTo>
                  <a:lnTo>
                    <a:pt x="27412" y="10652"/>
                  </a:lnTo>
                  <a:cubicBezTo>
                    <a:pt x="27412" y="4770"/>
                    <a:pt x="22643" y="1"/>
                    <a:pt x="16761"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25" name="Google Shape;1225;p47">
              <a:extLst>
                <a:ext uri="{FF2B5EF4-FFF2-40B4-BE49-F238E27FC236}">
                  <a16:creationId xmlns:a16="http://schemas.microsoft.com/office/drawing/2014/main" id="{B0F1CD98-A2C0-DA4A-662C-6C01505C72B6}"/>
                </a:ext>
              </a:extLst>
            </p:cNvPr>
            <p:cNvSpPr/>
            <p:nvPr/>
          </p:nvSpPr>
          <p:spPr>
            <a:xfrm rot="-1002475">
              <a:off x="1517787" y="2809192"/>
              <a:ext cx="566046" cy="422120"/>
            </a:xfrm>
            <a:custGeom>
              <a:avLst/>
              <a:gdLst/>
              <a:ahLst/>
              <a:cxnLst/>
              <a:rect l="l" t="t" r="r" b="b"/>
              <a:pathLst>
                <a:path w="14300" h="10664" extrusionOk="0">
                  <a:moveTo>
                    <a:pt x="7108" y="1"/>
                  </a:moveTo>
                  <a:cubicBezTo>
                    <a:pt x="3183" y="1"/>
                    <a:pt x="0" y="3182"/>
                    <a:pt x="0" y="7109"/>
                  </a:cubicBezTo>
                  <a:lnTo>
                    <a:pt x="0" y="9508"/>
                  </a:lnTo>
                  <a:cubicBezTo>
                    <a:pt x="0" y="10145"/>
                    <a:pt x="517" y="10663"/>
                    <a:pt x="1156" y="10663"/>
                  </a:cubicBezTo>
                  <a:lnTo>
                    <a:pt x="2112" y="10663"/>
                  </a:lnTo>
                  <a:cubicBezTo>
                    <a:pt x="2499" y="10663"/>
                    <a:pt x="2860" y="10469"/>
                    <a:pt x="3074" y="10148"/>
                  </a:cubicBezTo>
                  <a:lnTo>
                    <a:pt x="3929" y="8864"/>
                  </a:lnTo>
                  <a:lnTo>
                    <a:pt x="9030" y="8864"/>
                  </a:lnTo>
                  <a:cubicBezTo>
                    <a:pt x="10564" y="8864"/>
                    <a:pt x="11809" y="7620"/>
                    <a:pt x="11809" y="6085"/>
                  </a:cubicBezTo>
                  <a:cubicBezTo>
                    <a:pt x="13184" y="6085"/>
                    <a:pt x="14300" y="4969"/>
                    <a:pt x="14300" y="3594"/>
                  </a:cubicBezTo>
                  <a:cubicBezTo>
                    <a:pt x="14300" y="1609"/>
                    <a:pt x="12691" y="1"/>
                    <a:pt x="10707"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26" name="Google Shape;1226;p47">
              <a:extLst>
                <a:ext uri="{FF2B5EF4-FFF2-40B4-BE49-F238E27FC236}">
                  <a16:creationId xmlns:a16="http://schemas.microsoft.com/office/drawing/2014/main" id="{4412394F-95A9-0187-AB80-AFFD721342FC}"/>
                </a:ext>
              </a:extLst>
            </p:cNvPr>
            <p:cNvSpPr/>
            <p:nvPr/>
          </p:nvSpPr>
          <p:spPr>
            <a:xfrm rot="-1002475">
              <a:off x="2105720" y="3486731"/>
              <a:ext cx="588727" cy="446107"/>
            </a:xfrm>
            <a:custGeom>
              <a:avLst/>
              <a:gdLst/>
              <a:ahLst/>
              <a:cxnLst/>
              <a:rect l="l" t="t" r="r" b="b"/>
              <a:pathLst>
                <a:path w="14873" h="11270" extrusionOk="0">
                  <a:moveTo>
                    <a:pt x="1795" y="1"/>
                  </a:moveTo>
                  <a:cubicBezTo>
                    <a:pt x="805" y="1"/>
                    <a:pt x="1" y="805"/>
                    <a:pt x="1" y="1794"/>
                  </a:cubicBezTo>
                  <a:lnTo>
                    <a:pt x="1" y="4785"/>
                  </a:lnTo>
                  <a:cubicBezTo>
                    <a:pt x="1" y="5774"/>
                    <a:pt x="805" y="6578"/>
                    <a:pt x="1795" y="6578"/>
                  </a:cubicBezTo>
                  <a:lnTo>
                    <a:pt x="9613" y="6578"/>
                  </a:lnTo>
                  <a:cubicBezTo>
                    <a:pt x="10716" y="6578"/>
                    <a:pt x="11751" y="7008"/>
                    <a:pt x="12531" y="7787"/>
                  </a:cubicBezTo>
                  <a:cubicBezTo>
                    <a:pt x="13309" y="8565"/>
                    <a:pt x="13739" y="9601"/>
                    <a:pt x="13739" y="10703"/>
                  </a:cubicBezTo>
                  <a:cubicBezTo>
                    <a:pt x="13739" y="11016"/>
                    <a:pt x="13992" y="11270"/>
                    <a:pt x="14306" y="11270"/>
                  </a:cubicBezTo>
                  <a:cubicBezTo>
                    <a:pt x="14619" y="11270"/>
                    <a:pt x="14872" y="11016"/>
                    <a:pt x="14872" y="10703"/>
                  </a:cubicBezTo>
                  <a:cubicBezTo>
                    <a:pt x="14872" y="9297"/>
                    <a:pt x="14325" y="7977"/>
                    <a:pt x="13332" y="6985"/>
                  </a:cubicBezTo>
                  <a:cubicBezTo>
                    <a:pt x="12339" y="5992"/>
                    <a:pt x="11019" y="5445"/>
                    <a:pt x="9613" y="5445"/>
                  </a:cubicBezTo>
                  <a:lnTo>
                    <a:pt x="1795" y="5445"/>
                  </a:lnTo>
                  <a:cubicBezTo>
                    <a:pt x="1431" y="5445"/>
                    <a:pt x="1134" y="5149"/>
                    <a:pt x="1134" y="4785"/>
                  </a:cubicBezTo>
                  <a:lnTo>
                    <a:pt x="1134" y="1794"/>
                  </a:lnTo>
                  <a:cubicBezTo>
                    <a:pt x="1134" y="1431"/>
                    <a:pt x="1431" y="1134"/>
                    <a:pt x="1795" y="1134"/>
                  </a:cubicBezTo>
                  <a:cubicBezTo>
                    <a:pt x="2108" y="1134"/>
                    <a:pt x="2362" y="881"/>
                    <a:pt x="2362" y="567"/>
                  </a:cubicBezTo>
                  <a:cubicBezTo>
                    <a:pt x="2362" y="254"/>
                    <a:pt x="2108" y="1"/>
                    <a:pt x="179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27" name="Google Shape;1227;p47">
              <a:extLst>
                <a:ext uri="{FF2B5EF4-FFF2-40B4-BE49-F238E27FC236}">
                  <a16:creationId xmlns:a16="http://schemas.microsoft.com/office/drawing/2014/main" id="{0C6AD207-48C6-9886-6784-7BC13DF976FA}"/>
                </a:ext>
              </a:extLst>
            </p:cNvPr>
            <p:cNvSpPr/>
            <p:nvPr/>
          </p:nvSpPr>
          <p:spPr>
            <a:xfrm rot="-1002475">
              <a:off x="1258555" y="2675798"/>
              <a:ext cx="1184104" cy="1400943"/>
            </a:xfrm>
            <a:custGeom>
              <a:avLst/>
              <a:gdLst/>
              <a:ahLst/>
              <a:cxnLst/>
              <a:rect l="l" t="t" r="r" b="b"/>
              <a:pathLst>
                <a:path w="29914" h="35392" extrusionOk="0">
                  <a:moveTo>
                    <a:pt x="16501" y="1"/>
                  </a:moveTo>
                  <a:cubicBezTo>
                    <a:pt x="15873" y="110"/>
                    <a:pt x="14762" y="294"/>
                    <a:pt x="14760" y="294"/>
                  </a:cubicBezTo>
                  <a:cubicBezTo>
                    <a:pt x="12748" y="761"/>
                    <a:pt x="10901" y="1778"/>
                    <a:pt x="9404" y="3270"/>
                  </a:cubicBezTo>
                  <a:cubicBezTo>
                    <a:pt x="7288" y="5380"/>
                    <a:pt x="6118" y="8190"/>
                    <a:pt x="6108" y="11184"/>
                  </a:cubicBezTo>
                  <a:cubicBezTo>
                    <a:pt x="6101" y="13318"/>
                    <a:pt x="6696" y="15395"/>
                    <a:pt x="7829" y="17192"/>
                  </a:cubicBezTo>
                  <a:cubicBezTo>
                    <a:pt x="8647" y="18491"/>
                    <a:pt x="9078" y="19998"/>
                    <a:pt x="9078" y="21553"/>
                  </a:cubicBezTo>
                  <a:lnTo>
                    <a:pt x="9078" y="24671"/>
                  </a:lnTo>
                  <a:lnTo>
                    <a:pt x="9117" y="25929"/>
                  </a:lnTo>
                  <a:lnTo>
                    <a:pt x="9078" y="26273"/>
                  </a:lnTo>
                  <a:lnTo>
                    <a:pt x="9078" y="28907"/>
                  </a:lnTo>
                  <a:cubicBezTo>
                    <a:pt x="9078" y="29271"/>
                    <a:pt x="8783" y="29567"/>
                    <a:pt x="8418" y="29567"/>
                  </a:cubicBezTo>
                  <a:lnTo>
                    <a:pt x="5259" y="29567"/>
                  </a:lnTo>
                  <a:cubicBezTo>
                    <a:pt x="2359" y="29567"/>
                    <a:pt x="1" y="31926"/>
                    <a:pt x="1" y="34825"/>
                  </a:cubicBezTo>
                  <a:cubicBezTo>
                    <a:pt x="1" y="35138"/>
                    <a:pt x="254" y="35392"/>
                    <a:pt x="568" y="35392"/>
                  </a:cubicBezTo>
                  <a:cubicBezTo>
                    <a:pt x="881" y="35392"/>
                    <a:pt x="1134" y="35138"/>
                    <a:pt x="1134" y="34825"/>
                  </a:cubicBezTo>
                  <a:cubicBezTo>
                    <a:pt x="1134" y="32551"/>
                    <a:pt x="2984" y="30700"/>
                    <a:pt x="5259" y="30700"/>
                  </a:cubicBezTo>
                  <a:lnTo>
                    <a:pt x="8418" y="30700"/>
                  </a:lnTo>
                  <a:cubicBezTo>
                    <a:pt x="9407" y="30700"/>
                    <a:pt x="10213" y="29896"/>
                    <a:pt x="10213" y="28907"/>
                  </a:cubicBezTo>
                  <a:lnTo>
                    <a:pt x="10213" y="27408"/>
                  </a:lnTo>
                  <a:lnTo>
                    <a:pt x="10213" y="25804"/>
                  </a:lnTo>
                  <a:lnTo>
                    <a:pt x="10213" y="21553"/>
                  </a:lnTo>
                  <a:cubicBezTo>
                    <a:pt x="10213" y="19785"/>
                    <a:pt x="9719" y="18068"/>
                    <a:pt x="8787" y="16587"/>
                  </a:cubicBezTo>
                  <a:cubicBezTo>
                    <a:pt x="7770" y="14973"/>
                    <a:pt x="7236" y="13105"/>
                    <a:pt x="7242" y="11187"/>
                  </a:cubicBezTo>
                  <a:cubicBezTo>
                    <a:pt x="7250" y="8496"/>
                    <a:pt x="8303" y="5970"/>
                    <a:pt x="10204" y="4074"/>
                  </a:cubicBezTo>
                  <a:cubicBezTo>
                    <a:pt x="12105" y="2181"/>
                    <a:pt x="14630" y="1137"/>
                    <a:pt x="17318" y="1134"/>
                  </a:cubicBezTo>
                  <a:lnTo>
                    <a:pt x="17337" y="1134"/>
                  </a:lnTo>
                  <a:cubicBezTo>
                    <a:pt x="22893" y="1140"/>
                    <a:pt x="27411" y="5662"/>
                    <a:pt x="27411" y="11219"/>
                  </a:cubicBezTo>
                  <a:lnTo>
                    <a:pt x="27409" y="14491"/>
                  </a:lnTo>
                  <a:cubicBezTo>
                    <a:pt x="27409" y="14580"/>
                    <a:pt x="27430" y="14668"/>
                    <a:pt x="27471" y="14748"/>
                  </a:cubicBezTo>
                  <a:lnTo>
                    <a:pt x="28651" y="17076"/>
                  </a:lnTo>
                  <a:cubicBezTo>
                    <a:pt x="28755" y="17282"/>
                    <a:pt x="28673" y="17456"/>
                    <a:pt x="28633" y="17522"/>
                  </a:cubicBezTo>
                  <a:cubicBezTo>
                    <a:pt x="28593" y="17587"/>
                    <a:pt x="28474" y="17740"/>
                    <a:pt x="28242" y="17740"/>
                  </a:cubicBezTo>
                  <a:lnTo>
                    <a:pt x="27261" y="17740"/>
                  </a:lnTo>
                  <a:cubicBezTo>
                    <a:pt x="26969" y="17740"/>
                    <a:pt x="26724" y="17963"/>
                    <a:pt x="26697" y="18254"/>
                  </a:cubicBezTo>
                  <a:lnTo>
                    <a:pt x="26299" y="22446"/>
                  </a:lnTo>
                  <a:cubicBezTo>
                    <a:pt x="26209" y="23402"/>
                    <a:pt x="25417" y="24123"/>
                    <a:pt x="24457" y="24123"/>
                  </a:cubicBezTo>
                  <a:lnTo>
                    <a:pt x="22840" y="24123"/>
                  </a:lnTo>
                  <a:cubicBezTo>
                    <a:pt x="22526" y="24123"/>
                    <a:pt x="22273" y="24377"/>
                    <a:pt x="22273" y="24689"/>
                  </a:cubicBezTo>
                  <a:cubicBezTo>
                    <a:pt x="22273" y="25003"/>
                    <a:pt x="22526" y="25257"/>
                    <a:pt x="22840" y="25257"/>
                  </a:cubicBezTo>
                  <a:lnTo>
                    <a:pt x="24457" y="25257"/>
                  </a:lnTo>
                  <a:cubicBezTo>
                    <a:pt x="26005" y="25257"/>
                    <a:pt x="27282" y="24094"/>
                    <a:pt x="27428" y="22553"/>
                  </a:cubicBezTo>
                  <a:lnTo>
                    <a:pt x="27777" y="18874"/>
                  </a:lnTo>
                  <a:lnTo>
                    <a:pt x="28242" y="18874"/>
                  </a:lnTo>
                  <a:cubicBezTo>
                    <a:pt x="28800" y="18874"/>
                    <a:pt x="29307" y="18590"/>
                    <a:pt x="29600" y="18115"/>
                  </a:cubicBezTo>
                  <a:cubicBezTo>
                    <a:pt x="29891" y="17639"/>
                    <a:pt x="29914" y="17060"/>
                    <a:pt x="29661" y="16563"/>
                  </a:cubicBezTo>
                  <a:lnTo>
                    <a:pt x="28544" y="14356"/>
                  </a:lnTo>
                  <a:lnTo>
                    <a:pt x="28546" y="11219"/>
                  </a:lnTo>
                  <a:cubicBezTo>
                    <a:pt x="28546" y="5964"/>
                    <a:pt x="24928" y="1470"/>
                    <a:pt x="20024" y="330"/>
                  </a:cubicBezTo>
                  <a:cubicBezTo>
                    <a:pt x="18622" y="4"/>
                    <a:pt x="19051" y="234"/>
                    <a:pt x="18416" y="58"/>
                  </a:cubicBezTo>
                  <a:cubicBezTo>
                    <a:pt x="18414" y="58"/>
                    <a:pt x="18412" y="59"/>
                    <a:pt x="18409" y="59"/>
                  </a:cubicBezTo>
                  <a:cubicBezTo>
                    <a:pt x="18347" y="59"/>
                    <a:pt x="18049" y="1"/>
                    <a:pt x="18007"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28" name="Google Shape;1228;p47">
              <a:extLst>
                <a:ext uri="{FF2B5EF4-FFF2-40B4-BE49-F238E27FC236}">
                  <a16:creationId xmlns:a16="http://schemas.microsoft.com/office/drawing/2014/main" id="{E8DC71B0-A7BD-1089-0A43-3BF062C9F268}"/>
                </a:ext>
              </a:extLst>
            </p:cNvPr>
            <p:cNvSpPr/>
            <p:nvPr/>
          </p:nvSpPr>
          <p:spPr>
            <a:xfrm rot="-1002475">
              <a:off x="1495332" y="2786710"/>
              <a:ext cx="610933" cy="467007"/>
            </a:xfrm>
            <a:custGeom>
              <a:avLst/>
              <a:gdLst/>
              <a:ahLst/>
              <a:cxnLst/>
              <a:rect l="l" t="t" r="r" b="b"/>
              <a:pathLst>
                <a:path w="15434" h="11798" extrusionOk="0">
                  <a:moveTo>
                    <a:pt x="9688" y="1"/>
                  </a:moveTo>
                  <a:cubicBezTo>
                    <a:pt x="9374" y="1"/>
                    <a:pt x="9121" y="254"/>
                    <a:pt x="9121" y="568"/>
                  </a:cubicBezTo>
                  <a:cubicBezTo>
                    <a:pt x="9121" y="881"/>
                    <a:pt x="9374" y="1134"/>
                    <a:pt x="9688" y="1134"/>
                  </a:cubicBezTo>
                  <a:lnTo>
                    <a:pt x="11274" y="1134"/>
                  </a:lnTo>
                  <a:cubicBezTo>
                    <a:pt x="12943" y="1134"/>
                    <a:pt x="14300" y="2492"/>
                    <a:pt x="14300" y="4161"/>
                  </a:cubicBezTo>
                  <a:cubicBezTo>
                    <a:pt x="14300" y="5030"/>
                    <a:pt x="13721" y="5767"/>
                    <a:pt x="12928" y="6005"/>
                  </a:cubicBezTo>
                  <a:cubicBezTo>
                    <a:pt x="12879" y="5505"/>
                    <a:pt x="12725" y="4834"/>
                    <a:pt x="12287" y="4314"/>
                  </a:cubicBezTo>
                  <a:cubicBezTo>
                    <a:pt x="12486" y="3967"/>
                    <a:pt x="12579" y="3582"/>
                    <a:pt x="12560" y="3174"/>
                  </a:cubicBezTo>
                  <a:cubicBezTo>
                    <a:pt x="12547" y="2870"/>
                    <a:pt x="12299" y="2633"/>
                    <a:pt x="11995" y="2633"/>
                  </a:cubicBezTo>
                  <a:cubicBezTo>
                    <a:pt x="11986" y="2633"/>
                    <a:pt x="11977" y="2633"/>
                    <a:pt x="11968" y="2633"/>
                  </a:cubicBezTo>
                  <a:cubicBezTo>
                    <a:pt x="11655" y="2648"/>
                    <a:pt x="11413" y="2913"/>
                    <a:pt x="11428" y="3225"/>
                  </a:cubicBezTo>
                  <a:cubicBezTo>
                    <a:pt x="11443" y="3572"/>
                    <a:pt x="11289" y="3872"/>
                    <a:pt x="10956" y="4140"/>
                  </a:cubicBezTo>
                  <a:cubicBezTo>
                    <a:pt x="10668" y="4372"/>
                    <a:pt x="10358" y="4483"/>
                    <a:pt x="10348" y="4487"/>
                  </a:cubicBezTo>
                  <a:cubicBezTo>
                    <a:pt x="10052" y="4588"/>
                    <a:pt x="9894" y="4909"/>
                    <a:pt x="9994" y="5204"/>
                  </a:cubicBezTo>
                  <a:cubicBezTo>
                    <a:pt x="10073" y="5441"/>
                    <a:pt x="10294" y="5591"/>
                    <a:pt x="10531" y="5591"/>
                  </a:cubicBezTo>
                  <a:cubicBezTo>
                    <a:pt x="10591" y="5591"/>
                    <a:pt x="10651" y="5581"/>
                    <a:pt x="10712" y="5560"/>
                  </a:cubicBezTo>
                  <a:cubicBezTo>
                    <a:pt x="10755" y="5546"/>
                    <a:pt x="11110" y="5421"/>
                    <a:pt x="11498" y="5150"/>
                  </a:cubicBezTo>
                  <a:cubicBezTo>
                    <a:pt x="11809" y="5617"/>
                    <a:pt x="11834" y="6323"/>
                    <a:pt x="11810" y="6602"/>
                  </a:cubicBezTo>
                  <a:cubicBezTo>
                    <a:pt x="11810" y="6610"/>
                    <a:pt x="11810" y="6617"/>
                    <a:pt x="11809" y="6626"/>
                  </a:cubicBezTo>
                  <a:cubicBezTo>
                    <a:pt x="11809" y="6634"/>
                    <a:pt x="11808" y="6644"/>
                    <a:pt x="11808" y="6653"/>
                  </a:cubicBezTo>
                  <a:cubicBezTo>
                    <a:pt x="11808" y="7872"/>
                    <a:pt x="10816" y="8864"/>
                    <a:pt x="9597" y="8864"/>
                  </a:cubicBezTo>
                  <a:lnTo>
                    <a:pt x="4495" y="8864"/>
                  </a:lnTo>
                  <a:cubicBezTo>
                    <a:pt x="4305" y="8864"/>
                    <a:pt x="4128" y="8960"/>
                    <a:pt x="4023" y="9118"/>
                  </a:cubicBezTo>
                  <a:lnTo>
                    <a:pt x="3168" y="10401"/>
                  </a:lnTo>
                  <a:cubicBezTo>
                    <a:pt x="3058" y="10566"/>
                    <a:pt x="2876" y="10663"/>
                    <a:pt x="2678" y="10663"/>
                  </a:cubicBezTo>
                  <a:lnTo>
                    <a:pt x="1722" y="10663"/>
                  </a:lnTo>
                  <a:cubicBezTo>
                    <a:pt x="1397" y="10663"/>
                    <a:pt x="1133" y="10399"/>
                    <a:pt x="1133" y="10076"/>
                  </a:cubicBezTo>
                  <a:lnTo>
                    <a:pt x="1133" y="7677"/>
                  </a:lnTo>
                  <a:cubicBezTo>
                    <a:pt x="1133" y="6032"/>
                    <a:pt x="1746" y="4459"/>
                    <a:pt x="2858" y="3249"/>
                  </a:cubicBezTo>
                  <a:cubicBezTo>
                    <a:pt x="3964" y="2047"/>
                    <a:pt x="5466" y="1305"/>
                    <a:pt x="7085" y="1160"/>
                  </a:cubicBezTo>
                  <a:cubicBezTo>
                    <a:pt x="7399" y="1133"/>
                    <a:pt x="7628" y="858"/>
                    <a:pt x="7601" y="547"/>
                  </a:cubicBezTo>
                  <a:cubicBezTo>
                    <a:pt x="7574" y="252"/>
                    <a:pt x="7328" y="30"/>
                    <a:pt x="7039" y="30"/>
                  </a:cubicBezTo>
                  <a:cubicBezTo>
                    <a:pt x="7022" y="30"/>
                    <a:pt x="7004" y="31"/>
                    <a:pt x="6986" y="32"/>
                  </a:cubicBezTo>
                  <a:cubicBezTo>
                    <a:pt x="5084" y="201"/>
                    <a:pt x="3321" y="1071"/>
                    <a:pt x="2025" y="2483"/>
                  </a:cubicBezTo>
                  <a:cubicBezTo>
                    <a:pt x="719" y="3902"/>
                    <a:pt x="1" y="5747"/>
                    <a:pt x="1" y="7677"/>
                  </a:cubicBezTo>
                  <a:lnTo>
                    <a:pt x="1" y="10076"/>
                  </a:lnTo>
                  <a:cubicBezTo>
                    <a:pt x="1" y="11025"/>
                    <a:pt x="773" y="11798"/>
                    <a:pt x="1722" y="11798"/>
                  </a:cubicBezTo>
                  <a:lnTo>
                    <a:pt x="2679" y="11798"/>
                  </a:lnTo>
                  <a:cubicBezTo>
                    <a:pt x="3256" y="11798"/>
                    <a:pt x="3793" y="11511"/>
                    <a:pt x="4112" y="11030"/>
                  </a:cubicBezTo>
                  <a:lnTo>
                    <a:pt x="4800" y="9999"/>
                  </a:lnTo>
                  <a:lnTo>
                    <a:pt x="9597" y="9999"/>
                  </a:lnTo>
                  <a:cubicBezTo>
                    <a:pt x="11264" y="9999"/>
                    <a:pt x="12650" y="8772"/>
                    <a:pt x="12902" y="7175"/>
                  </a:cubicBezTo>
                  <a:cubicBezTo>
                    <a:pt x="14338" y="6924"/>
                    <a:pt x="15434" y="5668"/>
                    <a:pt x="15434" y="4162"/>
                  </a:cubicBezTo>
                  <a:cubicBezTo>
                    <a:pt x="15434" y="1868"/>
                    <a:pt x="13568" y="1"/>
                    <a:pt x="11274"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29" name="Google Shape;1229;p47">
              <a:extLst>
                <a:ext uri="{FF2B5EF4-FFF2-40B4-BE49-F238E27FC236}">
                  <a16:creationId xmlns:a16="http://schemas.microsoft.com/office/drawing/2014/main" id="{E2673401-495D-FFF1-BE85-CD2F263451EB}"/>
                </a:ext>
              </a:extLst>
            </p:cNvPr>
            <p:cNvSpPr/>
            <p:nvPr/>
          </p:nvSpPr>
          <p:spPr>
            <a:xfrm rot="-1002475">
              <a:off x="1625186" y="3048514"/>
              <a:ext cx="134822" cy="82453"/>
            </a:xfrm>
            <a:custGeom>
              <a:avLst/>
              <a:gdLst/>
              <a:ahLst/>
              <a:cxnLst/>
              <a:rect l="l" t="t" r="r" b="b"/>
              <a:pathLst>
                <a:path w="3406" h="2083" extrusionOk="0">
                  <a:moveTo>
                    <a:pt x="2760" y="1"/>
                  </a:moveTo>
                  <a:cubicBezTo>
                    <a:pt x="2547" y="1"/>
                    <a:pt x="2344" y="121"/>
                    <a:pt x="2247" y="325"/>
                  </a:cubicBezTo>
                  <a:cubicBezTo>
                    <a:pt x="2098" y="638"/>
                    <a:pt x="1822" y="830"/>
                    <a:pt x="1402" y="911"/>
                  </a:cubicBezTo>
                  <a:cubicBezTo>
                    <a:pt x="1247" y="940"/>
                    <a:pt x="1100" y="949"/>
                    <a:pt x="981" y="949"/>
                  </a:cubicBezTo>
                  <a:cubicBezTo>
                    <a:pt x="817" y="949"/>
                    <a:pt x="706" y="933"/>
                    <a:pt x="701" y="931"/>
                  </a:cubicBezTo>
                  <a:cubicBezTo>
                    <a:pt x="670" y="927"/>
                    <a:pt x="640" y="924"/>
                    <a:pt x="610" y="924"/>
                  </a:cubicBezTo>
                  <a:cubicBezTo>
                    <a:pt x="338" y="924"/>
                    <a:pt x="97" y="1121"/>
                    <a:pt x="51" y="1400"/>
                  </a:cubicBezTo>
                  <a:cubicBezTo>
                    <a:pt x="1" y="1708"/>
                    <a:pt x="210" y="2000"/>
                    <a:pt x="519" y="2050"/>
                  </a:cubicBezTo>
                  <a:cubicBezTo>
                    <a:pt x="549" y="2056"/>
                    <a:pt x="726" y="2083"/>
                    <a:pt x="980" y="2083"/>
                  </a:cubicBezTo>
                  <a:cubicBezTo>
                    <a:pt x="1150" y="2083"/>
                    <a:pt x="1354" y="2071"/>
                    <a:pt x="1573" y="2033"/>
                  </a:cubicBezTo>
                  <a:cubicBezTo>
                    <a:pt x="2373" y="1890"/>
                    <a:pt x="2959" y="1468"/>
                    <a:pt x="3272" y="811"/>
                  </a:cubicBezTo>
                  <a:cubicBezTo>
                    <a:pt x="3406" y="528"/>
                    <a:pt x="3285" y="190"/>
                    <a:pt x="3002" y="56"/>
                  </a:cubicBezTo>
                  <a:cubicBezTo>
                    <a:pt x="2924" y="19"/>
                    <a:pt x="2841" y="1"/>
                    <a:pt x="2760"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242" name="Google Shape;1242;p47">
            <a:extLst>
              <a:ext uri="{FF2B5EF4-FFF2-40B4-BE49-F238E27FC236}">
                <a16:creationId xmlns:a16="http://schemas.microsoft.com/office/drawing/2014/main" id="{4ED8597A-5E79-9FA6-DE57-9F79241E0476}"/>
              </a:ext>
            </a:extLst>
          </p:cNvPr>
          <p:cNvSpPr/>
          <p:nvPr/>
        </p:nvSpPr>
        <p:spPr>
          <a:xfrm rot="-9388557">
            <a:off x="5248733" y="647732"/>
            <a:ext cx="112800" cy="112818"/>
          </a:xfrm>
          <a:custGeom>
            <a:avLst/>
            <a:gdLst/>
            <a:ahLst/>
            <a:cxnLst/>
            <a:rect l="l" t="t" r="r" b="b"/>
            <a:pathLst>
              <a:path w="6138" h="6139" extrusionOk="0">
                <a:moveTo>
                  <a:pt x="3069" y="0"/>
                </a:moveTo>
                <a:cubicBezTo>
                  <a:pt x="2625" y="513"/>
                  <a:pt x="2402" y="1024"/>
                  <a:pt x="2235" y="1535"/>
                </a:cubicBezTo>
                <a:cubicBezTo>
                  <a:pt x="2177" y="1722"/>
                  <a:pt x="2134" y="1909"/>
                  <a:pt x="2099" y="2097"/>
                </a:cubicBezTo>
                <a:cubicBezTo>
                  <a:pt x="1912" y="2131"/>
                  <a:pt x="1723" y="2173"/>
                  <a:pt x="1536" y="2233"/>
                </a:cubicBezTo>
                <a:cubicBezTo>
                  <a:pt x="1023" y="2398"/>
                  <a:pt x="512" y="2623"/>
                  <a:pt x="1" y="3070"/>
                </a:cubicBezTo>
                <a:cubicBezTo>
                  <a:pt x="512" y="3517"/>
                  <a:pt x="1023" y="3740"/>
                  <a:pt x="1536" y="3907"/>
                </a:cubicBezTo>
                <a:cubicBezTo>
                  <a:pt x="1722" y="3966"/>
                  <a:pt x="1909" y="4008"/>
                  <a:pt x="2096" y="4042"/>
                </a:cubicBezTo>
                <a:cubicBezTo>
                  <a:pt x="2132" y="4230"/>
                  <a:pt x="2173" y="4417"/>
                  <a:pt x="2232" y="4604"/>
                </a:cubicBezTo>
                <a:cubicBezTo>
                  <a:pt x="2399" y="5115"/>
                  <a:pt x="2622" y="5627"/>
                  <a:pt x="3069" y="6138"/>
                </a:cubicBezTo>
                <a:cubicBezTo>
                  <a:pt x="3517" y="5627"/>
                  <a:pt x="3741" y="5115"/>
                  <a:pt x="3906" y="4604"/>
                </a:cubicBezTo>
                <a:cubicBezTo>
                  <a:pt x="3966" y="4416"/>
                  <a:pt x="4008" y="4229"/>
                  <a:pt x="4042" y="4040"/>
                </a:cubicBezTo>
                <a:cubicBezTo>
                  <a:pt x="4230" y="4005"/>
                  <a:pt x="4416" y="3963"/>
                  <a:pt x="4604" y="3904"/>
                </a:cubicBezTo>
                <a:cubicBezTo>
                  <a:pt x="5115" y="3737"/>
                  <a:pt x="5626" y="3514"/>
                  <a:pt x="6138" y="3070"/>
                </a:cubicBezTo>
                <a:cubicBezTo>
                  <a:pt x="5626" y="2625"/>
                  <a:pt x="5115" y="2402"/>
                  <a:pt x="4604" y="2235"/>
                </a:cubicBezTo>
                <a:cubicBezTo>
                  <a:pt x="4416" y="2176"/>
                  <a:pt x="4228" y="2133"/>
                  <a:pt x="4040" y="2099"/>
                </a:cubicBezTo>
                <a:cubicBezTo>
                  <a:pt x="4005" y="1910"/>
                  <a:pt x="3963" y="1723"/>
                  <a:pt x="3904" y="1535"/>
                </a:cubicBezTo>
                <a:cubicBezTo>
                  <a:pt x="3738" y="1024"/>
                  <a:pt x="3514" y="513"/>
                  <a:pt x="3069"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 name="TextBox 3">
            <a:extLst>
              <a:ext uri="{FF2B5EF4-FFF2-40B4-BE49-F238E27FC236}">
                <a16:creationId xmlns:a16="http://schemas.microsoft.com/office/drawing/2014/main" id="{2B379D45-6461-88D1-F819-7D25D679BDF1}"/>
              </a:ext>
            </a:extLst>
          </p:cNvPr>
          <p:cNvSpPr txBox="1"/>
          <p:nvPr/>
        </p:nvSpPr>
        <p:spPr>
          <a:xfrm>
            <a:off x="877442" y="634189"/>
            <a:ext cx="7180174" cy="523220"/>
          </a:xfrm>
          <a:prstGeom prst="rect">
            <a:avLst/>
          </a:prstGeom>
          <a:noFill/>
        </p:spPr>
        <p:txBody>
          <a:bodyPr wrap="square">
            <a:spAutoFit/>
          </a:bodyPr>
          <a:lstStyle/>
          <a:p>
            <a:pPr marL="0" marR="0" algn="ctr" rtl="0">
              <a:spcBef>
                <a:spcPts val="600"/>
              </a:spcBef>
              <a:spcAft>
                <a:spcPts val="600"/>
              </a:spcAft>
              <a:buNone/>
            </a:pPr>
            <a:r>
              <a:rPr lang="en-US" sz="2800" b="1" dirty="0">
                <a:latin typeface="ADLaM Display" panose="02010000000000000000" pitchFamily="2" charset="0"/>
                <a:ea typeface="ADLaM Display" panose="02010000000000000000" pitchFamily="2" charset="0"/>
                <a:cs typeface="ADLaM Display" panose="02010000000000000000" pitchFamily="2" charset="0"/>
              </a:rPr>
              <a:t>Introduction</a:t>
            </a:r>
            <a:endParaRPr lang="en-US" sz="2800" b="1" dirty="0">
              <a:effectLst/>
              <a:latin typeface="ADLaM Display" panose="02010000000000000000" pitchFamily="2" charset="0"/>
              <a:ea typeface="ADLaM Display" panose="02010000000000000000" pitchFamily="2" charset="0"/>
              <a:cs typeface="ADLaM Display" panose="02010000000000000000" pitchFamily="2" charset="0"/>
            </a:endParaRPr>
          </a:p>
        </p:txBody>
      </p:sp>
      <p:sp>
        <p:nvSpPr>
          <p:cNvPr id="2" name="Title 4">
            <a:extLst>
              <a:ext uri="{FF2B5EF4-FFF2-40B4-BE49-F238E27FC236}">
                <a16:creationId xmlns:a16="http://schemas.microsoft.com/office/drawing/2014/main" id="{C9929A80-1D17-3BD2-00E9-1F033FEDB698}"/>
              </a:ext>
            </a:extLst>
          </p:cNvPr>
          <p:cNvSpPr>
            <a:spLocks noGrp="1"/>
          </p:cNvSpPr>
          <p:nvPr>
            <p:ph type="title"/>
          </p:nvPr>
        </p:nvSpPr>
        <p:spPr>
          <a:xfrm>
            <a:off x="643935" y="1871964"/>
            <a:ext cx="8208732" cy="2005633"/>
          </a:xfrm>
        </p:spPr>
        <p:txBody>
          <a:bodyPr/>
          <a:lstStyle/>
          <a:p>
            <a:pPr algn="l"/>
            <a:r>
              <a:rPr lang="en-US" sz="2000" dirty="0">
                <a:latin typeface="Fredoka One" panose="02000000000000000000" pitchFamily="2" charset="0"/>
                <a:cs typeface="FrankRuehl" panose="020F0502020204030204" pitchFamily="34" charset="-79"/>
              </a:rPr>
              <a:t>Importantly, RA is a systemic condition, often presenting with extra-articular features such as fatigue, rheumatoid nodules, and an increased risk of cardiovascular and pulmonary diseases</a:t>
            </a:r>
            <a:br>
              <a:rPr lang="en-US" sz="2000" dirty="0">
                <a:latin typeface="Fredoka One" panose="02000000000000000000" pitchFamily="2" charset="0"/>
                <a:cs typeface="FrankRuehl" panose="020F0502020204030204" pitchFamily="34" charset="-79"/>
              </a:rPr>
            </a:br>
            <a:br>
              <a:rPr lang="en-US" sz="2000" dirty="0">
                <a:latin typeface="Fredoka One" panose="02000000000000000000" pitchFamily="2" charset="0"/>
                <a:cs typeface="FrankRuehl" panose="020F0502020204030204" pitchFamily="34" charset="-79"/>
              </a:rPr>
            </a:br>
            <a:br>
              <a:rPr lang="en-US" sz="2000" dirty="0">
                <a:latin typeface="Fredoka One" panose="02000000000000000000" pitchFamily="2" charset="0"/>
                <a:cs typeface="FrankRuehl" panose="020F0502020204030204" pitchFamily="34" charset="-79"/>
              </a:rPr>
            </a:br>
            <a:br>
              <a:rPr lang="en-US" sz="2000" dirty="0">
                <a:latin typeface="Fredoka One" panose="02000000000000000000" pitchFamily="2" charset="0"/>
                <a:cs typeface="FrankRuehl" panose="020F0502020204030204" pitchFamily="34" charset="-79"/>
              </a:rPr>
            </a:br>
            <a:br>
              <a:rPr lang="en-US" sz="2000" dirty="0">
                <a:latin typeface="Fredoka One" panose="02000000000000000000" pitchFamily="2" charset="0"/>
                <a:cs typeface="FrankRuehl" panose="020F0502020204030204" pitchFamily="34" charset="-79"/>
              </a:rPr>
            </a:br>
            <a:br>
              <a:rPr lang="en-US" sz="2000" dirty="0">
                <a:latin typeface="Fredoka One" panose="02000000000000000000" pitchFamily="2" charset="0"/>
                <a:cs typeface="FrankRuehl" panose="020F0502020204030204" pitchFamily="34" charset="-79"/>
              </a:rPr>
            </a:br>
            <a:r>
              <a:rPr lang="en-US" sz="2000" dirty="0">
                <a:latin typeface="Fredoka One" panose="02000000000000000000" pitchFamily="2" charset="0"/>
                <a:cs typeface="FrankRuehl" panose="020F0502020204030204" pitchFamily="34" charset="-79"/>
              </a:rPr>
              <a:t>The significant morbidity and socioeconomic burden associated with RA underscore the importance of early diagnosis and aggressive treatment to induce remission or low disease activity, thereby preserving joint integrity and patient function.</a:t>
            </a:r>
          </a:p>
        </p:txBody>
      </p:sp>
      <p:sp>
        <p:nvSpPr>
          <p:cNvPr id="6" name="Google Shape;1208;p48">
            <a:extLst>
              <a:ext uri="{FF2B5EF4-FFF2-40B4-BE49-F238E27FC236}">
                <a16:creationId xmlns:a16="http://schemas.microsoft.com/office/drawing/2014/main" id="{C35E495B-D102-C8B4-591A-3543E6EC8D77}"/>
              </a:ext>
            </a:extLst>
          </p:cNvPr>
          <p:cNvSpPr/>
          <p:nvPr/>
        </p:nvSpPr>
        <p:spPr>
          <a:xfrm>
            <a:off x="2695696" y="2167268"/>
            <a:ext cx="968400" cy="968400"/>
          </a:xfrm>
          <a:prstGeom prst="ellipse">
            <a:avLst/>
          </a:prstGeom>
          <a:solidFill>
            <a:schemeClr val="accent4"/>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 name="Google Shape;1209;p48">
            <a:extLst>
              <a:ext uri="{FF2B5EF4-FFF2-40B4-BE49-F238E27FC236}">
                <a16:creationId xmlns:a16="http://schemas.microsoft.com/office/drawing/2014/main" id="{58247131-D118-2BF7-F822-158FD79642C7}"/>
              </a:ext>
            </a:extLst>
          </p:cNvPr>
          <p:cNvSpPr/>
          <p:nvPr/>
        </p:nvSpPr>
        <p:spPr>
          <a:xfrm>
            <a:off x="2765722" y="2237318"/>
            <a:ext cx="828300" cy="828300"/>
          </a:xfrm>
          <a:prstGeom prst="ellipse">
            <a:avLst/>
          </a:prstGeom>
          <a:solidFill>
            <a:schemeClr val="accent2"/>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8" name="Google Shape;1224;p48">
            <a:extLst>
              <a:ext uri="{FF2B5EF4-FFF2-40B4-BE49-F238E27FC236}">
                <a16:creationId xmlns:a16="http://schemas.microsoft.com/office/drawing/2014/main" id="{C2A43F30-E287-C10A-FE9E-36A31A7E1A7C}"/>
              </a:ext>
            </a:extLst>
          </p:cNvPr>
          <p:cNvGrpSpPr/>
          <p:nvPr/>
        </p:nvGrpSpPr>
        <p:grpSpPr>
          <a:xfrm>
            <a:off x="2976166" y="2458616"/>
            <a:ext cx="447199" cy="385704"/>
            <a:chOff x="4664142" y="2431895"/>
            <a:chExt cx="447199" cy="385704"/>
          </a:xfrm>
        </p:grpSpPr>
        <p:sp>
          <p:nvSpPr>
            <p:cNvPr id="9" name="Google Shape;1225;p48">
              <a:extLst>
                <a:ext uri="{FF2B5EF4-FFF2-40B4-BE49-F238E27FC236}">
                  <a16:creationId xmlns:a16="http://schemas.microsoft.com/office/drawing/2014/main" id="{05F795B4-5A0B-9FBB-6AB7-DA3E1B112244}"/>
                </a:ext>
              </a:extLst>
            </p:cNvPr>
            <p:cNvSpPr/>
            <p:nvPr/>
          </p:nvSpPr>
          <p:spPr>
            <a:xfrm>
              <a:off x="4766133" y="2438841"/>
              <a:ext cx="242324" cy="256378"/>
            </a:xfrm>
            <a:custGeom>
              <a:avLst/>
              <a:gdLst/>
              <a:ahLst/>
              <a:cxnLst/>
              <a:rect l="l" t="t" r="r" b="b"/>
              <a:pathLst>
                <a:path w="5966" h="6312" extrusionOk="0">
                  <a:moveTo>
                    <a:pt x="2983" y="1"/>
                  </a:moveTo>
                  <a:lnTo>
                    <a:pt x="2610" y="1"/>
                  </a:lnTo>
                  <a:cubicBezTo>
                    <a:pt x="2526" y="1"/>
                    <a:pt x="2458" y="69"/>
                    <a:pt x="2458" y="153"/>
                  </a:cubicBezTo>
                  <a:lnTo>
                    <a:pt x="2458" y="3858"/>
                  </a:lnTo>
                  <a:lnTo>
                    <a:pt x="510" y="5239"/>
                  </a:lnTo>
                  <a:cubicBezTo>
                    <a:pt x="1" y="5638"/>
                    <a:pt x="522" y="6312"/>
                    <a:pt x="997" y="6000"/>
                  </a:cubicBezTo>
                  <a:lnTo>
                    <a:pt x="2272" y="5102"/>
                  </a:lnTo>
                  <a:cubicBezTo>
                    <a:pt x="2485" y="4954"/>
                    <a:pt x="2717" y="4817"/>
                    <a:pt x="2983" y="4817"/>
                  </a:cubicBezTo>
                  <a:cubicBezTo>
                    <a:pt x="3238" y="4817"/>
                    <a:pt x="3458" y="4935"/>
                    <a:pt x="3694" y="5102"/>
                  </a:cubicBezTo>
                  <a:lnTo>
                    <a:pt x="4969" y="6000"/>
                  </a:lnTo>
                  <a:cubicBezTo>
                    <a:pt x="5444" y="6312"/>
                    <a:pt x="5965" y="5638"/>
                    <a:pt x="5459" y="5239"/>
                  </a:cubicBezTo>
                  <a:lnTo>
                    <a:pt x="3508" y="3858"/>
                  </a:lnTo>
                  <a:lnTo>
                    <a:pt x="3508" y="153"/>
                  </a:lnTo>
                  <a:cubicBezTo>
                    <a:pt x="3508" y="69"/>
                    <a:pt x="3439" y="1"/>
                    <a:pt x="3356"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 name="Google Shape;1226;p48">
              <a:extLst>
                <a:ext uri="{FF2B5EF4-FFF2-40B4-BE49-F238E27FC236}">
                  <a16:creationId xmlns:a16="http://schemas.microsoft.com/office/drawing/2014/main" id="{16AE28D5-08C5-7AC7-3B32-C3C41F331CF3}"/>
                </a:ext>
              </a:extLst>
            </p:cNvPr>
            <p:cNvSpPr/>
            <p:nvPr/>
          </p:nvSpPr>
          <p:spPr>
            <a:xfrm>
              <a:off x="4941359" y="2530149"/>
              <a:ext cx="163364" cy="256703"/>
            </a:xfrm>
            <a:custGeom>
              <a:avLst/>
              <a:gdLst/>
              <a:ahLst/>
              <a:cxnLst/>
              <a:rect l="l" t="t" r="r" b="b"/>
              <a:pathLst>
                <a:path w="4022" h="6320" extrusionOk="0">
                  <a:moveTo>
                    <a:pt x="3979" y="5251"/>
                  </a:moveTo>
                  <a:cubicBezTo>
                    <a:pt x="3808" y="3546"/>
                    <a:pt x="2781" y="1100"/>
                    <a:pt x="1705" y="427"/>
                  </a:cubicBezTo>
                  <a:cubicBezTo>
                    <a:pt x="1024" y="1"/>
                    <a:pt x="404" y="267"/>
                    <a:pt x="324" y="998"/>
                  </a:cubicBezTo>
                  <a:lnTo>
                    <a:pt x="179" y="2318"/>
                  </a:lnTo>
                  <a:lnTo>
                    <a:pt x="65" y="3379"/>
                  </a:lnTo>
                  <a:lnTo>
                    <a:pt x="27" y="3737"/>
                  </a:lnTo>
                  <a:cubicBezTo>
                    <a:pt x="19" y="3824"/>
                    <a:pt x="12" y="3904"/>
                    <a:pt x="0" y="3988"/>
                  </a:cubicBezTo>
                  <a:cubicBezTo>
                    <a:pt x="88" y="4558"/>
                    <a:pt x="453" y="5475"/>
                    <a:pt x="1511" y="5738"/>
                  </a:cubicBezTo>
                  <a:lnTo>
                    <a:pt x="3892" y="6320"/>
                  </a:lnTo>
                  <a:cubicBezTo>
                    <a:pt x="3999" y="6038"/>
                    <a:pt x="4021" y="5669"/>
                    <a:pt x="3979" y="525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 name="Google Shape;1227;p48">
              <a:extLst>
                <a:ext uri="{FF2B5EF4-FFF2-40B4-BE49-F238E27FC236}">
                  <a16:creationId xmlns:a16="http://schemas.microsoft.com/office/drawing/2014/main" id="{CCC1AC77-69AB-9E13-AF5A-43B70D479B61}"/>
                </a:ext>
              </a:extLst>
            </p:cNvPr>
            <p:cNvSpPr/>
            <p:nvPr/>
          </p:nvSpPr>
          <p:spPr>
            <a:xfrm>
              <a:off x="4933763" y="2692093"/>
              <a:ext cx="165679" cy="122584"/>
            </a:xfrm>
            <a:custGeom>
              <a:avLst/>
              <a:gdLst/>
              <a:ahLst/>
              <a:cxnLst/>
              <a:rect l="l" t="t" r="r" b="b"/>
              <a:pathLst>
                <a:path w="4079" h="3018" extrusionOk="0">
                  <a:moveTo>
                    <a:pt x="2942" y="2899"/>
                  </a:moveTo>
                  <a:cubicBezTo>
                    <a:pt x="3554" y="3017"/>
                    <a:pt x="3915" y="2782"/>
                    <a:pt x="4079" y="2333"/>
                  </a:cubicBezTo>
                  <a:lnTo>
                    <a:pt x="1698" y="1751"/>
                  </a:lnTo>
                  <a:cubicBezTo>
                    <a:pt x="640" y="1488"/>
                    <a:pt x="275" y="571"/>
                    <a:pt x="187" y="1"/>
                  </a:cubicBezTo>
                  <a:cubicBezTo>
                    <a:pt x="54" y="1340"/>
                    <a:pt x="1" y="2336"/>
                    <a:pt x="1256" y="2576"/>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 name="Google Shape;1228;p48">
              <a:extLst>
                <a:ext uri="{FF2B5EF4-FFF2-40B4-BE49-F238E27FC236}">
                  <a16:creationId xmlns:a16="http://schemas.microsoft.com/office/drawing/2014/main" id="{F4F2DC77-6E81-4E5E-040C-77683CB9D708}"/>
                </a:ext>
              </a:extLst>
            </p:cNvPr>
            <p:cNvSpPr/>
            <p:nvPr/>
          </p:nvSpPr>
          <p:spPr>
            <a:xfrm>
              <a:off x="4676043" y="2692093"/>
              <a:ext cx="165679" cy="122584"/>
            </a:xfrm>
            <a:custGeom>
              <a:avLst/>
              <a:gdLst/>
              <a:ahLst/>
              <a:cxnLst/>
              <a:rect l="l" t="t" r="r" b="b"/>
              <a:pathLst>
                <a:path w="4079" h="3018" extrusionOk="0">
                  <a:moveTo>
                    <a:pt x="2823" y="2576"/>
                  </a:moveTo>
                  <a:cubicBezTo>
                    <a:pt x="4079" y="2336"/>
                    <a:pt x="4025" y="1340"/>
                    <a:pt x="3889" y="1"/>
                  </a:cubicBezTo>
                  <a:cubicBezTo>
                    <a:pt x="3805" y="571"/>
                    <a:pt x="3440" y="1488"/>
                    <a:pt x="2382" y="1751"/>
                  </a:cubicBezTo>
                  <a:lnTo>
                    <a:pt x="1" y="2333"/>
                  </a:lnTo>
                  <a:cubicBezTo>
                    <a:pt x="164" y="2782"/>
                    <a:pt x="526" y="3017"/>
                    <a:pt x="1138" y="2899"/>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 name="Google Shape;1229;p48">
              <a:extLst>
                <a:ext uri="{FF2B5EF4-FFF2-40B4-BE49-F238E27FC236}">
                  <a16:creationId xmlns:a16="http://schemas.microsoft.com/office/drawing/2014/main" id="{A8CC836C-CC1A-86CF-2797-C2E28294BD39}"/>
                </a:ext>
              </a:extLst>
            </p:cNvPr>
            <p:cNvSpPr/>
            <p:nvPr/>
          </p:nvSpPr>
          <p:spPr>
            <a:xfrm>
              <a:off x="4670803" y="2530149"/>
              <a:ext cx="163201" cy="256703"/>
            </a:xfrm>
            <a:custGeom>
              <a:avLst/>
              <a:gdLst/>
              <a:ahLst/>
              <a:cxnLst/>
              <a:rect l="l" t="t" r="r" b="b"/>
              <a:pathLst>
                <a:path w="4018" h="6320" extrusionOk="0">
                  <a:moveTo>
                    <a:pt x="2511" y="5738"/>
                  </a:moveTo>
                  <a:cubicBezTo>
                    <a:pt x="3569" y="5475"/>
                    <a:pt x="3934" y="4558"/>
                    <a:pt x="4018" y="3988"/>
                  </a:cubicBezTo>
                  <a:cubicBezTo>
                    <a:pt x="4010" y="3904"/>
                    <a:pt x="4002" y="3824"/>
                    <a:pt x="3995" y="3737"/>
                  </a:cubicBezTo>
                  <a:lnTo>
                    <a:pt x="3957" y="3379"/>
                  </a:lnTo>
                  <a:lnTo>
                    <a:pt x="3843" y="2344"/>
                  </a:lnTo>
                  <a:lnTo>
                    <a:pt x="3698" y="998"/>
                  </a:lnTo>
                  <a:cubicBezTo>
                    <a:pt x="3618" y="267"/>
                    <a:pt x="2998" y="1"/>
                    <a:pt x="2317" y="427"/>
                  </a:cubicBezTo>
                  <a:cubicBezTo>
                    <a:pt x="1241" y="1100"/>
                    <a:pt x="213" y="3546"/>
                    <a:pt x="42" y="5251"/>
                  </a:cubicBezTo>
                  <a:cubicBezTo>
                    <a:pt x="0" y="5669"/>
                    <a:pt x="23" y="6038"/>
                    <a:pt x="130" y="632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 name="Google Shape;1230;p48">
              <a:extLst>
                <a:ext uri="{FF2B5EF4-FFF2-40B4-BE49-F238E27FC236}">
                  <a16:creationId xmlns:a16="http://schemas.microsoft.com/office/drawing/2014/main" id="{DFEC9FB9-D940-C779-234C-56C873B4D00E}"/>
                </a:ext>
              </a:extLst>
            </p:cNvPr>
            <p:cNvSpPr/>
            <p:nvPr/>
          </p:nvSpPr>
          <p:spPr>
            <a:xfrm>
              <a:off x="4664142" y="2431895"/>
              <a:ext cx="447199" cy="385704"/>
            </a:xfrm>
            <a:custGeom>
              <a:avLst/>
              <a:gdLst/>
              <a:ahLst/>
              <a:cxnLst/>
              <a:rect l="l" t="t" r="r" b="b"/>
              <a:pathLst>
                <a:path w="11010" h="9496" extrusionOk="0">
                  <a:moveTo>
                    <a:pt x="5871" y="324"/>
                  </a:moveTo>
                  <a:lnTo>
                    <a:pt x="5871" y="967"/>
                  </a:lnTo>
                  <a:lnTo>
                    <a:pt x="5140" y="967"/>
                  </a:lnTo>
                  <a:lnTo>
                    <a:pt x="5140" y="324"/>
                  </a:lnTo>
                  <a:close/>
                  <a:moveTo>
                    <a:pt x="5871" y="1286"/>
                  </a:moveTo>
                  <a:lnTo>
                    <a:pt x="5871" y="1929"/>
                  </a:lnTo>
                  <a:lnTo>
                    <a:pt x="5140" y="1929"/>
                  </a:lnTo>
                  <a:lnTo>
                    <a:pt x="5140" y="1286"/>
                  </a:lnTo>
                  <a:close/>
                  <a:moveTo>
                    <a:pt x="5871" y="2249"/>
                  </a:moveTo>
                  <a:lnTo>
                    <a:pt x="5871" y="2892"/>
                  </a:lnTo>
                  <a:lnTo>
                    <a:pt x="5140" y="2892"/>
                  </a:lnTo>
                  <a:lnTo>
                    <a:pt x="5140" y="2249"/>
                  </a:lnTo>
                  <a:close/>
                  <a:moveTo>
                    <a:pt x="5871" y="3211"/>
                  </a:moveTo>
                  <a:lnTo>
                    <a:pt x="5871" y="3854"/>
                  </a:lnTo>
                  <a:lnTo>
                    <a:pt x="5140" y="3854"/>
                  </a:lnTo>
                  <a:lnTo>
                    <a:pt x="5140" y="3211"/>
                  </a:lnTo>
                  <a:close/>
                  <a:moveTo>
                    <a:pt x="5977" y="4177"/>
                  </a:moveTo>
                  <a:lnTo>
                    <a:pt x="6837" y="4786"/>
                  </a:lnTo>
                  <a:lnTo>
                    <a:pt x="6765" y="5452"/>
                  </a:lnTo>
                  <a:lnTo>
                    <a:pt x="6304" y="5129"/>
                  </a:lnTo>
                  <a:cubicBezTo>
                    <a:pt x="6072" y="4965"/>
                    <a:pt x="5817" y="4813"/>
                    <a:pt x="5505" y="4813"/>
                  </a:cubicBezTo>
                  <a:cubicBezTo>
                    <a:pt x="5193" y="4813"/>
                    <a:pt x="4935" y="4965"/>
                    <a:pt x="4703" y="5129"/>
                  </a:cubicBezTo>
                  <a:lnTo>
                    <a:pt x="4242" y="5452"/>
                  </a:lnTo>
                  <a:lnTo>
                    <a:pt x="4223" y="5254"/>
                  </a:lnTo>
                  <a:cubicBezTo>
                    <a:pt x="4223" y="5246"/>
                    <a:pt x="4220" y="5243"/>
                    <a:pt x="4220" y="5235"/>
                  </a:cubicBezTo>
                  <a:lnTo>
                    <a:pt x="4170" y="4786"/>
                  </a:lnTo>
                  <a:lnTo>
                    <a:pt x="5034" y="4177"/>
                  </a:lnTo>
                  <a:close/>
                  <a:moveTo>
                    <a:pt x="4083" y="7228"/>
                  </a:moveTo>
                  <a:lnTo>
                    <a:pt x="4083" y="7228"/>
                  </a:lnTo>
                  <a:cubicBezTo>
                    <a:pt x="4117" y="8149"/>
                    <a:pt x="3934" y="8663"/>
                    <a:pt x="3086" y="8822"/>
                  </a:cubicBezTo>
                  <a:lnTo>
                    <a:pt x="1401" y="9149"/>
                  </a:lnTo>
                  <a:cubicBezTo>
                    <a:pt x="1308" y="9167"/>
                    <a:pt x="1221" y="9175"/>
                    <a:pt x="1141" y="9175"/>
                  </a:cubicBezTo>
                  <a:cubicBezTo>
                    <a:pt x="936" y="9175"/>
                    <a:pt x="770" y="9120"/>
                    <a:pt x="648" y="9005"/>
                  </a:cubicBezTo>
                  <a:cubicBezTo>
                    <a:pt x="598" y="8963"/>
                    <a:pt x="556" y="8910"/>
                    <a:pt x="522" y="8849"/>
                  </a:cubicBezTo>
                  <a:lnTo>
                    <a:pt x="2713" y="8313"/>
                  </a:lnTo>
                  <a:cubicBezTo>
                    <a:pt x="3451" y="8130"/>
                    <a:pt x="3858" y="7662"/>
                    <a:pt x="4083" y="7228"/>
                  </a:cubicBezTo>
                  <a:close/>
                  <a:moveTo>
                    <a:pt x="6928" y="7228"/>
                  </a:moveTo>
                  <a:lnTo>
                    <a:pt x="6928" y="7228"/>
                  </a:lnTo>
                  <a:cubicBezTo>
                    <a:pt x="7153" y="7662"/>
                    <a:pt x="7560" y="8130"/>
                    <a:pt x="8298" y="8313"/>
                  </a:cubicBezTo>
                  <a:lnTo>
                    <a:pt x="10489" y="8849"/>
                  </a:lnTo>
                  <a:cubicBezTo>
                    <a:pt x="10451" y="8910"/>
                    <a:pt x="10409" y="8963"/>
                    <a:pt x="10363" y="9005"/>
                  </a:cubicBezTo>
                  <a:cubicBezTo>
                    <a:pt x="10240" y="9120"/>
                    <a:pt x="10075" y="9175"/>
                    <a:pt x="9870" y="9175"/>
                  </a:cubicBezTo>
                  <a:cubicBezTo>
                    <a:pt x="9789" y="9175"/>
                    <a:pt x="9703" y="9167"/>
                    <a:pt x="9610" y="9149"/>
                  </a:cubicBezTo>
                  <a:lnTo>
                    <a:pt x="7925" y="8822"/>
                  </a:lnTo>
                  <a:cubicBezTo>
                    <a:pt x="7076" y="8663"/>
                    <a:pt x="6894" y="8149"/>
                    <a:pt x="6928" y="7228"/>
                  </a:cubicBezTo>
                  <a:close/>
                  <a:moveTo>
                    <a:pt x="5133" y="1"/>
                  </a:moveTo>
                  <a:cubicBezTo>
                    <a:pt x="4961" y="1"/>
                    <a:pt x="4821" y="141"/>
                    <a:pt x="4821" y="313"/>
                  </a:cubicBezTo>
                  <a:lnTo>
                    <a:pt x="4821" y="3934"/>
                  </a:lnTo>
                  <a:lnTo>
                    <a:pt x="4132" y="4421"/>
                  </a:lnTo>
                  <a:lnTo>
                    <a:pt x="4022" y="3398"/>
                  </a:lnTo>
                  <a:cubicBezTo>
                    <a:pt x="3976" y="3002"/>
                    <a:pt x="3794" y="2709"/>
                    <a:pt x="3501" y="2565"/>
                  </a:cubicBezTo>
                  <a:cubicBezTo>
                    <a:pt x="3382" y="2507"/>
                    <a:pt x="3251" y="2479"/>
                    <a:pt x="3113" y="2479"/>
                  </a:cubicBezTo>
                  <a:cubicBezTo>
                    <a:pt x="2884" y="2479"/>
                    <a:pt x="2636" y="2557"/>
                    <a:pt x="2394" y="2709"/>
                  </a:cubicBezTo>
                  <a:cubicBezTo>
                    <a:pt x="1834" y="3059"/>
                    <a:pt x="1370" y="3789"/>
                    <a:pt x="1081" y="4341"/>
                  </a:cubicBezTo>
                  <a:cubicBezTo>
                    <a:pt x="1039" y="4421"/>
                    <a:pt x="1070" y="4516"/>
                    <a:pt x="1150" y="4558"/>
                  </a:cubicBezTo>
                  <a:cubicBezTo>
                    <a:pt x="1173" y="4571"/>
                    <a:pt x="1198" y="4577"/>
                    <a:pt x="1223" y="4577"/>
                  </a:cubicBezTo>
                  <a:cubicBezTo>
                    <a:pt x="1281" y="4577"/>
                    <a:pt x="1337" y="4545"/>
                    <a:pt x="1367" y="4489"/>
                  </a:cubicBezTo>
                  <a:cubicBezTo>
                    <a:pt x="1747" y="3759"/>
                    <a:pt x="2173" y="3223"/>
                    <a:pt x="2565" y="2979"/>
                  </a:cubicBezTo>
                  <a:cubicBezTo>
                    <a:pt x="2755" y="2861"/>
                    <a:pt x="2943" y="2800"/>
                    <a:pt x="3111" y="2800"/>
                  </a:cubicBezTo>
                  <a:cubicBezTo>
                    <a:pt x="3201" y="2800"/>
                    <a:pt x="3285" y="2818"/>
                    <a:pt x="3360" y="2854"/>
                  </a:cubicBezTo>
                  <a:cubicBezTo>
                    <a:pt x="3550" y="2949"/>
                    <a:pt x="3672" y="3150"/>
                    <a:pt x="3702" y="3432"/>
                  </a:cubicBezTo>
                  <a:lnTo>
                    <a:pt x="3832" y="4634"/>
                  </a:lnTo>
                  <a:lnTo>
                    <a:pt x="3862" y="4923"/>
                  </a:lnTo>
                  <a:cubicBezTo>
                    <a:pt x="3705" y="4846"/>
                    <a:pt x="3531" y="4807"/>
                    <a:pt x="3348" y="4807"/>
                  </a:cubicBezTo>
                  <a:cubicBezTo>
                    <a:pt x="3278" y="4807"/>
                    <a:pt x="3207" y="4813"/>
                    <a:pt x="3135" y="4824"/>
                  </a:cubicBezTo>
                  <a:cubicBezTo>
                    <a:pt x="3097" y="4668"/>
                    <a:pt x="3017" y="4527"/>
                    <a:pt x="2903" y="4410"/>
                  </a:cubicBezTo>
                  <a:cubicBezTo>
                    <a:pt x="2740" y="4250"/>
                    <a:pt x="2523" y="4155"/>
                    <a:pt x="2318" y="4155"/>
                  </a:cubicBezTo>
                  <a:lnTo>
                    <a:pt x="2310" y="4155"/>
                  </a:lnTo>
                  <a:cubicBezTo>
                    <a:pt x="2203" y="4155"/>
                    <a:pt x="2124" y="4257"/>
                    <a:pt x="2162" y="4368"/>
                  </a:cubicBezTo>
                  <a:cubicBezTo>
                    <a:pt x="2181" y="4432"/>
                    <a:pt x="2245" y="4474"/>
                    <a:pt x="2310" y="4474"/>
                  </a:cubicBezTo>
                  <a:lnTo>
                    <a:pt x="2314" y="4474"/>
                  </a:lnTo>
                  <a:cubicBezTo>
                    <a:pt x="2314" y="4474"/>
                    <a:pt x="2576" y="4543"/>
                    <a:pt x="2679" y="4642"/>
                  </a:cubicBezTo>
                  <a:cubicBezTo>
                    <a:pt x="2736" y="4699"/>
                    <a:pt x="2801" y="4790"/>
                    <a:pt x="2827" y="4915"/>
                  </a:cubicBezTo>
                  <a:cubicBezTo>
                    <a:pt x="2325" y="5117"/>
                    <a:pt x="1922" y="5577"/>
                    <a:pt x="1800" y="6106"/>
                  </a:cubicBezTo>
                  <a:cubicBezTo>
                    <a:pt x="1781" y="6194"/>
                    <a:pt x="1838" y="6281"/>
                    <a:pt x="1922" y="6300"/>
                  </a:cubicBezTo>
                  <a:cubicBezTo>
                    <a:pt x="1933" y="6304"/>
                    <a:pt x="1949" y="6304"/>
                    <a:pt x="1960" y="6304"/>
                  </a:cubicBezTo>
                  <a:cubicBezTo>
                    <a:pt x="2032" y="6304"/>
                    <a:pt x="2097" y="6255"/>
                    <a:pt x="2116" y="6178"/>
                  </a:cubicBezTo>
                  <a:cubicBezTo>
                    <a:pt x="2154" y="6003"/>
                    <a:pt x="2230" y="5840"/>
                    <a:pt x="2337" y="5695"/>
                  </a:cubicBezTo>
                  <a:cubicBezTo>
                    <a:pt x="2470" y="5718"/>
                    <a:pt x="2675" y="5848"/>
                    <a:pt x="2816" y="6026"/>
                  </a:cubicBezTo>
                  <a:cubicBezTo>
                    <a:pt x="2846" y="6068"/>
                    <a:pt x="2896" y="6091"/>
                    <a:pt x="2941" y="6091"/>
                  </a:cubicBezTo>
                  <a:cubicBezTo>
                    <a:pt x="2976" y="6091"/>
                    <a:pt x="3010" y="6080"/>
                    <a:pt x="3040" y="6057"/>
                  </a:cubicBezTo>
                  <a:cubicBezTo>
                    <a:pt x="3109" y="6003"/>
                    <a:pt x="3124" y="5905"/>
                    <a:pt x="3071" y="5832"/>
                  </a:cubicBezTo>
                  <a:cubicBezTo>
                    <a:pt x="2938" y="5657"/>
                    <a:pt x="2755" y="5517"/>
                    <a:pt x="2576" y="5437"/>
                  </a:cubicBezTo>
                  <a:cubicBezTo>
                    <a:pt x="2721" y="5315"/>
                    <a:pt x="2888" y="5220"/>
                    <a:pt x="3071" y="5170"/>
                  </a:cubicBezTo>
                  <a:cubicBezTo>
                    <a:pt x="3145" y="5150"/>
                    <a:pt x="3244" y="5130"/>
                    <a:pt x="3355" y="5130"/>
                  </a:cubicBezTo>
                  <a:cubicBezTo>
                    <a:pt x="3527" y="5130"/>
                    <a:pt x="3727" y="5177"/>
                    <a:pt x="3908" y="5342"/>
                  </a:cubicBezTo>
                  <a:cubicBezTo>
                    <a:pt x="3908" y="5342"/>
                    <a:pt x="4018" y="6353"/>
                    <a:pt x="4022" y="6403"/>
                  </a:cubicBezTo>
                  <a:cubicBezTo>
                    <a:pt x="3969" y="6734"/>
                    <a:pt x="3717" y="7734"/>
                    <a:pt x="2633" y="8001"/>
                  </a:cubicBezTo>
                  <a:lnTo>
                    <a:pt x="400" y="8548"/>
                  </a:lnTo>
                  <a:cubicBezTo>
                    <a:pt x="343" y="8316"/>
                    <a:pt x="332" y="8023"/>
                    <a:pt x="366" y="7685"/>
                  </a:cubicBezTo>
                  <a:cubicBezTo>
                    <a:pt x="442" y="6928"/>
                    <a:pt x="693" y="6003"/>
                    <a:pt x="1055" y="5155"/>
                  </a:cubicBezTo>
                  <a:cubicBezTo>
                    <a:pt x="1089" y="5071"/>
                    <a:pt x="1051" y="4980"/>
                    <a:pt x="971" y="4946"/>
                  </a:cubicBezTo>
                  <a:cubicBezTo>
                    <a:pt x="949" y="4936"/>
                    <a:pt x="926" y="4931"/>
                    <a:pt x="904" y="4931"/>
                  </a:cubicBezTo>
                  <a:cubicBezTo>
                    <a:pt x="841" y="4931"/>
                    <a:pt x="783" y="4968"/>
                    <a:pt x="758" y="5030"/>
                  </a:cubicBezTo>
                  <a:cubicBezTo>
                    <a:pt x="385" y="5908"/>
                    <a:pt x="126" y="6863"/>
                    <a:pt x="46" y="7654"/>
                  </a:cubicBezTo>
                  <a:cubicBezTo>
                    <a:pt x="1" y="8115"/>
                    <a:pt x="31" y="8499"/>
                    <a:pt x="142" y="8800"/>
                  </a:cubicBezTo>
                  <a:cubicBezTo>
                    <a:pt x="145" y="8800"/>
                    <a:pt x="145" y="8803"/>
                    <a:pt x="145" y="8807"/>
                  </a:cubicBezTo>
                  <a:cubicBezTo>
                    <a:pt x="214" y="8986"/>
                    <a:pt x="309" y="9130"/>
                    <a:pt x="431" y="9245"/>
                  </a:cubicBezTo>
                  <a:cubicBezTo>
                    <a:pt x="613" y="9412"/>
                    <a:pt x="853" y="9496"/>
                    <a:pt x="1134" y="9496"/>
                  </a:cubicBezTo>
                  <a:cubicBezTo>
                    <a:pt x="1237" y="9496"/>
                    <a:pt x="1347" y="9484"/>
                    <a:pt x="1462" y="9465"/>
                  </a:cubicBezTo>
                  <a:lnTo>
                    <a:pt x="3147" y="9138"/>
                  </a:lnTo>
                  <a:cubicBezTo>
                    <a:pt x="3809" y="9013"/>
                    <a:pt x="4197" y="8670"/>
                    <a:pt x="4341" y="8088"/>
                  </a:cubicBezTo>
                  <a:cubicBezTo>
                    <a:pt x="4455" y="7628"/>
                    <a:pt x="4410" y="7053"/>
                    <a:pt x="4345" y="6399"/>
                  </a:cubicBezTo>
                  <a:cubicBezTo>
                    <a:pt x="4345" y="6391"/>
                    <a:pt x="4284" y="5821"/>
                    <a:pt x="4284" y="5821"/>
                  </a:cubicBezTo>
                  <a:lnTo>
                    <a:pt x="4889" y="5395"/>
                  </a:lnTo>
                  <a:cubicBezTo>
                    <a:pt x="5106" y="5239"/>
                    <a:pt x="5296" y="5136"/>
                    <a:pt x="5505" y="5136"/>
                  </a:cubicBezTo>
                  <a:cubicBezTo>
                    <a:pt x="5715" y="5136"/>
                    <a:pt x="5901" y="5239"/>
                    <a:pt x="6122" y="5395"/>
                  </a:cubicBezTo>
                  <a:lnTo>
                    <a:pt x="6726" y="5821"/>
                  </a:lnTo>
                  <a:lnTo>
                    <a:pt x="6692" y="6140"/>
                  </a:lnTo>
                  <a:cubicBezTo>
                    <a:pt x="6685" y="6228"/>
                    <a:pt x="6669" y="6312"/>
                    <a:pt x="6666" y="6399"/>
                  </a:cubicBezTo>
                  <a:cubicBezTo>
                    <a:pt x="6601" y="7053"/>
                    <a:pt x="6555" y="7628"/>
                    <a:pt x="6669" y="8088"/>
                  </a:cubicBezTo>
                  <a:cubicBezTo>
                    <a:pt x="6810" y="8670"/>
                    <a:pt x="7202" y="9013"/>
                    <a:pt x="7864" y="9138"/>
                  </a:cubicBezTo>
                  <a:lnTo>
                    <a:pt x="9549" y="9465"/>
                  </a:lnTo>
                  <a:cubicBezTo>
                    <a:pt x="9663" y="9484"/>
                    <a:pt x="9774" y="9496"/>
                    <a:pt x="9876" y="9496"/>
                  </a:cubicBezTo>
                  <a:cubicBezTo>
                    <a:pt x="10158" y="9496"/>
                    <a:pt x="10394" y="9412"/>
                    <a:pt x="10580" y="9245"/>
                  </a:cubicBezTo>
                  <a:cubicBezTo>
                    <a:pt x="10702" y="9130"/>
                    <a:pt x="10797" y="8986"/>
                    <a:pt x="10865" y="8807"/>
                  </a:cubicBezTo>
                  <a:cubicBezTo>
                    <a:pt x="10865" y="8803"/>
                    <a:pt x="10865" y="8800"/>
                    <a:pt x="10865" y="8796"/>
                  </a:cubicBezTo>
                  <a:cubicBezTo>
                    <a:pt x="10976" y="8499"/>
                    <a:pt x="11010" y="8115"/>
                    <a:pt x="10964" y="7654"/>
                  </a:cubicBezTo>
                  <a:cubicBezTo>
                    <a:pt x="10884" y="6867"/>
                    <a:pt x="10626" y="5908"/>
                    <a:pt x="10253" y="5030"/>
                  </a:cubicBezTo>
                  <a:cubicBezTo>
                    <a:pt x="10225" y="4968"/>
                    <a:pt x="10168" y="4931"/>
                    <a:pt x="10107" y="4931"/>
                  </a:cubicBezTo>
                  <a:cubicBezTo>
                    <a:pt x="10085" y="4931"/>
                    <a:pt x="10062" y="4936"/>
                    <a:pt x="10040" y="4946"/>
                  </a:cubicBezTo>
                  <a:cubicBezTo>
                    <a:pt x="9960" y="4980"/>
                    <a:pt x="9922" y="5071"/>
                    <a:pt x="9956" y="5155"/>
                  </a:cubicBezTo>
                  <a:cubicBezTo>
                    <a:pt x="10318" y="6007"/>
                    <a:pt x="10569" y="6928"/>
                    <a:pt x="10645" y="7685"/>
                  </a:cubicBezTo>
                  <a:cubicBezTo>
                    <a:pt x="10679" y="8023"/>
                    <a:pt x="10668" y="8316"/>
                    <a:pt x="10607" y="8548"/>
                  </a:cubicBezTo>
                  <a:lnTo>
                    <a:pt x="8374" y="8001"/>
                  </a:lnTo>
                  <a:cubicBezTo>
                    <a:pt x="7293" y="7734"/>
                    <a:pt x="7042" y="6734"/>
                    <a:pt x="6989" y="6403"/>
                  </a:cubicBezTo>
                  <a:cubicBezTo>
                    <a:pt x="7000" y="6281"/>
                    <a:pt x="7103" y="5342"/>
                    <a:pt x="7103" y="5342"/>
                  </a:cubicBezTo>
                  <a:cubicBezTo>
                    <a:pt x="7281" y="5177"/>
                    <a:pt x="7482" y="5130"/>
                    <a:pt x="7655" y="5130"/>
                  </a:cubicBezTo>
                  <a:cubicBezTo>
                    <a:pt x="7766" y="5130"/>
                    <a:pt x="7865" y="5150"/>
                    <a:pt x="7940" y="5170"/>
                  </a:cubicBezTo>
                  <a:cubicBezTo>
                    <a:pt x="8119" y="5220"/>
                    <a:pt x="8290" y="5315"/>
                    <a:pt x="8435" y="5437"/>
                  </a:cubicBezTo>
                  <a:cubicBezTo>
                    <a:pt x="8256" y="5517"/>
                    <a:pt x="8073" y="5657"/>
                    <a:pt x="7940" y="5832"/>
                  </a:cubicBezTo>
                  <a:cubicBezTo>
                    <a:pt x="7887" y="5905"/>
                    <a:pt x="7902" y="6003"/>
                    <a:pt x="7970" y="6057"/>
                  </a:cubicBezTo>
                  <a:cubicBezTo>
                    <a:pt x="8001" y="6080"/>
                    <a:pt x="8035" y="6091"/>
                    <a:pt x="8069" y="6091"/>
                  </a:cubicBezTo>
                  <a:cubicBezTo>
                    <a:pt x="8115" y="6091"/>
                    <a:pt x="8164" y="6068"/>
                    <a:pt x="8195" y="6026"/>
                  </a:cubicBezTo>
                  <a:cubicBezTo>
                    <a:pt x="8332" y="5848"/>
                    <a:pt x="8537" y="5718"/>
                    <a:pt x="8674" y="5695"/>
                  </a:cubicBezTo>
                  <a:cubicBezTo>
                    <a:pt x="8777" y="5840"/>
                    <a:pt x="8857" y="6003"/>
                    <a:pt x="8895" y="6178"/>
                  </a:cubicBezTo>
                  <a:cubicBezTo>
                    <a:pt x="8914" y="6255"/>
                    <a:pt x="8979" y="6304"/>
                    <a:pt x="9051" y="6304"/>
                  </a:cubicBezTo>
                  <a:cubicBezTo>
                    <a:pt x="9062" y="6304"/>
                    <a:pt x="9074" y="6304"/>
                    <a:pt x="9089" y="6300"/>
                  </a:cubicBezTo>
                  <a:cubicBezTo>
                    <a:pt x="9173" y="6281"/>
                    <a:pt x="9230" y="6194"/>
                    <a:pt x="9207" y="6106"/>
                  </a:cubicBezTo>
                  <a:cubicBezTo>
                    <a:pt x="9089" y="5577"/>
                    <a:pt x="8686" y="5117"/>
                    <a:pt x="8183" y="4915"/>
                  </a:cubicBezTo>
                  <a:cubicBezTo>
                    <a:pt x="8210" y="4790"/>
                    <a:pt x="8275" y="4699"/>
                    <a:pt x="8332" y="4642"/>
                  </a:cubicBezTo>
                  <a:cubicBezTo>
                    <a:pt x="8435" y="4543"/>
                    <a:pt x="8693" y="4497"/>
                    <a:pt x="8693" y="4497"/>
                  </a:cubicBezTo>
                  <a:lnTo>
                    <a:pt x="8705" y="4497"/>
                  </a:lnTo>
                  <a:cubicBezTo>
                    <a:pt x="8792" y="4497"/>
                    <a:pt x="8864" y="4425"/>
                    <a:pt x="8864" y="4337"/>
                  </a:cubicBezTo>
                  <a:cubicBezTo>
                    <a:pt x="8864" y="4250"/>
                    <a:pt x="8796" y="4177"/>
                    <a:pt x="8705" y="4174"/>
                  </a:cubicBezTo>
                  <a:cubicBezTo>
                    <a:pt x="8499" y="4174"/>
                    <a:pt x="8275" y="4269"/>
                    <a:pt x="8111" y="4432"/>
                  </a:cubicBezTo>
                  <a:cubicBezTo>
                    <a:pt x="7993" y="4546"/>
                    <a:pt x="7917" y="4691"/>
                    <a:pt x="7879" y="4847"/>
                  </a:cubicBezTo>
                  <a:cubicBezTo>
                    <a:pt x="7806" y="4834"/>
                    <a:pt x="7733" y="4828"/>
                    <a:pt x="7663" y="4828"/>
                  </a:cubicBezTo>
                  <a:cubicBezTo>
                    <a:pt x="7480" y="4828"/>
                    <a:pt x="7308" y="4869"/>
                    <a:pt x="7149" y="4946"/>
                  </a:cubicBezTo>
                  <a:lnTo>
                    <a:pt x="7183" y="4657"/>
                  </a:lnTo>
                  <a:lnTo>
                    <a:pt x="7312" y="3447"/>
                  </a:lnTo>
                  <a:cubicBezTo>
                    <a:pt x="7343" y="3166"/>
                    <a:pt x="7464" y="2960"/>
                    <a:pt x="7651" y="2869"/>
                  </a:cubicBezTo>
                  <a:cubicBezTo>
                    <a:pt x="7727" y="2833"/>
                    <a:pt x="7812" y="2815"/>
                    <a:pt x="7903" y="2815"/>
                  </a:cubicBezTo>
                  <a:cubicBezTo>
                    <a:pt x="8071" y="2815"/>
                    <a:pt x="8260" y="2876"/>
                    <a:pt x="8450" y="2994"/>
                  </a:cubicBezTo>
                  <a:cubicBezTo>
                    <a:pt x="8842" y="3242"/>
                    <a:pt x="9268" y="3778"/>
                    <a:pt x="9652" y="4512"/>
                  </a:cubicBezTo>
                  <a:cubicBezTo>
                    <a:pt x="9681" y="4568"/>
                    <a:pt x="9736" y="4600"/>
                    <a:pt x="9794" y="4600"/>
                  </a:cubicBezTo>
                  <a:cubicBezTo>
                    <a:pt x="9819" y="4600"/>
                    <a:pt x="9844" y="4593"/>
                    <a:pt x="9869" y="4581"/>
                  </a:cubicBezTo>
                  <a:cubicBezTo>
                    <a:pt x="9949" y="4539"/>
                    <a:pt x="9979" y="4440"/>
                    <a:pt x="9937" y="4364"/>
                  </a:cubicBezTo>
                  <a:cubicBezTo>
                    <a:pt x="9648" y="3808"/>
                    <a:pt x="9184" y="3074"/>
                    <a:pt x="8621" y="2721"/>
                  </a:cubicBezTo>
                  <a:cubicBezTo>
                    <a:pt x="8380" y="2569"/>
                    <a:pt x="8133" y="2492"/>
                    <a:pt x="7905" y="2492"/>
                  </a:cubicBezTo>
                  <a:cubicBezTo>
                    <a:pt x="7766" y="2492"/>
                    <a:pt x="7634" y="2521"/>
                    <a:pt x="7514" y="2580"/>
                  </a:cubicBezTo>
                  <a:cubicBezTo>
                    <a:pt x="7217" y="2721"/>
                    <a:pt x="7035" y="3017"/>
                    <a:pt x="6993" y="3413"/>
                  </a:cubicBezTo>
                  <a:lnTo>
                    <a:pt x="6882" y="4444"/>
                  </a:lnTo>
                  <a:lnTo>
                    <a:pt x="6190" y="3953"/>
                  </a:lnTo>
                  <a:lnTo>
                    <a:pt x="6190" y="313"/>
                  </a:lnTo>
                  <a:cubicBezTo>
                    <a:pt x="6190" y="141"/>
                    <a:pt x="6049" y="1"/>
                    <a:pt x="5878" y="1"/>
                  </a:cubicBez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210" name="Google Shape;1210;p48"/>
          <p:cNvSpPr/>
          <p:nvPr/>
        </p:nvSpPr>
        <p:spPr>
          <a:xfrm>
            <a:off x="5096667" y="2167268"/>
            <a:ext cx="968400" cy="968400"/>
          </a:xfrm>
          <a:prstGeom prst="ellipse">
            <a:avLst/>
          </a:prstGeom>
          <a:solidFill>
            <a:schemeClr val="accent4"/>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 name="Google Shape;1211;p48"/>
          <p:cNvSpPr/>
          <p:nvPr/>
        </p:nvSpPr>
        <p:spPr>
          <a:xfrm>
            <a:off x="5166694" y="2237318"/>
            <a:ext cx="828300" cy="828300"/>
          </a:xfrm>
          <a:prstGeom prst="ellipse">
            <a:avLst/>
          </a:prstGeom>
          <a:solidFill>
            <a:schemeClr val="accent2"/>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23" name="Google Shape;1231;p48"/>
          <p:cNvGrpSpPr/>
          <p:nvPr/>
        </p:nvGrpSpPr>
        <p:grpSpPr>
          <a:xfrm>
            <a:off x="5397439" y="2426629"/>
            <a:ext cx="366858" cy="449676"/>
            <a:chOff x="7340819" y="2397735"/>
            <a:chExt cx="366858" cy="449676"/>
          </a:xfrm>
        </p:grpSpPr>
        <p:sp>
          <p:nvSpPr>
            <p:cNvPr id="24" name="Google Shape;1232;p48"/>
            <p:cNvSpPr/>
            <p:nvPr/>
          </p:nvSpPr>
          <p:spPr>
            <a:xfrm>
              <a:off x="7340819" y="2397735"/>
              <a:ext cx="138952" cy="229651"/>
            </a:xfrm>
            <a:custGeom>
              <a:avLst/>
              <a:gdLst/>
              <a:ahLst/>
              <a:cxnLst/>
              <a:rect l="l" t="t" r="r" b="b"/>
              <a:pathLst>
                <a:path w="3421" h="5654" extrusionOk="0">
                  <a:moveTo>
                    <a:pt x="1849" y="2359"/>
                  </a:moveTo>
                  <a:cubicBezTo>
                    <a:pt x="480" y="2656"/>
                    <a:pt x="0" y="4798"/>
                    <a:pt x="1085" y="5654"/>
                  </a:cubicBezTo>
                  <a:cubicBezTo>
                    <a:pt x="1864" y="4965"/>
                    <a:pt x="2705" y="3737"/>
                    <a:pt x="3238" y="2599"/>
                  </a:cubicBezTo>
                  <a:cubicBezTo>
                    <a:pt x="2975" y="2112"/>
                    <a:pt x="2876" y="1625"/>
                    <a:pt x="3143" y="1100"/>
                  </a:cubicBezTo>
                  <a:cubicBezTo>
                    <a:pt x="3420" y="560"/>
                    <a:pt x="2389" y="1"/>
                    <a:pt x="2051" y="571"/>
                  </a:cubicBezTo>
                  <a:cubicBezTo>
                    <a:pt x="1758" y="1176"/>
                    <a:pt x="1708" y="1774"/>
                    <a:pt x="1849" y="2359"/>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 name="Google Shape;1233;p48"/>
            <p:cNvSpPr/>
            <p:nvPr/>
          </p:nvSpPr>
          <p:spPr>
            <a:xfrm>
              <a:off x="7526239" y="2462805"/>
              <a:ext cx="145411" cy="143583"/>
            </a:xfrm>
            <a:custGeom>
              <a:avLst/>
              <a:gdLst/>
              <a:ahLst/>
              <a:cxnLst/>
              <a:rect l="l" t="t" r="r" b="b"/>
              <a:pathLst>
                <a:path w="3580" h="3535" extrusionOk="0">
                  <a:moveTo>
                    <a:pt x="2720" y="0"/>
                  </a:moveTo>
                  <a:cubicBezTo>
                    <a:pt x="1043" y="278"/>
                    <a:pt x="0" y="2405"/>
                    <a:pt x="2245" y="3242"/>
                  </a:cubicBezTo>
                  <a:cubicBezTo>
                    <a:pt x="2602" y="3378"/>
                    <a:pt x="3044" y="3477"/>
                    <a:pt x="3580" y="3534"/>
                  </a:cubicBezTo>
                  <a:cubicBezTo>
                    <a:pt x="3466" y="3173"/>
                    <a:pt x="3295" y="2827"/>
                    <a:pt x="3078" y="2496"/>
                  </a:cubicBezTo>
                  <a:cubicBezTo>
                    <a:pt x="2796" y="2066"/>
                    <a:pt x="2484" y="1720"/>
                    <a:pt x="2146" y="1454"/>
                  </a:cubicBezTo>
                  <a:cubicBezTo>
                    <a:pt x="2328" y="1294"/>
                    <a:pt x="2549" y="1168"/>
                    <a:pt x="2827" y="989"/>
                  </a:cubicBezTo>
                  <a:cubicBezTo>
                    <a:pt x="3040" y="849"/>
                    <a:pt x="3017" y="594"/>
                    <a:pt x="2922" y="404"/>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 name="Google Shape;1234;p48"/>
            <p:cNvSpPr/>
            <p:nvPr/>
          </p:nvSpPr>
          <p:spPr>
            <a:xfrm>
              <a:off x="7382371" y="2409190"/>
              <a:ext cx="308612" cy="432048"/>
            </a:xfrm>
            <a:custGeom>
              <a:avLst/>
              <a:gdLst/>
              <a:ahLst/>
              <a:cxnLst/>
              <a:rect l="l" t="t" r="r" b="b"/>
              <a:pathLst>
                <a:path w="7598" h="10637" extrusionOk="0">
                  <a:moveTo>
                    <a:pt x="419" y="4173"/>
                  </a:moveTo>
                  <a:cubicBezTo>
                    <a:pt x="233" y="4554"/>
                    <a:pt x="107" y="4961"/>
                    <a:pt x="62" y="5383"/>
                  </a:cubicBezTo>
                  <a:cubicBezTo>
                    <a:pt x="1" y="5961"/>
                    <a:pt x="88" y="6562"/>
                    <a:pt x="373" y="7148"/>
                  </a:cubicBezTo>
                  <a:cubicBezTo>
                    <a:pt x="887" y="8206"/>
                    <a:pt x="2002" y="9320"/>
                    <a:pt x="3238" y="10230"/>
                  </a:cubicBezTo>
                  <a:cubicBezTo>
                    <a:pt x="3611" y="10504"/>
                    <a:pt x="3968" y="10633"/>
                    <a:pt x="4299" y="10637"/>
                  </a:cubicBezTo>
                  <a:lnTo>
                    <a:pt x="4334" y="10637"/>
                  </a:lnTo>
                  <a:cubicBezTo>
                    <a:pt x="4733" y="10633"/>
                    <a:pt x="5094" y="10443"/>
                    <a:pt x="5399" y="10097"/>
                  </a:cubicBezTo>
                  <a:cubicBezTo>
                    <a:pt x="7145" y="8096"/>
                    <a:pt x="7597" y="6361"/>
                    <a:pt x="7122" y="4866"/>
                  </a:cubicBezTo>
                  <a:cubicBezTo>
                    <a:pt x="6586" y="4809"/>
                    <a:pt x="6144" y="4706"/>
                    <a:pt x="5787" y="4573"/>
                  </a:cubicBezTo>
                  <a:cubicBezTo>
                    <a:pt x="5627" y="4516"/>
                    <a:pt x="5486" y="4451"/>
                    <a:pt x="5361" y="4379"/>
                  </a:cubicBezTo>
                  <a:cubicBezTo>
                    <a:pt x="3691" y="3447"/>
                    <a:pt x="4703" y="1590"/>
                    <a:pt x="6262" y="1332"/>
                  </a:cubicBezTo>
                  <a:lnTo>
                    <a:pt x="6772" y="1187"/>
                  </a:lnTo>
                  <a:cubicBezTo>
                    <a:pt x="6951" y="1138"/>
                    <a:pt x="7069" y="1016"/>
                    <a:pt x="6993" y="788"/>
                  </a:cubicBezTo>
                  <a:lnTo>
                    <a:pt x="6814" y="244"/>
                  </a:lnTo>
                  <a:cubicBezTo>
                    <a:pt x="6768" y="95"/>
                    <a:pt x="6673" y="4"/>
                    <a:pt x="6536" y="0"/>
                  </a:cubicBezTo>
                  <a:lnTo>
                    <a:pt x="6506" y="0"/>
                  </a:lnTo>
                  <a:cubicBezTo>
                    <a:pt x="5387" y="12"/>
                    <a:pt x="3908" y="826"/>
                    <a:pt x="3033" y="1838"/>
                  </a:cubicBezTo>
                  <a:cubicBezTo>
                    <a:pt x="2865" y="2028"/>
                    <a:pt x="2835" y="2070"/>
                    <a:pt x="2645" y="2138"/>
                  </a:cubicBezTo>
                  <a:cubicBezTo>
                    <a:pt x="2496" y="2192"/>
                    <a:pt x="2355" y="2256"/>
                    <a:pt x="2215" y="2328"/>
                  </a:cubicBezTo>
                  <a:cubicBezTo>
                    <a:pt x="1465" y="2717"/>
                    <a:pt x="811" y="3382"/>
                    <a:pt x="419" y="4173"/>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 name="Google Shape;1235;p48"/>
            <p:cNvSpPr/>
            <p:nvPr/>
          </p:nvSpPr>
          <p:spPr>
            <a:xfrm>
              <a:off x="7349308" y="2404762"/>
              <a:ext cx="200285" cy="375590"/>
            </a:xfrm>
            <a:custGeom>
              <a:avLst/>
              <a:gdLst/>
              <a:ahLst/>
              <a:cxnLst/>
              <a:rect l="l" t="t" r="r" b="b"/>
              <a:pathLst>
                <a:path w="4931" h="9247" extrusionOk="0">
                  <a:moveTo>
                    <a:pt x="2278" y="320"/>
                  </a:moveTo>
                  <a:cubicBezTo>
                    <a:pt x="2375" y="320"/>
                    <a:pt x="2477" y="350"/>
                    <a:pt x="2565" y="398"/>
                  </a:cubicBezTo>
                  <a:cubicBezTo>
                    <a:pt x="2698" y="475"/>
                    <a:pt x="2896" y="653"/>
                    <a:pt x="2793" y="855"/>
                  </a:cubicBezTo>
                  <a:cubicBezTo>
                    <a:pt x="2549" y="1330"/>
                    <a:pt x="2557" y="1814"/>
                    <a:pt x="2816" y="2361"/>
                  </a:cubicBezTo>
                  <a:cubicBezTo>
                    <a:pt x="2005" y="2822"/>
                    <a:pt x="1328" y="3586"/>
                    <a:pt x="971" y="4465"/>
                  </a:cubicBezTo>
                  <a:cubicBezTo>
                    <a:pt x="879" y="4690"/>
                    <a:pt x="811" y="4918"/>
                    <a:pt x="765" y="5146"/>
                  </a:cubicBezTo>
                  <a:cubicBezTo>
                    <a:pt x="415" y="4712"/>
                    <a:pt x="389" y="4115"/>
                    <a:pt x="495" y="3655"/>
                  </a:cubicBezTo>
                  <a:cubicBezTo>
                    <a:pt x="621" y="3115"/>
                    <a:pt x="993" y="2491"/>
                    <a:pt x="1674" y="2342"/>
                  </a:cubicBezTo>
                  <a:cubicBezTo>
                    <a:pt x="1716" y="2335"/>
                    <a:pt x="1754" y="2308"/>
                    <a:pt x="1777" y="2270"/>
                  </a:cubicBezTo>
                  <a:cubicBezTo>
                    <a:pt x="1800" y="2236"/>
                    <a:pt x="1808" y="2190"/>
                    <a:pt x="1796" y="2148"/>
                  </a:cubicBezTo>
                  <a:cubicBezTo>
                    <a:pt x="1659" y="1578"/>
                    <a:pt x="1720" y="1015"/>
                    <a:pt x="1983" y="475"/>
                  </a:cubicBezTo>
                  <a:cubicBezTo>
                    <a:pt x="2051" y="364"/>
                    <a:pt x="2161" y="320"/>
                    <a:pt x="2278" y="320"/>
                  </a:cubicBezTo>
                  <a:close/>
                  <a:moveTo>
                    <a:pt x="2278" y="1"/>
                  </a:moveTo>
                  <a:cubicBezTo>
                    <a:pt x="2053" y="1"/>
                    <a:pt x="1836" y="94"/>
                    <a:pt x="1705" y="319"/>
                  </a:cubicBezTo>
                  <a:cubicBezTo>
                    <a:pt x="1701" y="322"/>
                    <a:pt x="1697" y="326"/>
                    <a:pt x="1697" y="330"/>
                  </a:cubicBezTo>
                  <a:cubicBezTo>
                    <a:pt x="1423" y="889"/>
                    <a:pt x="1340" y="1475"/>
                    <a:pt x="1450" y="2072"/>
                  </a:cubicBezTo>
                  <a:cubicBezTo>
                    <a:pt x="834" y="2270"/>
                    <a:pt x="354" y="2833"/>
                    <a:pt x="183" y="3583"/>
                  </a:cubicBezTo>
                  <a:cubicBezTo>
                    <a:pt x="1" y="4359"/>
                    <a:pt x="202" y="5104"/>
                    <a:pt x="708" y="5549"/>
                  </a:cubicBezTo>
                  <a:cubicBezTo>
                    <a:pt x="701" y="5652"/>
                    <a:pt x="697" y="5755"/>
                    <a:pt x="697" y="5857"/>
                  </a:cubicBezTo>
                  <a:cubicBezTo>
                    <a:pt x="701" y="6360"/>
                    <a:pt x="818" y="6854"/>
                    <a:pt x="1043" y="7314"/>
                  </a:cubicBezTo>
                  <a:cubicBezTo>
                    <a:pt x="1332" y="7912"/>
                    <a:pt x="1815" y="8547"/>
                    <a:pt x="2473" y="9201"/>
                  </a:cubicBezTo>
                  <a:cubicBezTo>
                    <a:pt x="2508" y="9232"/>
                    <a:pt x="2546" y="9247"/>
                    <a:pt x="2587" y="9247"/>
                  </a:cubicBezTo>
                  <a:cubicBezTo>
                    <a:pt x="2629" y="9247"/>
                    <a:pt x="2671" y="9232"/>
                    <a:pt x="2702" y="9197"/>
                  </a:cubicBezTo>
                  <a:cubicBezTo>
                    <a:pt x="2766" y="9137"/>
                    <a:pt x="2762" y="9034"/>
                    <a:pt x="2702" y="8973"/>
                  </a:cubicBezTo>
                  <a:cubicBezTo>
                    <a:pt x="2466" y="8741"/>
                    <a:pt x="2256" y="8513"/>
                    <a:pt x="2070" y="8284"/>
                  </a:cubicBezTo>
                  <a:cubicBezTo>
                    <a:pt x="2169" y="7946"/>
                    <a:pt x="2329" y="7630"/>
                    <a:pt x="2538" y="7349"/>
                  </a:cubicBezTo>
                  <a:cubicBezTo>
                    <a:pt x="2755" y="7516"/>
                    <a:pt x="3055" y="7603"/>
                    <a:pt x="3348" y="7603"/>
                  </a:cubicBezTo>
                  <a:cubicBezTo>
                    <a:pt x="3626" y="7603"/>
                    <a:pt x="3900" y="7524"/>
                    <a:pt x="4098" y="7360"/>
                  </a:cubicBezTo>
                  <a:cubicBezTo>
                    <a:pt x="4166" y="7303"/>
                    <a:pt x="4174" y="7200"/>
                    <a:pt x="4117" y="7132"/>
                  </a:cubicBezTo>
                  <a:cubicBezTo>
                    <a:pt x="4087" y="7094"/>
                    <a:pt x="4043" y="7075"/>
                    <a:pt x="3997" y="7075"/>
                  </a:cubicBezTo>
                  <a:cubicBezTo>
                    <a:pt x="3960" y="7075"/>
                    <a:pt x="3923" y="7087"/>
                    <a:pt x="3892" y="7113"/>
                  </a:cubicBezTo>
                  <a:cubicBezTo>
                    <a:pt x="3753" y="7228"/>
                    <a:pt x="3552" y="7284"/>
                    <a:pt x="3347" y="7284"/>
                  </a:cubicBezTo>
                  <a:cubicBezTo>
                    <a:pt x="3127" y="7284"/>
                    <a:pt x="2901" y="7220"/>
                    <a:pt x="2740" y="7098"/>
                  </a:cubicBezTo>
                  <a:cubicBezTo>
                    <a:pt x="3196" y="6592"/>
                    <a:pt x="3816" y="6226"/>
                    <a:pt x="4486" y="6108"/>
                  </a:cubicBezTo>
                  <a:cubicBezTo>
                    <a:pt x="4573" y="6089"/>
                    <a:pt x="4630" y="6006"/>
                    <a:pt x="4615" y="5922"/>
                  </a:cubicBezTo>
                  <a:cubicBezTo>
                    <a:pt x="4602" y="5845"/>
                    <a:pt x="4536" y="5789"/>
                    <a:pt x="4461" y="5789"/>
                  </a:cubicBezTo>
                  <a:cubicBezTo>
                    <a:pt x="4450" y="5789"/>
                    <a:pt x="4439" y="5790"/>
                    <a:pt x="4429" y="5793"/>
                  </a:cubicBezTo>
                  <a:cubicBezTo>
                    <a:pt x="4063" y="5857"/>
                    <a:pt x="3713" y="5987"/>
                    <a:pt x="3390" y="6173"/>
                  </a:cubicBezTo>
                  <a:cubicBezTo>
                    <a:pt x="3348" y="5998"/>
                    <a:pt x="3272" y="5827"/>
                    <a:pt x="3162" y="5667"/>
                  </a:cubicBezTo>
                  <a:cubicBezTo>
                    <a:pt x="3200" y="5260"/>
                    <a:pt x="3645" y="4834"/>
                    <a:pt x="4052" y="4834"/>
                  </a:cubicBezTo>
                  <a:cubicBezTo>
                    <a:pt x="4139" y="4834"/>
                    <a:pt x="4212" y="4762"/>
                    <a:pt x="4212" y="4674"/>
                  </a:cubicBezTo>
                  <a:cubicBezTo>
                    <a:pt x="4212" y="4583"/>
                    <a:pt x="4139" y="4511"/>
                    <a:pt x="4052" y="4511"/>
                  </a:cubicBezTo>
                  <a:cubicBezTo>
                    <a:pt x="3573" y="4511"/>
                    <a:pt x="3086" y="4903"/>
                    <a:pt x="2907" y="5367"/>
                  </a:cubicBezTo>
                  <a:cubicBezTo>
                    <a:pt x="2599" y="5066"/>
                    <a:pt x="2218" y="4895"/>
                    <a:pt x="1865" y="4895"/>
                  </a:cubicBezTo>
                  <a:cubicBezTo>
                    <a:pt x="1777" y="4895"/>
                    <a:pt x="1705" y="4967"/>
                    <a:pt x="1705" y="5055"/>
                  </a:cubicBezTo>
                  <a:cubicBezTo>
                    <a:pt x="1705" y="5142"/>
                    <a:pt x="1777" y="5214"/>
                    <a:pt x="1865" y="5214"/>
                  </a:cubicBezTo>
                  <a:cubicBezTo>
                    <a:pt x="2420" y="5214"/>
                    <a:pt x="3036" y="5797"/>
                    <a:pt x="3097" y="6356"/>
                  </a:cubicBezTo>
                  <a:cubicBezTo>
                    <a:pt x="2527" y="6759"/>
                    <a:pt x="2074" y="7330"/>
                    <a:pt x="1830" y="7984"/>
                  </a:cubicBezTo>
                  <a:cubicBezTo>
                    <a:pt x="1625" y="7706"/>
                    <a:pt x="1458" y="7436"/>
                    <a:pt x="1332" y="7177"/>
                  </a:cubicBezTo>
                  <a:cubicBezTo>
                    <a:pt x="830" y="6143"/>
                    <a:pt x="1020" y="5195"/>
                    <a:pt x="1271" y="4583"/>
                  </a:cubicBezTo>
                  <a:cubicBezTo>
                    <a:pt x="1674" y="3583"/>
                    <a:pt x="2534" y="2742"/>
                    <a:pt x="3512" y="2388"/>
                  </a:cubicBezTo>
                  <a:cubicBezTo>
                    <a:pt x="3736" y="2308"/>
                    <a:pt x="3793" y="2243"/>
                    <a:pt x="3949" y="2065"/>
                  </a:cubicBezTo>
                  <a:lnTo>
                    <a:pt x="3968" y="2042"/>
                  </a:lnTo>
                  <a:cubicBezTo>
                    <a:pt x="4212" y="1760"/>
                    <a:pt x="4508" y="1490"/>
                    <a:pt x="4843" y="1243"/>
                  </a:cubicBezTo>
                  <a:cubicBezTo>
                    <a:pt x="4916" y="1190"/>
                    <a:pt x="4931" y="1091"/>
                    <a:pt x="4877" y="1019"/>
                  </a:cubicBezTo>
                  <a:cubicBezTo>
                    <a:pt x="4846" y="975"/>
                    <a:pt x="4798" y="953"/>
                    <a:pt x="4749" y="953"/>
                  </a:cubicBezTo>
                  <a:cubicBezTo>
                    <a:pt x="4716" y="953"/>
                    <a:pt x="4682" y="963"/>
                    <a:pt x="4653" y="984"/>
                  </a:cubicBezTo>
                  <a:cubicBezTo>
                    <a:pt x="4299" y="1247"/>
                    <a:pt x="3987" y="1532"/>
                    <a:pt x="3725" y="1833"/>
                  </a:cubicBezTo>
                  <a:lnTo>
                    <a:pt x="3706" y="1855"/>
                  </a:lnTo>
                  <a:cubicBezTo>
                    <a:pt x="3561" y="2019"/>
                    <a:pt x="3550" y="2034"/>
                    <a:pt x="3401" y="2088"/>
                  </a:cubicBezTo>
                  <a:cubicBezTo>
                    <a:pt x="3299" y="2126"/>
                    <a:pt x="3200" y="2167"/>
                    <a:pt x="3101" y="2213"/>
                  </a:cubicBezTo>
                  <a:cubicBezTo>
                    <a:pt x="2892" y="1760"/>
                    <a:pt x="2884" y="1384"/>
                    <a:pt x="3078" y="1003"/>
                  </a:cubicBezTo>
                  <a:cubicBezTo>
                    <a:pt x="3238" y="688"/>
                    <a:pt x="3093" y="322"/>
                    <a:pt x="2721" y="117"/>
                  </a:cubicBezTo>
                  <a:cubicBezTo>
                    <a:pt x="2585" y="43"/>
                    <a:pt x="2430" y="1"/>
                    <a:pt x="2278" y="1"/>
                  </a:cubicBez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 name="Google Shape;1236;p48"/>
            <p:cNvSpPr/>
            <p:nvPr/>
          </p:nvSpPr>
          <p:spPr>
            <a:xfrm>
              <a:off x="7469374" y="2402244"/>
              <a:ext cx="238303" cy="445168"/>
            </a:xfrm>
            <a:custGeom>
              <a:avLst/>
              <a:gdLst/>
              <a:ahLst/>
              <a:cxnLst/>
              <a:rect l="l" t="t" r="r" b="b"/>
              <a:pathLst>
                <a:path w="5867" h="10960" extrusionOk="0">
                  <a:moveTo>
                    <a:pt x="4033" y="1670"/>
                  </a:moveTo>
                  <a:lnTo>
                    <a:pt x="4177" y="1967"/>
                  </a:lnTo>
                  <a:cubicBezTo>
                    <a:pt x="4200" y="2013"/>
                    <a:pt x="4303" y="2237"/>
                    <a:pt x="4139" y="2347"/>
                  </a:cubicBezTo>
                  <a:cubicBezTo>
                    <a:pt x="4078" y="2385"/>
                    <a:pt x="4018" y="2423"/>
                    <a:pt x="3964" y="2458"/>
                  </a:cubicBezTo>
                  <a:cubicBezTo>
                    <a:pt x="3763" y="2583"/>
                    <a:pt x="3591" y="2694"/>
                    <a:pt x="3439" y="2823"/>
                  </a:cubicBezTo>
                  <a:cubicBezTo>
                    <a:pt x="3405" y="2857"/>
                    <a:pt x="3386" y="2903"/>
                    <a:pt x="3386" y="2948"/>
                  </a:cubicBezTo>
                  <a:cubicBezTo>
                    <a:pt x="3386" y="2998"/>
                    <a:pt x="3409" y="3040"/>
                    <a:pt x="3447" y="3070"/>
                  </a:cubicBezTo>
                  <a:cubicBezTo>
                    <a:pt x="3782" y="3336"/>
                    <a:pt x="4082" y="3675"/>
                    <a:pt x="4345" y="4074"/>
                  </a:cubicBezTo>
                  <a:cubicBezTo>
                    <a:pt x="4508" y="4322"/>
                    <a:pt x="4638" y="4577"/>
                    <a:pt x="4740" y="4835"/>
                  </a:cubicBezTo>
                  <a:cubicBezTo>
                    <a:pt x="4018" y="4733"/>
                    <a:pt x="3455" y="4538"/>
                    <a:pt x="3070" y="4253"/>
                  </a:cubicBezTo>
                  <a:cubicBezTo>
                    <a:pt x="2720" y="3998"/>
                    <a:pt x="2530" y="3671"/>
                    <a:pt x="2519" y="3310"/>
                  </a:cubicBezTo>
                  <a:cubicBezTo>
                    <a:pt x="2507" y="2952"/>
                    <a:pt x="2667" y="2583"/>
                    <a:pt x="2968" y="2267"/>
                  </a:cubicBezTo>
                  <a:cubicBezTo>
                    <a:pt x="3253" y="1971"/>
                    <a:pt x="3626" y="1761"/>
                    <a:pt x="4033" y="1670"/>
                  </a:cubicBezTo>
                  <a:close/>
                  <a:moveTo>
                    <a:pt x="4387" y="0"/>
                  </a:moveTo>
                  <a:cubicBezTo>
                    <a:pt x="3785" y="0"/>
                    <a:pt x="3059" y="225"/>
                    <a:pt x="2340" y="632"/>
                  </a:cubicBezTo>
                  <a:cubicBezTo>
                    <a:pt x="2264" y="674"/>
                    <a:pt x="2237" y="772"/>
                    <a:pt x="2279" y="849"/>
                  </a:cubicBezTo>
                  <a:cubicBezTo>
                    <a:pt x="2310" y="900"/>
                    <a:pt x="2364" y="929"/>
                    <a:pt x="2421" y="929"/>
                  </a:cubicBezTo>
                  <a:cubicBezTo>
                    <a:pt x="2447" y="929"/>
                    <a:pt x="2474" y="923"/>
                    <a:pt x="2500" y="909"/>
                  </a:cubicBezTo>
                  <a:cubicBezTo>
                    <a:pt x="3169" y="529"/>
                    <a:pt x="3839" y="320"/>
                    <a:pt x="4387" y="320"/>
                  </a:cubicBezTo>
                  <a:cubicBezTo>
                    <a:pt x="4409" y="320"/>
                    <a:pt x="4478" y="320"/>
                    <a:pt x="4520" y="453"/>
                  </a:cubicBezTo>
                  <a:lnTo>
                    <a:pt x="4698" y="997"/>
                  </a:lnTo>
                  <a:cubicBezTo>
                    <a:pt x="4714" y="1035"/>
                    <a:pt x="4725" y="1088"/>
                    <a:pt x="4706" y="1122"/>
                  </a:cubicBezTo>
                  <a:cubicBezTo>
                    <a:pt x="4691" y="1149"/>
                    <a:pt x="4649" y="1176"/>
                    <a:pt x="4584" y="1195"/>
                  </a:cubicBezTo>
                  <a:lnTo>
                    <a:pt x="4086" y="1335"/>
                  </a:lnTo>
                  <a:cubicBezTo>
                    <a:pt x="3017" y="1518"/>
                    <a:pt x="2169" y="2404"/>
                    <a:pt x="2199" y="3321"/>
                  </a:cubicBezTo>
                  <a:cubicBezTo>
                    <a:pt x="2214" y="3781"/>
                    <a:pt x="2446" y="4196"/>
                    <a:pt x="2880" y="4512"/>
                  </a:cubicBezTo>
                  <a:cubicBezTo>
                    <a:pt x="2941" y="4558"/>
                    <a:pt x="3009" y="4603"/>
                    <a:pt x="3082" y="4645"/>
                  </a:cubicBezTo>
                  <a:cubicBezTo>
                    <a:pt x="3192" y="5143"/>
                    <a:pt x="3013" y="5954"/>
                    <a:pt x="2686" y="6391"/>
                  </a:cubicBezTo>
                  <a:cubicBezTo>
                    <a:pt x="2629" y="6460"/>
                    <a:pt x="2644" y="6562"/>
                    <a:pt x="2717" y="6616"/>
                  </a:cubicBezTo>
                  <a:cubicBezTo>
                    <a:pt x="2743" y="6638"/>
                    <a:pt x="2777" y="6646"/>
                    <a:pt x="2812" y="6646"/>
                  </a:cubicBezTo>
                  <a:cubicBezTo>
                    <a:pt x="2861" y="6646"/>
                    <a:pt x="2911" y="6627"/>
                    <a:pt x="2941" y="6585"/>
                  </a:cubicBezTo>
                  <a:cubicBezTo>
                    <a:pt x="3044" y="6448"/>
                    <a:pt x="3131" y="6285"/>
                    <a:pt x="3207" y="6106"/>
                  </a:cubicBezTo>
                  <a:cubicBezTo>
                    <a:pt x="3340" y="6288"/>
                    <a:pt x="3397" y="6570"/>
                    <a:pt x="3310" y="6737"/>
                  </a:cubicBezTo>
                  <a:cubicBezTo>
                    <a:pt x="3268" y="6817"/>
                    <a:pt x="3299" y="6912"/>
                    <a:pt x="3378" y="6954"/>
                  </a:cubicBezTo>
                  <a:cubicBezTo>
                    <a:pt x="3401" y="6966"/>
                    <a:pt x="3428" y="6973"/>
                    <a:pt x="3455" y="6973"/>
                  </a:cubicBezTo>
                  <a:cubicBezTo>
                    <a:pt x="3512" y="6973"/>
                    <a:pt x="3569" y="6939"/>
                    <a:pt x="3595" y="6886"/>
                  </a:cubicBezTo>
                  <a:cubicBezTo>
                    <a:pt x="3770" y="6551"/>
                    <a:pt x="3630" y="6022"/>
                    <a:pt x="3325" y="5767"/>
                  </a:cubicBezTo>
                  <a:cubicBezTo>
                    <a:pt x="3413" y="5451"/>
                    <a:pt x="3451" y="5113"/>
                    <a:pt x="3428" y="4820"/>
                  </a:cubicBezTo>
                  <a:lnTo>
                    <a:pt x="3428" y="4820"/>
                  </a:lnTo>
                  <a:cubicBezTo>
                    <a:pt x="3820" y="4987"/>
                    <a:pt x="4295" y="5105"/>
                    <a:pt x="4854" y="5174"/>
                  </a:cubicBezTo>
                  <a:cubicBezTo>
                    <a:pt x="5178" y="6307"/>
                    <a:pt x="4934" y="7536"/>
                    <a:pt x="4120" y="8841"/>
                  </a:cubicBezTo>
                  <a:cubicBezTo>
                    <a:pt x="4006" y="8658"/>
                    <a:pt x="3824" y="8491"/>
                    <a:pt x="3599" y="8369"/>
                  </a:cubicBezTo>
                  <a:cubicBezTo>
                    <a:pt x="3371" y="8244"/>
                    <a:pt x="3123" y="8178"/>
                    <a:pt x="2900" y="8178"/>
                  </a:cubicBezTo>
                  <a:cubicBezTo>
                    <a:pt x="2817" y="8178"/>
                    <a:pt x="2737" y="8187"/>
                    <a:pt x="2663" y="8206"/>
                  </a:cubicBezTo>
                  <a:cubicBezTo>
                    <a:pt x="2576" y="8228"/>
                    <a:pt x="2523" y="8316"/>
                    <a:pt x="2545" y="8400"/>
                  </a:cubicBezTo>
                  <a:cubicBezTo>
                    <a:pt x="2565" y="8473"/>
                    <a:pt x="2630" y="8523"/>
                    <a:pt x="2702" y="8523"/>
                  </a:cubicBezTo>
                  <a:cubicBezTo>
                    <a:pt x="2716" y="8523"/>
                    <a:pt x="2729" y="8521"/>
                    <a:pt x="2743" y="8518"/>
                  </a:cubicBezTo>
                  <a:cubicBezTo>
                    <a:pt x="2797" y="8503"/>
                    <a:pt x="2854" y="8497"/>
                    <a:pt x="2913" y="8497"/>
                  </a:cubicBezTo>
                  <a:cubicBezTo>
                    <a:pt x="2963" y="8497"/>
                    <a:pt x="3014" y="8501"/>
                    <a:pt x="3067" y="8510"/>
                  </a:cubicBezTo>
                  <a:cubicBezTo>
                    <a:pt x="2911" y="8703"/>
                    <a:pt x="2622" y="8848"/>
                    <a:pt x="2387" y="8848"/>
                  </a:cubicBezTo>
                  <a:cubicBezTo>
                    <a:pt x="2335" y="8848"/>
                    <a:pt x="2286" y="8841"/>
                    <a:pt x="2241" y="8826"/>
                  </a:cubicBezTo>
                  <a:cubicBezTo>
                    <a:pt x="2223" y="8819"/>
                    <a:pt x="2205" y="8816"/>
                    <a:pt x="2188" y="8816"/>
                  </a:cubicBezTo>
                  <a:cubicBezTo>
                    <a:pt x="2121" y="8816"/>
                    <a:pt x="2060" y="8859"/>
                    <a:pt x="2036" y="8925"/>
                  </a:cubicBezTo>
                  <a:cubicBezTo>
                    <a:pt x="2009" y="9008"/>
                    <a:pt x="2055" y="9100"/>
                    <a:pt x="2138" y="9130"/>
                  </a:cubicBezTo>
                  <a:cubicBezTo>
                    <a:pt x="2214" y="9157"/>
                    <a:pt x="2302" y="9168"/>
                    <a:pt x="2393" y="9168"/>
                  </a:cubicBezTo>
                  <a:cubicBezTo>
                    <a:pt x="2561" y="9168"/>
                    <a:pt x="2743" y="9122"/>
                    <a:pt x="2918" y="9031"/>
                  </a:cubicBezTo>
                  <a:cubicBezTo>
                    <a:pt x="3120" y="8928"/>
                    <a:pt x="3283" y="8780"/>
                    <a:pt x="3382" y="8617"/>
                  </a:cubicBezTo>
                  <a:cubicBezTo>
                    <a:pt x="3633" y="8738"/>
                    <a:pt x="3846" y="8940"/>
                    <a:pt x="3911" y="9157"/>
                  </a:cubicBezTo>
                  <a:cubicBezTo>
                    <a:pt x="3687" y="9484"/>
                    <a:pt x="3428" y="9815"/>
                    <a:pt x="3135" y="10150"/>
                  </a:cubicBezTo>
                  <a:cubicBezTo>
                    <a:pt x="2850" y="10477"/>
                    <a:pt x="2526" y="10642"/>
                    <a:pt x="2174" y="10642"/>
                  </a:cubicBezTo>
                  <a:cubicBezTo>
                    <a:pt x="1865" y="10642"/>
                    <a:pt x="1535" y="10515"/>
                    <a:pt x="1191" y="10260"/>
                  </a:cubicBezTo>
                  <a:cubicBezTo>
                    <a:pt x="875" y="10028"/>
                    <a:pt x="571" y="9784"/>
                    <a:pt x="282" y="9533"/>
                  </a:cubicBezTo>
                  <a:cubicBezTo>
                    <a:pt x="253" y="9507"/>
                    <a:pt x="215" y="9495"/>
                    <a:pt x="178" y="9495"/>
                  </a:cubicBezTo>
                  <a:cubicBezTo>
                    <a:pt x="133" y="9495"/>
                    <a:pt x="89" y="9513"/>
                    <a:pt x="57" y="9549"/>
                  </a:cubicBezTo>
                  <a:cubicBezTo>
                    <a:pt x="0" y="9617"/>
                    <a:pt x="4" y="9716"/>
                    <a:pt x="73" y="9777"/>
                  </a:cubicBezTo>
                  <a:cubicBezTo>
                    <a:pt x="366" y="10032"/>
                    <a:pt x="678" y="10283"/>
                    <a:pt x="1001" y="10519"/>
                  </a:cubicBezTo>
                  <a:cubicBezTo>
                    <a:pt x="1400" y="10811"/>
                    <a:pt x="1800" y="10960"/>
                    <a:pt x="2176" y="10960"/>
                  </a:cubicBezTo>
                  <a:cubicBezTo>
                    <a:pt x="2618" y="10960"/>
                    <a:pt x="3028" y="10758"/>
                    <a:pt x="3375" y="10363"/>
                  </a:cubicBezTo>
                  <a:cubicBezTo>
                    <a:pt x="5452" y="7993"/>
                    <a:pt x="5866" y="5817"/>
                    <a:pt x="4615" y="3899"/>
                  </a:cubicBezTo>
                  <a:cubicBezTo>
                    <a:pt x="4375" y="3530"/>
                    <a:pt x="4101" y="3215"/>
                    <a:pt x="3801" y="2948"/>
                  </a:cubicBezTo>
                  <a:cubicBezTo>
                    <a:pt x="3900" y="2876"/>
                    <a:pt x="4010" y="2808"/>
                    <a:pt x="4135" y="2728"/>
                  </a:cubicBezTo>
                  <a:cubicBezTo>
                    <a:pt x="4193" y="2694"/>
                    <a:pt x="4250" y="2655"/>
                    <a:pt x="4314" y="2614"/>
                  </a:cubicBezTo>
                  <a:cubicBezTo>
                    <a:pt x="4600" y="2427"/>
                    <a:pt x="4596" y="2081"/>
                    <a:pt x="4466" y="1822"/>
                  </a:cubicBezTo>
                  <a:lnTo>
                    <a:pt x="4352" y="1594"/>
                  </a:lnTo>
                  <a:lnTo>
                    <a:pt x="4672" y="1503"/>
                  </a:lnTo>
                  <a:cubicBezTo>
                    <a:pt x="4862" y="1450"/>
                    <a:pt x="4950" y="1347"/>
                    <a:pt x="4988" y="1275"/>
                  </a:cubicBezTo>
                  <a:cubicBezTo>
                    <a:pt x="5045" y="1164"/>
                    <a:pt x="5052" y="1039"/>
                    <a:pt x="5007" y="898"/>
                  </a:cubicBezTo>
                  <a:lnTo>
                    <a:pt x="4828" y="354"/>
                  </a:lnTo>
                  <a:cubicBezTo>
                    <a:pt x="4756" y="133"/>
                    <a:pt x="4588" y="0"/>
                    <a:pt x="4387" y="0"/>
                  </a:cubicBez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extLst>
      <p:ext uri="{BB962C8B-B14F-4D97-AF65-F5344CB8AC3E}">
        <p14:creationId xmlns:p14="http://schemas.microsoft.com/office/powerpoint/2010/main" val="157561202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1220">
          <a:extLst>
            <a:ext uri="{FF2B5EF4-FFF2-40B4-BE49-F238E27FC236}">
              <a16:creationId xmlns:a16="http://schemas.microsoft.com/office/drawing/2014/main" id="{B30F4AFB-9029-160D-3187-908173F40C80}"/>
            </a:ext>
          </a:extLst>
        </p:cNvPr>
        <p:cNvGrpSpPr/>
        <p:nvPr/>
      </p:nvGrpSpPr>
      <p:grpSpPr>
        <a:xfrm>
          <a:off x="0" y="0"/>
          <a:ext cx="0" cy="0"/>
          <a:chOff x="0" y="0"/>
          <a:chExt cx="0" cy="0"/>
        </a:xfrm>
      </p:grpSpPr>
      <p:grpSp>
        <p:nvGrpSpPr>
          <p:cNvPr id="1222" name="Google Shape;1222;p47">
            <a:extLst>
              <a:ext uri="{FF2B5EF4-FFF2-40B4-BE49-F238E27FC236}">
                <a16:creationId xmlns:a16="http://schemas.microsoft.com/office/drawing/2014/main" id="{F802CE66-396A-1B0A-BCA5-09804E4BD676}"/>
              </a:ext>
            </a:extLst>
          </p:cNvPr>
          <p:cNvGrpSpPr/>
          <p:nvPr/>
        </p:nvGrpSpPr>
        <p:grpSpPr>
          <a:xfrm>
            <a:off x="275849" y="358731"/>
            <a:ext cx="623693" cy="542353"/>
            <a:chOff x="1082169" y="2497002"/>
            <a:chExt cx="1663996" cy="1720378"/>
          </a:xfrm>
        </p:grpSpPr>
        <p:sp>
          <p:nvSpPr>
            <p:cNvPr id="1223" name="Google Shape;1223;p47">
              <a:extLst>
                <a:ext uri="{FF2B5EF4-FFF2-40B4-BE49-F238E27FC236}">
                  <a16:creationId xmlns:a16="http://schemas.microsoft.com/office/drawing/2014/main" id="{6139F5F6-2FAF-0FF7-C647-92861784D45D}"/>
                </a:ext>
              </a:extLst>
            </p:cNvPr>
            <p:cNvSpPr/>
            <p:nvPr/>
          </p:nvSpPr>
          <p:spPr>
            <a:xfrm rot="-1002475">
              <a:off x="1255753" y="2656719"/>
              <a:ext cx="1316828" cy="1400943"/>
            </a:xfrm>
            <a:custGeom>
              <a:avLst/>
              <a:gdLst/>
              <a:ahLst/>
              <a:cxnLst/>
              <a:rect l="l" t="t" r="r" b="b"/>
              <a:pathLst>
                <a:path w="33267" h="35392" extrusionOk="0">
                  <a:moveTo>
                    <a:pt x="16501" y="1"/>
                  </a:moveTo>
                  <a:cubicBezTo>
                    <a:pt x="15873" y="110"/>
                    <a:pt x="14762" y="293"/>
                    <a:pt x="14762" y="293"/>
                  </a:cubicBezTo>
                  <a:cubicBezTo>
                    <a:pt x="12749" y="761"/>
                    <a:pt x="10902" y="1778"/>
                    <a:pt x="9405" y="3270"/>
                  </a:cubicBezTo>
                  <a:cubicBezTo>
                    <a:pt x="7289" y="5379"/>
                    <a:pt x="6118" y="8189"/>
                    <a:pt x="6108" y="11183"/>
                  </a:cubicBezTo>
                  <a:cubicBezTo>
                    <a:pt x="6102" y="13317"/>
                    <a:pt x="6696" y="15394"/>
                    <a:pt x="7829" y="17192"/>
                  </a:cubicBezTo>
                  <a:cubicBezTo>
                    <a:pt x="8647" y="18490"/>
                    <a:pt x="9079" y="19998"/>
                    <a:pt x="9079" y="21552"/>
                  </a:cubicBezTo>
                  <a:lnTo>
                    <a:pt x="9079" y="24669"/>
                  </a:lnTo>
                  <a:lnTo>
                    <a:pt x="9118" y="25929"/>
                  </a:lnTo>
                  <a:lnTo>
                    <a:pt x="9079" y="26273"/>
                  </a:lnTo>
                  <a:lnTo>
                    <a:pt x="9079" y="28907"/>
                  </a:lnTo>
                  <a:cubicBezTo>
                    <a:pt x="9079" y="29271"/>
                    <a:pt x="8783" y="29566"/>
                    <a:pt x="8418" y="29566"/>
                  </a:cubicBezTo>
                  <a:lnTo>
                    <a:pt x="5260" y="29566"/>
                  </a:lnTo>
                  <a:cubicBezTo>
                    <a:pt x="2360" y="29566"/>
                    <a:pt x="1" y="31925"/>
                    <a:pt x="1" y="34825"/>
                  </a:cubicBezTo>
                  <a:cubicBezTo>
                    <a:pt x="1" y="35137"/>
                    <a:pt x="254" y="35392"/>
                    <a:pt x="568" y="35392"/>
                  </a:cubicBezTo>
                  <a:cubicBezTo>
                    <a:pt x="881" y="35392"/>
                    <a:pt x="1134" y="35137"/>
                    <a:pt x="1134" y="34825"/>
                  </a:cubicBezTo>
                  <a:lnTo>
                    <a:pt x="1134" y="34824"/>
                  </a:lnTo>
                  <a:lnTo>
                    <a:pt x="32132" y="34824"/>
                  </a:lnTo>
                  <a:cubicBezTo>
                    <a:pt x="32132" y="35137"/>
                    <a:pt x="32386" y="35392"/>
                    <a:pt x="32700" y="35392"/>
                  </a:cubicBezTo>
                  <a:cubicBezTo>
                    <a:pt x="33012" y="35392"/>
                    <a:pt x="33266" y="35137"/>
                    <a:pt x="33266" y="34824"/>
                  </a:cubicBezTo>
                  <a:cubicBezTo>
                    <a:pt x="33266" y="33420"/>
                    <a:pt x="32719" y="32099"/>
                    <a:pt x="31726" y="31107"/>
                  </a:cubicBezTo>
                  <a:cubicBezTo>
                    <a:pt x="30734" y="30114"/>
                    <a:pt x="29413" y="29567"/>
                    <a:pt x="28007" y="29567"/>
                  </a:cubicBezTo>
                  <a:lnTo>
                    <a:pt x="20189" y="29567"/>
                  </a:lnTo>
                  <a:cubicBezTo>
                    <a:pt x="19825" y="29567"/>
                    <a:pt x="19528" y="29271"/>
                    <a:pt x="19528" y="28907"/>
                  </a:cubicBezTo>
                  <a:lnTo>
                    <a:pt x="19528" y="25916"/>
                  </a:lnTo>
                  <a:cubicBezTo>
                    <a:pt x="19528" y="25553"/>
                    <a:pt x="19825" y="25256"/>
                    <a:pt x="20189" y="25256"/>
                  </a:cubicBezTo>
                  <a:cubicBezTo>
                    <a:pt x="20502" y="25256"/>
                    <a:pt x="20756" y="25003"/>
                    <a:pt x="20756" y="24689"/>
                  </a:cubicBezTo>
                  <a:lnTo>
                    <a:pt x="22273" y="24689"/>
                  </a:lnTo>
                  <a:cubicBezTo>
                    <a:pt x="22273" y="25003"/>
                    <a:pt x="22527" y="25256"/>
                    <a:pt x="22840" y="25256"/>
                  </a:cubicBezTo>
                  <a:lnTo>
                    <a:pt x="24457" y="25256"/>
                  </a:lnTo>
                  <a:cubicBezTo>
                    <a:pt x="26005" y="25256"/>
                    <a:pt x="27282" y="24094"/>
                    <a:pt x="27428" y="22553"/>
                  </a:cubicBezTo>
                  <a:lnTo>
                    <a:pt x="27777" y="18874"/>
                  </a:lnTo>
                  <a:lnTo>
                    <a:pt x="28243" y="18874"/>
                  </a:lnTo>
                  <a:cubicBezTo>
                    <a:pt x="28800" y="18874"/>
                    <a:pt x="29307" y="18590"/>
                    <a:pt x="29600" y="18115"/>
                  </a:cubicBezTo>
                  <a:cubicBezTo>
                    <a:pt x="29891" y="17639"/>
                    <a:pt x="29914" y="17059"/>
                    <a:pt x="29663" y="16563"/>
                  </a:cubicBezTo>
                  <a:lnTo>
                    <a:pt x="28544" y="14356"/>
                  </a:lnTo>
                  <a:lnTo>
                    <a:pt x="28546" y="11219"/>
                  </a:lnTo>
                  <a:cubicBezTo>
                    <a:pt x="28546" y="5964"/>
                    <a:pt x="24928" y="1470"/>
                    <a:pt x="20024" y="330"/>
                  </a:cubicBezTo>
                  <a:cubicBezTo>
                    <a:pt x="18622" y="4"/>
                    <a:pt x="19051" y="233"/>
                    <a:pt x="18416" y="58"/>
                  </a:cubicBezTo>
                  <a:cubicBezTo>
                    <a:pt x="18414" y="58"/>
                    <a:pt x="18412" y="59"/>
                    <a:pt x="18409" y="59"/>
                  </a:cubicBezTo>
                  <a:cubicBezTo>
                    <a:pt x="18347" y="59"/>
                    <a:pt x="18049" y="1"/>
                    <a:pt x="18007" y="1"/>
                  </a:cubicBezTo>
                  <a:close/>
                </a:path>
              </a:pathLst>
            </a:custGeom>
            <a:solidFill>
              <a:schemeClr val="accent2"/>
            </a:solidFill>
            <a:ln w="114300" cap="flat" cmpd="sng">
              <a:solidFill>
                <a:schemeClr val="accent2"/>
              </a:solidFill>
              <a:prstDash val="solid"/>
              <a:round/>
              <a:headEnd type="none" w="sm" len="sm"/>
              <a:tailEnd type="none" w="sm" len="sm"/>
            </a:ln>
            <a:effectLst>
              <a:outerShdw dist="76200" dir="1800000" algn="bl" rotWithShape="0">
                <a:schemeClr val="lt2"/>
              </a:outerShdw>
            </a:effectLst>
          </p:spPr>
          <p:txBody>
            <a:bodyPr spcFirstLastPara="1" wrap="square" lIns="91425" tIns="91425" rIns="91425" bIns="91425" anchor="ctr" anchorCtr="0">
              <a:noAutofit/>
            </a:bodyPr>
            <a:lstStyle/>
            <a:p>
              <a:pPr marL="0" marR="0" lvl="0" indent="0" algn="l" rtl="0">
                <a:lnSpc>
                  <a:spcPct val="100000"/>
                </a:lnSpc>
                <a:spcBef>
                  <a:spcPts val="0"/>
                </a:spcBef>
                <a:spcAft>
                  <a:spcPts val="0"/>
                </a:spcAft>
                <a:buNone/>
              </a:pPr>
              <a:endParaRPr/>
            </a:p>
          </p:txBody>
        </p:sp>
        <p:sp>
          <p:nvSpPr>
            <p:cNvPr id="1224" name="Google Shape;1224;p47">
              <a:extLst>
                <a:ext uri="{FF2B5EF4-FFF2-40B4-BE49-F238E27FC236}">
                  <a16:creationId xmlns:a16="http://schemas.microsoft.com/office/drawing/2014/main" id="{14C390AB-BE5E-D769-F7DE-2EA1831585F2}"/>
                </a:ext>
              </a:extLst>
            </p:cNvPr>
            <p:cNvSpPr/>
            <p:nvPr/>
          </p:nvSpPr>
          <p:spPr>
            <a:xfrm rot="-1002475">
              <a:off x="1278198" y="2679168"/>
              <a:ext cx="1271901" cy="1356055"/>
            </a:xfrm>
            <a:custGeom>
              <a:avLst/>
              <a:gdLst/>
              <a:ahLst/>
              <a:cxnLst/>
              <a:rect l="l" t="t" r="r" b="b"/>
              <a:pathLst>
                <a:path w="32132" h="34258" extrusionOk="0">
                  <a:moveTo>
                    <a:pt x="16761" y="0"/>
                  </a:moveTo>
                  <a:cubicBezTo>
                    <a:pt x="10884" y="0"/>
                    <a:pt x="6127" y="4741"/>
                    <a:pt x="6108" y="10618"/>
                  </a:cubicBezTo>
                  <a:cubicBezTo>
                    <a:pt x="6102" y="12715"/>
                    <a:pt x="6701" y="14672"/>
                    <a:pt x="7741" y="16323"/>
                  </a:cubicBezTo>
                  <a:cubicBezTo>
                    <a:pt x="8620" y="17718"/>
                    <a:pt x="9079" y="19337"/>
                    <a:pt x="9079" y="20986"/>
                  </a:cubicBezTo>
                  <a:lnTo>
                    <a:pt x="9079" y="28340"/>
                  </a:lnTo>
                  <a:cubicBezTo>
                    <a:pt x="9079" y="29017"/>
                    <a:pt x="8529" y="29567"/>
                    <a:pt x="7851" y="29567"/>
                  </a:cubicBezTo>
                  <a:lnTo>
                    <a:pt x="4693" y="29567"/>
                  </a:lnTo>
                  <a:cubicBezTo>
                    <a:pt x="2101" y="29567"/>
                    <a:pt x="1" y="31667"/>
                    <a:pt x="1" y="34258"/>
                  </a:cubicBezTo>
                  <a:lnTo>
                    <a:pt x="32131" y="34258"/>
                  </a:lnTo>
                  <a:cubicBezTo>
                    <a:pt x="32131" y="31667"/>
                    <a:pt x="30032" y="29567"/>
                    <a:pt x="27440" y="29567"/>
                  </a:cubicBezTo>
                  <a:lnTo>
                    <a:pt x="19622" y="29567"/>
                  </a:lnTo>
                  <a:cubicBezTo>
                    <a:pt x="18944" y="29567"/>
                    <a:pt x="18395" y="29017"/>
                    <a:pt x="18395" y="28339"/>
                  </a:cubicBezTo>
                  <a:lnTo>
                    <a:pt x="18395" y="25349"/>
                  </a:lnTo>
                  <a:cubicBezTo>
                    <a:pt x="18395" y="24671"/>
                    <a:pt x="18944" y="24122"/>
                    <a:pt x="19622" y="24122"/>
                  </a:cubicBezTo>
                  <a:lnTo>
                    <a:pt x="23890" y="24122"/>
                  </a:lnTo>
                  <a:cubicBezTo>
                    <a:pt x="25137" y="24122"/>
                    <a:pt x="26179" y="23174"/>
                    <a:pt x="26297" y="21933"/>
                  </a:cubicBezTo>
                  <a:lnTo>
                    <a:pt x="26694" y="17739"/>
                  </a:lnTo>
                  <a:lnTo>
                    <a:pt x="27676" y="17739"/>
                  </a:lnTo>
                  <a:cubicBezTo>
                    <a:pt x="28440" y="17739"/>
                    <a:pt x="28935" y="16934"/>
                    <a:pt x="28590" y="16252"/>
                  </a:cubicBezTo>
                  <a:lnTo>
                    <a:pt x="27410" y="13924"/>
                  </a:lnTo>
                  <a:lnTo>
                    <a:pt x="27412" y="10652"/>
                  </a:lnTo>
                  <a:cubicBezTo>
                    <a:pt x="27412" y="4770"/>
                    <a:pt x="22643" y="1"/>
                    <a:pt x="16761"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25" name="Google Shape;1225;p47">
              <a:extLst>
                <a:ext uri="{FF2B5EF4-FFF2-40B4-BE49-F238E27FC236}">
                  <a16:creationId xmlns:a16="http://schemas.microsoft.com/office/drawing/2014/main" id="{3FF7125D-4251-537D-3547-68E1F609E329}"/>
                </a:ext>
              </a:extLst>
            </p:cNvPr>
            <p:cNvSpPr/>
            <p:nvPr/>
          </p:nvSpPr>
          <p:spPr>
            <a:xfrm rot="-1002475">
              <a:off x="1517787" y="2809192"/>
              <a:ext cx="566046" cy="422120"/>
            </a:xfrm>
            <a:custGeom>
              <a:avLst/>
              <a:gdLst/>
              <a:ahLst/>
              <a:cxnLst/>
              <a:rect l="l" t="t" r="r" b="b"/>
              <a:pathLst>
                <a:path w="14300" h="10664" extrusionOk="0">
                  <a:moveTo>
                    <a:pt x="7108" y="1"/>
                  </a:moveTo>
                  <a:cubicBezTo>
                    <a:pt x="3183" y="1"/>
                    <a:pt x="0" y="3182"/>
                    <a:pt x="0" y="7109"/>
                  </a:cubicBezTo>
                  <a:lnTo>
                    <a:pt x="0" y="9508"/>
                  </a:lnTo>
                  <a:cubicBezTo>
                    <a:pt x="0" y="10145"/>
                    <a:pt x="517" y="10663"/>
                    <a:pt x="1156" y="10663"/>
                  </a:cubicBezTo>
                  <a:lnTo>
                    <a:pt x="2112" y="10663"/>
                  </a:lnTo>
                  <a:cubicBezTo>
                    <a:pt x="2499" y="10663"/>
                    <a:pt x="2860" y="10469"/>
                    <a:pt x="3074" y="10148"/>
                  </a:cubicBezTo>
                  <a:lnTo>
                    <a:pt x="3929" y="8864"/>
                  </a:lnTo>
                  <a:lnTo>
                    <a:pt x="9030" y="8864"/>
                  </a:lnTo>
                  <a:cubicBezTo>
                    <a:pt x="10564" y="8864"/>
                    <a:pt x="11809" y="7620"/>
                    <a:pt x="11809" y="6085"/>
                  </a:cubicBezTo>
                  <a:cubicBezTo>
                    <a:pt x="13184" y="6085"/>
                    <a:pt x="14300" y="4969"/>
                    <a:pt x="14300" y="3594"/>
                  </a:cubicBezTo>
                  <a:cubicBezTo>
                    <a:pt x="14300" y="1609"/>
                    <a:pt x="12691" y="1"/>
                    <a:pt x="10707"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26" name="Google Shape;1226;p47">
              <a:extLst>
                <a:ext uri="{FF2B5EF4-FFF2-40B4-BE49-F238E27FC236}">
                  <a16:creationId xmlns:a16="http://schemas.microsoft.com/office/drawing/2014/main" id="{ABAAB943-4663-18EF-8838-39930A77A93B}"/>
                </a:ext>
              </a:extLst>
            </p:cNvPr>
            <p:cNvSpPr/>
            <p:nvPr/>
          </p:nvSpPr>
          <p:spPr>
            <a:xfrm rot="-1002475">
              <a:off x="2105720" y="3486731"/>
              <a:ext cx="588727" cy="446107"/>
            </a:xfrm>
            <a:custGeom>
              <a:avLst/>
              <a:gdLst/>
              <a:ahLst/>
              <a:cxnLst/>
              <a:rect l="l" t="t" r="r" b="b"/>
              <a:pathLst>
                <a:path w="14873" h="11270" extrusionOk="0">
                  <a:moveTo>
                    <a:pt x="1795" y="1"/>
                  </a:moveTo>
                  <a:cubicBezTo>
                    <a:pt x="805" y="1"/>
                    <a:pt x="1" y="805"/>
                    <a:pt x="1" y="1794"/>
                  </a:cubicBezTo>
                  <a:lnTo>
                    <a:pt x="1" y="4785"/>
                  </a:lnTo>
                  <a:cubicBezTo>
                    <a:pt x="1" y="5774"/>
                    <a:pt x="805" y="6578"/>
                    <a:pt x="1795" y="6578"/>
                  </a:cubicBezTo>
                  <a:lnTo>
                    <a:pt x="9613" y="6578"/>
                  </a:lnTo>
                  <a:cubicBezTo>
                    <a:pt x="10716" y="6578"/>
                    <a:pt x="11751" y="7008"/>
                    <a:pt x="12531" y="7787"/>
                  </a:cubicBezTo>
                  <a:cubicBezTo>
                    <a:pt x="13309" y="8565"/>
                    <a:pt x="13739" y="9601"/>
                    <a:pt x="13739" y="10703"/>
                  </a:cubicBezTo>
                  <a:cubicBezTo>
                    <a:pt x="13739" y="11016"/>
                    <a:pt x="13992" y="11270"/>
                    <a:pt x="14306" y="11270"/>
                  </a:cubicBezTo>
                  <a:cubicBezTo>
                    <a:pt x="14619" y="11270"/>
                    <a:pt x="14872" y="11016"/>
                    <a:pt x="14872" y="10703"/>
                  </a:cubicBezTo>
                  <a:cubicBezTo>
                    <a:pt x="14872" y="9297"/>
                    <a:pt x="14325" y="7977"/>
                    <a:pt x="13332" y="6985"/>
                  </a:cubicBezTo>
                  <a:cubicBezTo>
                    <a:pt x="12339" y="5992"/>
                    <a:pt x="11019" y="5445"/>
                    <a:pt x="9613" y="5445"/>
                  </a:cubicBezTo>
                  <a:lnTo>
                    <a:pt x="1795" y="5445"/>
                  </a:lnTo>
                  <a:cubicBezTo>
                    <a:pt x="1431" y="5445"/>
                    <a:pt x="1134" y="5149"/>
                    <a:pt x="1134" y="4785"/>
                  </a:cubicBezTo>
                  <a:lnTo>
                    <a:pt x="1134" y="1794"/>
                  </a:lnTo>
                  <a:cubicBezTo>
                    <a:pt x="1134" y="1431"/>
                    <a:pt x="1431" y="1134"/>
                    <a:pt x="1795" y="1134"/>
                  </a:cubicBezTo>
                  <a:cubicBezTo>
                    <a:pt x="2108" y="1134"/>
                    <a:pt x="2362" y="881"/>
                    <a:pt x="2362" y="567"/>
                  </a:cubicBezTo>
                  <a:cubicBezTo>
                    <a:pt x="2362" y="254"/>
                    <a:pt x="2108" y="1"/>
                    <a:pt x="179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27" name="Google Shape;1227;p47">
              <a:extLst>
                <a:ext uri="{FF2B5EF4-FFF2-40B4-BE49-F238E27FC236}">
                  <a16:creationId xmlns:a16="http://schemas.microsoft.com/office/drawing/2014/main" id="{F81952F7-94B5-4ECB-7422-C14912BA7540}"/>
                </a:ext>
              </a:extLst>
            </p:cNvPr>
            <p:cNvSpPr/>
            <p:nvPr/>
          </p:nvSpPr>
          <p:spPr>
            <a:xfrm rot="-1002475">
              <a:off x="1258555" y="2675798"/>
              <a:ext cx="1184104" cy="1400943"/>
            </a:xfrm>
            <a:custGeom>
              <a:avLst/>
              <a:gdLst/>
              <a:ahLst/>
              <a:cxnLst/>
              <a:rect l="l" t="t" r="r" b="b"/>
              <a:pathLst>
                <a:path w="29914" h="35392" extrusionOk="0">
                  <a:moveTo>
                    <a:pt x="16501" y="1"/>
                  </a:moveTo>
                  <a:cubicBezTo>
                    <a:pt x="15873" y="110"/>
                    <a:pt x="14762" y="294"/>
                    <a:pt x="14760" y="294"/>
                  </a:cubicBezTo>
                  <a:cubicBezTo>
                    <a:pt x="12748" y="761"/>
                    <a:pt x="10901" y="1778"/>
                    <a:pt x="9404" y="3270"/>
                  </a:cubicBezTo>
                  <a:cubicBezTo>
                    <a:pt x="7288" y="5380"/>
                    <a:pt x="6118" y="8190"/>
                    <a:pt x="6108" y="11184"/>
                  </a:cubicBezTo>
                  <a:cubicBezTo>
                    <a:pt x="6101" y="13318"/>
                    <a:pt x="6696" y="15395"/>
                    <a:pt x="7829" y="17192"/>
                  </a:cubicBezTo>
                  <a:cubicBezTo>
                    <a:pt x="8647" y="18491"/>
                    <a:pt x="9078" y="19998"/>
                    <a:pt x="9078" y="21553"/>
                  </a:cubicBezTo>
                  <a:lnTo>
                    <a:pt x="9078" y="24671"/>
                  </a:lnTo>
                  <a:lnTo>
                    <a:pt x="9117" y="25929"/>
                  </a:lnTo>
                  <a:lnTo>
                    <a:pt x="9078" y="26273"/>
                  </a:lnTo>
                  <a:lnTo>
                    <a:pt x="9078" y="28907"/>
                  </a:lnTo>
                  <a:cubicBezTo>
                    <a:pt x="9078" y="29271"/>
                    <a:pt x="8783" y="29567"/>
                    <a:pt x="8418" y="29567"/>
                  </a:cubicBezTo>
                  <a:lnTo>
                    <a:pt x="5259" y="29567"/>
                  </a:lnTo>
                  <a:cubicBezTo>
                    <a:pt x="2359" y="29567"/>
                    <a:pt x="1" y="31926"/>
                    <a:pt x="1" y="34825"/>
                  </a:cubicBezTo>
                  <a:cubicBezTo>
                    <a:pt x="1" y="35138"/>
                    <a:pt x="254" y="35392"/>
                    <a:pt x="568" y="35392"/>
                  </a:cubicBezTo>
                  <a:cubicBezTo>
                    <a:pt x="881" y="35392"/>
                    <a:pt x="1134" y="35138"/>
                    <a:pt x="1134" y="34825"/>
                  </a:cubicBezTo>
                  <a:cubicBezTo>
                    <a:pt x="1134" y="32551"/>
                    <a:pt x="2984" y="30700"/>
                    <a:pt x="5259" y="30700"/>
                  </a:cubicBezTo>
                  <a:lnTo>
                    <a:pt x="8418" y="30700"/>
                  </a:lnTo>
                  <a:cubicBezTo>
                    <a:pt x="9407" y="30700"/>
                    <a:pt x="10213" y="29896"/>
                    <a:pt x="10213" y="28907"/>
                  </a:cubicBezTo>
                  <a:lnTo>
                    <a:pt x="10213" y="27408"/>
                  </a:lnTo>
                  <a:lnTo>
                    <a:pt x="10213" y="25804"/>
                  </a:lnTo>
                  <a:lnTo>
                    <a:pt x="10213" y="21553"/>
                  </a:lnTo>
                  <a:cubicBezTo>
                    <a:pt x="10213" y="19785"/>
                    <a:pt x="9719" y="18068"/>
                    <a:pt x="8787" y="16587"/>
                  </a:cubicBezTo>
                  <a:cubicBezTo>
                    <a:pt x="7770" y="14973"/>
                    <a:pt x="7236" y="13105"/>
                    <a:pt x="7242" y="11187"/>
                  </a:cubicBezTo>
                  <a:cubicBezTo>
                    <a:pt x="7250" y="8496"/>
                    <a:pt x="8303" y="5970"/>
                    <a:pt x="10204" y="4074"/>
                  </a:cubicBezTo>
                  <a:cubicBezTo>
                    <a:pt x="12105" y="2181"/>
                    <a:pt x="14630" y="1137"/>
                    <a:pt x="17318" y="1134"/>
                  </a:cubicBezTo>
                  <a:lnTo>
                    <a:pt x="17337" y="1134"/>
                  </a:lnTo>
                  <a:cubicBezTo>
                    <a:pt x="22893" y="1140"/>
                    <a:pt x="27411" y="5662"/>
                    <a:pt x="27411" y="11219"/>
                  </a:cubicBezTo>
                  <a:lnTo>
                    <a:pt x="27409" y="14491"/>
                  </a:lnTo>
                  <a:cubicBezTo>
                    <a:pt x="27409" y="14580"/>
                    <a:pt x="27430" y="14668"/>
                    <a:pt x="27471" y="14748"/>
                  </a:cubicBezTo>
                  <a:lnTo>
                    <a:pt x="28651" y="17076"/>
                  </a:lnTo>
                  <a:cubicBezTo>
                    <a:pt x="28755" y="17282"/>
                    <a:pt x="28673" y="17456"/>
                    <a:pt x="28633" y="17522"/>
                  </a:cubicBezTo>
                  <a:cubicBezTo>
                    <a:pt x="28593" y="17587"/>
                    <a:pt x="28474" y="17740"/>
                    <a:pt x="28242" y="17740"/>
                  </a:cubicBezTo>
                  <a:lnTo>
                    <a:pt x="27261" y="17740"/>
                  </a:lnTo>
                  <a:cubicBezTo>
                    <a:pt x="26969" y="17740"/>
                    <a:pt x="26724" y="17963"/>
                    <a:pt x="26697" y="18254"/>
                  </a:cubicBezTo>
                  <a:lnTo>
                    <a:pt x="26299" y="22446"/>
                  </a:lnTo>
                  <a:cubicBezTo>
                    <a:pt x="26209" y="23402"/>
                    <a:pt x="25417" y="24123"/>
                    <a:pt x="24457" y="24123"/>
                  </a:cubicBezTo>
                  <a:lnTo>
                    <a:pt x="22840" y="24123"/>
                  </a:lnTo>
                  <a:cubicBezTo>
                    <a:pt x="22526" y="24123"/>
                    <a:pt x="22273" y="24377"/>
                    <a:pt x="22273" y="24689"/>
                  </a:cubicBezTo>
                  <a:cubicBezTo>
                    <a:pt x="22273" y="25003"/>
                    <a:pt x="22526" y="25257"/>
                    <a:pt x="22840" y="25257"/>
                  </a:cubicBezTo>
                  <a:lnTo>
                    <a:pt x="24457" y="25257"/>
                  </a:lnTo>
                  <a:cubicBezTo>
                    <a:pt x="26005" y="25257"/>
                    <a:pt x="27282" y="24094"/>
                    <a:pt x="27428" y="22553"/>
                  </a:cubicBezTo>
                  <a:lnTo>
                    <a:pt x="27777" y="18874"/>
                  </a:lnTo>
                  <a:lnTo>
                    <a:pt x="28242" y="18874"/>
                  </a:lnTo>
                  <a:cubicBezTo>
                    <a:pt x="28800" y="18874"/>
                    <a:pt x="29307" y="18590"/>
                    <a:pt x="29600" y="18115"/>
                  </a:cubicBezTo>
                  <a:cubicBezTo>
                    <a:pt x="29891" y="17639"/>
                    <a:pt x="29914" y="17060"/>
                    <a:pt x="29661" y="16563"/>
                  </a:cubicBezTo>
                  <a:lnTo>
                    <a:pt x="28544" y="14356"/>
                  </a:lnTo>
                  <a:lnTo>
                    <a:pt x="28546" y="11219"/>
                  </a:lnTo>
                  <a:cubicBezTo>
                    <a:pt x="28546" y="5964"/>
                    <a:pt x="24928" y="1470"/>
                    <a:pt x="20024" y="330"/>
                  </a:cubicBezTo>
                  <a:cubicBezTo>
                    <a:pt x="18622" y="4"/>
                    <a:pt x="19051" y="234"/>
                    <a:pt x="18416" y="58"/>
                  </a:cubicBezTo>
                  <a:cubicBezTo>
                    <a:pt x="18414" y="58"/>
                    <a:pt x="18412" y="59"/>
                    <a:pt x="18409" y="59"/>
                  </a:cubicBezTo>
                  <a:cubicBezTo>
                    <a:pt x="18347" y="59"/>
                    <a:pt x="18049" y="1"/>
                    <a:pt x="18007"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28" name="Google Shape;1228;p47">
              <a:extLst>
                <a:ext uri="{FF2B5EF4-FFF2-40B4-BE49-F238E27FC236}">
                  <a16:creationId xmlns:a16="http://schemas.microsoft.com/office/drawing/2014/main" id="{86835A6B-C3ED-FAE0-B345-5BE965F36C65}"/>
                </a:ext>
              </a:extLst>
            </p:cNvPr>
            <p:cNvSpPr/>
            <p:nvPr/>
          </p:nvSpPr>
          <p:spPr>
            <a:xfrm rot="-1002475">
              <a:off x="1495332" y="2786710"/>
              <a:ext cx="610933" cy="467007"/>
            </a:xfrm>
            <a:custGeom>
              <a:avLst/>
              <a:gdLst/>
              <a:ahLst/>
              <a:cxnLst/>
              <a:rect l="l" t="t" r="r" b="b"/>
              <a:pathLst>
                <a:path w="15434" h="11798" extrusionOk="0">
                  <a:moveTo>
                    <a:pt x="9688" y="1"/>
                  </a:moveTo>
                  <a:cubicBezTo>
                    <a:pt x="9374" y="1"/>
                    <a:pt x="9121" y="254"/>
                    <a:pt x="9121" y="568"/>
                  </a:cubicBezTo>
                  <a:cubicBezTo>
                    <a:pt x="9121" y="881"/>
                    <a:pt x="9374" y="1134"/>
                    <a:pt x="9688" y="1134"/>
                  </a:cubicBezTo>
                  <a:lnTo>
                    <a:pt x="11274" y="1134"/>
                  </a:lnTo>
                  <a:cubicBezTo>
                    <a:pt x="12943" y="1134"/>
                    <a:pt x="14300" y="2492"/>
                    <a:pt x="14300" y="4161"/>
                  </a:cubicBezTo>
                  <a:cubicBezTo>
                    <a:pt x="14300" y="5030"/>
                    <a:pt x="13721" y="5767"/>
                    <a:pt x="12928" y="6005"/>
                  </a:cubicBezTo>
                  <a:cubicBezTo>
                    <a:pt x="12879" y="5505"/>
                    <a:pt x="12725" y="4834"/>
                    <a:pt x="12287" y="4314"/>
                  </a:cubicBezTo>
                  <a:cubicBezTo>
                    <a:pt x="12486" y="3967"/>
                    <a:pt x="12579" y="3582"/>
                    <a:pt x="12560" y="3174"/>
                  </a:cubicBezTo>
                  <a:cubicBezTo>
                    <a:pt x="12547" y="2870"/>
                    <a:pt x="12299" y="2633"/>
                    <a:pt x="11995" y="2633"/>
                  </a:cubicBezTo>
                  <a:cubicBezTo>
                    <a:pt x="11986" y="2633"/>
                    <a:pt x="11977" y="2633"/>
                    <a:pt x="11968" y="2633"/>
                  </a:cubicBezTo>
                  <a:cubicBezTo>
                    <a:pt x="11655" y="2648"/>
                    <a:pt x="11413" y="2913"/>
                    <a:pt x="11428" y="3225"/>
                  </a:cubicBezTo>
                  <a:cubicBezTo>
                    <a:pt x="11443" y="3572"/>
                    <a:pt x="11289" y="3872"/>
                    <a:pt x="10956" y="4140"/>
                  </a:cubicBezTo>
                  <a:cubicBezTo>
                    <a:pt x="10668" y="4372"/>
                    <a:pt x="10358" y="4483"/>
                    <a:pt x="10348" y="4487"/>
                  </a:cubicBezTo>
                  <a:cubicBezTo>
                    <a:pt x="10052" y="4588"/>
                    <a:pt x="9894" y="4909"/>
                    <a:pt x="9994" y="5204"/>
                  </a:cubicBezTo>
                  <a:cubicBezTo>
                    <a:pt x="10073" y="5441"/>
                    <a:pt x="10294" y="5591"/>
                    <a:pt x="10531" y="5591"/>
                  </a:cubicBezTo>
                  <a:cubicBezTo>
                    <a:pt x="10591" y="5591"/>
                    <a:pt x="10651" y="5581"/>
                    <a:pt x="10712" y="5560"/>
                  </a:cubicBezTo>
                  <a:cubicBezTo>
                    <a:pt x="10755" y="5546"/>
                    <a:pt x="11110" y="5421"/>
                    <a:pt x="11498" y="5150"/>
                  </a:cubicBezTo>
                  <a:cubicBezTo>
                    <a:pt x="11809" y="5617"/>
                    <a:pt x="11834" y="6323"/>
                    <a:pt x="11810" y="6602"/>
                  </a:cubicBezTo>
                  <a:cubicBezTo>
                    <a:pt x="11810" y="6610"/>
                    <a:pt x="11810" y="6617"/>
                    <a:pt x="11809" y="6626"/>
                  </a:cubicBezTo>
                  <a:cubicBezTo>
                    <a:pt x="11809" y="6634"/>
                    <a:pt x="11808" y="6644"/>
                    <a:pt x="11808" y="6653"/>
                  </a:cubicBezTo>
                  <a:cubicBezTo>
                    <a:pt x="11808" y="7872"/>
                    <a:pt x="10816" y="8864"/>
                    <a:pt x="9597" y="8864"/>
                  </a:cubicBezTo>
                  <a:lnTo>
                    <a:pt x="4495" y="8864"/>
                  </a:lnTo>
                  <a:cubicBezTo>
                    <a:pt x="4305" y="8864"/>
                    <a:pt x="4128" y="8960"/>
                    <a:pt x="4023" y="9118"/>
                  </a:cubicBezTo>
                  <a:lnTo>
                    <a:pt x="3168" y="10401"/>
                  </a:lnTo>
                  <a:cubicBezTo>
                    <a:pt x="3058" y="10566"/>
                    <a:pt x="2876" y="10663"/>
                    <a:pt x="2678" y="10663"/>
                  </a:cubicBezTo>
                  <a:lnTo>
                    <a:pt x="1722" y="10663"/>
                  </a:lnTo>
                  <a:cubicBezTo>
                    <a:pt x="1397" y="10663"/>
                    <a:pt x="1133" y="10399"/>
                    <a:pt x="1133" y="10076"/>
                  </a:cubicBezTo>
                  <a:lnTo>
                    <a:pt x="1133" y="7677"/>
                  </a:lnTo>
                  <a:cubicBezTo>
                    <a:pt x="1133" y="6032"/>
                    <a:pt x="1746" y="4459"/>
                    <a:pt x="2858" y="3249"/>
                  </a:cubicBezTo>
                  <a:cubicBezTo>
                    <a:pt x="3964" y="2047"/>
                    <a:pt x="5466" y="1305"/>
                    <a:pt x="7085" y="1160"/>
                  </a:cubicBezTo>
                  <a:cubicBezTo>
                    <a:pt x="7399" y="1133"/>
                    <a:pt x="7628" y="858"/>
                    <a:pt x="7601" y="547"/>
                  </a:cubicBezTo>
                  <a:cubicBezTo>
                    <a:pt x="7574" y="252"/>
                    <a:pt x="7328" y="30"/>
                    <a:pt x="7039" y="30"/>
                  </a:cubicBezTo>
                  <a:cubicBezTo>
                    <a:pt x="7022" y="30"/>
                    <a:pt x="7004" y="31"/>
                    <a:pt x="6986" y="32"/>
                  </a:cubicBezTo>
                  <a:cubicBezTo>
                    <a:pt x="5084" y="201"/>
                    <a:pt x="3321" y="1071"/>
                    <a:pt x="2025" y="2483"/>
                  </a:cubicBezTo>
                  <a:cubicBezTo>
                    <a:pt x="719" y="3902"/>
                    <a:pt x="1" y="5747"/>
                    <a:pt x="1" y="7677"/>
                  </a:cubicBezTo>
                  <a:lnTo>
                    <a:pt x="1" y="10076"/>
                  </a:lnTo>
                  <a:cubicBezTo>
                    <a:pt x="1" y="11025"/>
                    <a:pt x="773" y="11798"/>
                    <a:pt x="1722" y="11798"/>
                  </a:cubicBezTo>
                  <a:lnTo>
                    <a:pt x="2679" y="11798"/>
                  </a:lnTo>
                  <a:cubicBezTo>
                    <a:pt x="3256" y="11798"/>
                    <a:pt x="3793" y="11511"/>
                    <a:pt x="4112" y="11030"/>
                  </a:cubicBezTo>
                  <a:lnTo>
                    <a:pt x="4800" y="9999"/>
                  </a:lnTo>
                  <a:lnTo>
                    <a:pt x="9597" y="9999"/>
                  </a:lnTo>
                  <a:cubicBezTo>
                    <a:pt x="11264" y="9999"/>
                    <a:pt x="12650" y="8772"/>
                    <a:pt x="12902" y="7175"/>
                  </a:cubicBezTo>
                  <a:cubicBezTo>
                    <a:pt x="14338" y="6924"/>
                    <a:pt x="15434" y="5668"/>
                    <a:pt x="15434" y="4162"/>
                  </a:cubicBezTo>
                  <a:cubicBezTo>
                    <a:pt x="15434" y="1868"/>
                    <a:pt x="13568" y="1"/>
                    <a:pt x="11274"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29" name="Google Shape;1229;p47">
              <a:extLst>
                <a:ext uri="{FF2B5EF4-FFF2-40B4-BE49-F238E27FC236}">
                  <a16:creationId xmlns:a16="http://schemas.microsoft.com/office/drawing/2014/main" id="{C67B7690-91E0-88EA-2D1F-CADE29B9BED2}"/>
                </a:ext>
              </a:extLst>
            </p:cNvPr>
            <p:cNvSpPr/>
            <p:nvPr/>
          </p:nvSpPr>
          <p:spPr>
            <a:xfrm rot="-1002475">
              <a:off x="1625186" y="3048514"/>
              <a:ext cx="134822" cy="82453"/>
            </a:xfrm>
            <a:custGeom>
              <a:avLst/>
              <a:gdLst/>
              <a:ahLst/>
              <a:cxnLst/>
              <a:rect l="l" t="t" r="r" b="b"/>
              <a:pathLst>
                <a:path w="3406" h="2083" extrusionOk="0">
                  <a:moveTo>
                    <a:pt x="2760" y="1"/>
                  </a:moveTo>
                  <a:cubicBezTo>
                    <a:pt x="2547" y="1"/>
                    <a:pt x="2344" y="121"/>
                    <a:pt x="2247" y="325"/>
                  </a:cubicBezTo>
                  <a:cubicBezTo>
                    <a:pt x="2098" y="638"/>
                    <a:pt x="1822" y="830"/>
                    <a:pt x="1402" y="911"/>
                  </a:cubicBezTo>
                  <a:cubicBezTo>
                    <a:pt x="1247" y="940"/>
                    <a:pt x="1100" y="949"/>
                    <a:pt x="981" y="949"/>
                  </a:cubicBezTo>
                  <a:cubicBezTo>
                    <a:pt x="817" y="949"/>
                    <a:pt x="706" y="933"/>
                    <a:pt x="701" y="931"/>
                  </a:cubicBezTo>
                  <a:cubicBezTo>
                    <a:pt x="670" y="927"/>
                    <a:pt x="640" y="924"/>
                    <a:pt x="610" y="924"/>
                  </a:cubicBezTo>
                  <a:cubicBezTo>
                    <a:pt x="338" y="924"/>
                    <a:pt x="97" y="1121"/>
                    <a:pt x="51" y="1400"/>
                  </a:cubicBezTo>
                  <a:cubicBezTo>
                    <a:pt x="1" y="1708"/>
                    <a:pt x="210" y="2000"/>
                    <a:pt x="519" y="2050"/>
                  </a:cubicBezTo>
                  <a:cubicBezTo>
                    <a:pt x="549" y="2056"/>
                    <a:pt x="726" y="2083"/>
                    <a:pt x="980" y="2083"/>
                  </a:cubicBezTo>
                  <a:cubicBezTo>
                    <a:pt x="1150" y="2083"/>
                    <a:pt x="1354" y="2071"/>
                    <a:pt x="1573" y="2033"/>
                  </a:cubicBezTo>
                  <a:cubicBezTo>
                    <a:pt x="2373" y="1890"/>
                    <a:pt x="2959" y="1468"/>
                    <a:pt x="3272" y="811"/>
                  </a:cubicBezTo>
                  <a:cubicBezTo>
                    <a:pt x="3406" y="528"/>
                    <a:pt x="3285" y="190"/>
                    <a:pt x="3002" y="56"/>
                  </a:cubicBezTo>
                  <a:cubicBezTo>
                    <a:pt x="2924" y="19"/>
                    <a:pt x="2841" y="1"/>
                    <a:pt x="2760"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242" name="Google Shape;1242;p47">
            <a:extLst>
              <a:ext uri="{FF2B5EF4-FFF2-40B4-BE49-F238E27FC236}">
                <a16:creationId xmlns:a16="http://schemas.microsoft.com/office/drawing/2014/main" id="{0214925E-45E0-4120-3AFA-2DE215A36771}"/>
              </a:ext>
            </a:extLst>
          </p:cNvPr>
          <p:cNvSpPr/>
          <p:nvPr/>
        </p:nvSpPr>
        <p:spPr>
          <a:xfrm rot="-9388557">
            <a:off x="5248733" y="647732"/>
            <a:ext cx="112800" cy="112818"/>
          </a:xfrm>
          <a:custGeom>
            <a:avLst/>
            <a:gdLst/>
            <a:ahLst/>
            <a:cxnLst/>
            <a:rect l="l" t="t" r="r" b="b"/>
            <a:pathLst>
              <a:path w="6138" h="6139" extrusionOk="0">
                <a:moveTo>
                  <a:pt x="3069" y="0"/>
                </a:moveTo>
                <a:cubicBezTo>
                  <a:pt x="2625" y="513"/>
                  <a:pt x="2402" y="1024"/>
                  <a:pt x="2235" y="1535"/>
                </a:cubicBezTo>
                <a:cubicBezTo>
                  <a:pt x="2177" y="1722"/>
                  <a:pt x="2134" y="1909"/>
                  <a:pt x="2099" y="2097"/>
                </a:cubicBezTo>
                <a:cubicBezTo>
                  <a:pt x="1912" y="2131"/>
                  <a:pt x="1723" y="2173"/>
                  <a:pt x="1536" y="2233"/>
                </a:cubicBezTo>
                <a:cubicBezTo>
                  <a:pt x="1023" y="2398"/>
                  <a:pt x="512" y="2623"/>
                  <a:pt x="1" y="3070"/>
                </a:cubicBezTo>
                <a:cubicBezTo>
                  <a:pt x="512" y="3517"/>
                  <a:pt x="1023" y="3740"/>
                  <a:pt x="1536" y="3907"/>
                </a:cubicBezTo>
                <a:cubicBezTo>
                  <a:pt x="1722" y="3966"/>
                  <a:pt x="1909" y="4008"/>
                  <a:pt x="2096" y="4042"/>
                </a:cubicBezTo>
                <a:cubicBezTo>
                  <a:pt x="2132" y="4230"/>
                  <a:pt x="2173" y="4417"/>
                  <a:pt x="2232" y="4604"/>
                </a:cubicBezTo>
                <a:cubicBezTo>
                  <a:pt x="2399" y="5115"/>
                  <a:pt x="2622" y="5627"/>
                  <a:pt x="3069" y="6138"/>
                </a:cubicBezTo>
                <a:cubicBezTo>
                  <a:pt x="3517" y="5627"/>
                  <a:pt x="3741" y="5115"/>
                  <a:pt x="3906" y="4604"/>
                </a:cubicBezTo>
                <a:cubicBezTo>
                  <a:pt x="3966" y="4416"/>
                  <a:pt x="4008" y="4229"/>
                  <a:pt x="4042" y="4040"/>
                </a:cubicBezTo>
                <a:cubicBezTo>
                  <a:pt x="4230" y="4005"/>
                  <a:pt x="4416" y="3963"/>
                  <a:pt x="4604" y="3904"/>
                </a:cubicBezTo>
                <a:cubicBezTo>
                  <a:pt x="5115" y="3737"/>
                  <a:pt x="5626" y="3514"/>
                  <a:pt x="6138" y="3070"/>
                </a:cubicBezTo>
                <a:cubicBezTo>
                  <a:pt x="5626" y="2625"/>
                  <a:pt x="5115" y="2402"/>
                  <a:pt x="4604" y="2235"/>
                </a:cubicBezTo>
                <a:cubicBezTo>
                  <a:pt x="4416" y="2176"/>
                  <a:pt x="4228" y="2133"/>
                  <a:pt x="4040" y="2099"/>
                </a:cubicBezTo>
                <a:cubicBezTo>
                  <a:pt x="4005" y="1910"/>
                  <a:pt x="3963" y="1723"/>
                  <a:pt x="3904" y="1535"/>
                </a:cubicBezTo>
                <a:cubicBezTo>
                  <a:pt x="3738" y="1024"/>
                  <a:pt x="3514" y="513"/>
                  <a:pt x="3069"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 name="TextBox 3">
            <a:extLst>
              <a:ext uri="{FF2B5EF4-FFF2-40B4-BE49-F238E27FC236}">
                <a16:creationId xmlns:a16="http://schemas.microsoft.com/office/drawing/2014/main" id="{292B25A7-86F3-A595-6228-45A71C7E4695}"/>
              </a:ext>
            </a:extLst>
          </p:cNvPr>
          <p:cNvSpPr txBox="1"/>
          <p:nvPr/>
        </p:nvSpPr>
        <p:spPr>
          <a:xfrm>
            <a:off x="1086384" y="479453"/>
            <a:ext cx="7180174" cy="523220"/>
          </a:xfrm>
          <a:prstGeom prst="rect">
            <a:avLst/>
          </a:prstGeom>
          <a:noFill/>
        </p:spPr>
        <p:txBody>
          <a:bodyPr wrap="square">
            <a:spAutoFit/>
          </a:bodyPr>
          <a:lstStyle/>
          <a:p>
            <a:pPr marL="0" marR="0" algn="ctr" rtl="0">
              <a:spcBef>
                <a:spcPts val="600"/>
              </a:spcBef>
              <a:spcAft>
                <a:spcPts val="600"/>
              </a:spcAft>
              <a:buNone/>
            </a:pPr>
            <a:r>
              <a:rPr lang="en-US" sz="2800" b="1" dirty="0">
                <a:latin typeface="ADLaM Display" panose="02010000000000000000" pitchFamily="2" charset="0"/>
                <a:ea typeface="ADLaM Display" panose="02010000000000000000" pitchFamily="2" charset="0"/>
                <a:cs typeface="ADLaM Display" panose="02010000000000000000" pitchFamily="2" charset="0"/>
              </a:rPr>
              <a:t>Treatment of R.A</a:t>
            </a:r>
            <a:endParaRPr lang="en-US" sz="2800" b="1" dirty="0">
              <a:effectLst/>
              <a:latin typeface="ADLaM Display" panose="02010000000000000000" pitchFamily="2" charset="0"/>
              <a:ea typeface="ADLaM Display" panose="02010000000000000000" pitchFamily="2" charset="0"/>
              <a:cs typeface="ADLaM Display" panose="02010000000000000000" pitchFamily="2" charset="0"/>
            </a:endParaRPr>
          </a:p>
        </p:txBody>
      </p:sp>
      <p:graphicFrame>
        <p:nvGraphicFramePr>
          <p:cNvPr id="2" name="Table 1">
            <a:extLst>
              <a:ext uri="{FF2B5EF4-FFF2-40B4-BE49-F238E27FC236}">
                <a16:creationId xmlns:a16="http://schemas.microsoft.com/office/drawing/2014/main" id="{9AD68F64-4F5E-2C07-A8BC-A4BE51C4259B}"/>
              </a:ext>
            </a:extLst>
          </p:cNvPr>
          <p:cNvGraphicFramePr>
            <a:graphicFrameLocks noGrp="1"/>
          </p:cNvGraphicFramePr>
          <p:nvPr>
            <p:extLst>
              <p:ext uri="{D42A27DB-BD31-4B8C-83A1-F6EECF244321}">
                <p14:modId xmlns:p14="http://schemas.microsoft.com/office/powerpoint/2010/main" val="2721073194"/>
              </p:ext>
            </p:extLst>
          </p:nvPr>
        </p:nvGraphicFramePr>
        <p:xfrm>
          <a:off x="643935" y="1205761"/>
          <a:ext cx="7920951" cy="2755989"/>
        </p:xfrm>
        <a:graphic>
          <a:graphicData uri="http://schemas.openxmlformats.org/drawingml/2006/table">
            <a:tbl>
              <a:tblPr>
                <a:tableStyleId>{69C7853C-536D-4A76-A0AE-DD22124D55A5}</a:tableStyleId>
              </a:tblPr>
              <a:tblGrid>
                <a:gridCol w="2640317">
                  <a:extLst>
                    <a:ext uri="{9D8B030D-6E8A-4147-A177-3AD203B41FA5}">
                      <a16:colId xmlns:a16="http://schemas.microsoft.com/office/drawing/2014/main" val="669588412"/>
                    </a:ext>
                  </a:extLst>
                </a:gridCol>
                <a:gridCol w="2640317">
                  <a:extLst>
                    <a:ext uri="{9D8B030D-6E8A-4147-A177-3AD203B41FA5}">
                      <a16:colId xmlns:a16="http://schemas.microsoft.com/office/drawing/2014/main" val="1548717381"/>
                    </a:ext>
                  </a:extLst>
                </a:gridCol>
                <a:gridCol w="2640317">
                  <a:extLst>
                    <a:ext uri="{9D8B030D-6E8A-4147-A177-3AD203B41FA5}">
                      <a16:colId xmlns:a16="http://schemas.microsoft.com/office/drawing/2014/main" val="212000904"/>
                    </a:ext>
                  </a:extLst>
                </a:gridCol>
              </a:tblGrid>
              <a:tr h="998585">
                <a:tc>
                  <a:txBody>
                    <a:bodyPr/>
                    <a:lstStyle/>
                    <a:p>
                      <a:pPr algn="ctr" rtl="0">
                        <a:buNone/>
                      </a:pPr>
                      <a:r>
                        <a:rPr lang="en-US" sz="2000" dirty="0">
                          <a:solidFill>
                            <a:schemeClr val="tx1"/>
                          </a:solidFill>
                          <a:latin typeface="Times New Roman" panose="02020603050405020304" pitchFamily="18" charset="0"/>
                          <a:cs typeface="Times New Roman" panose="02020603050405020304" pitchFamily="18" charset="0"/>
                        </a:rPr>
                        <a:t>Conventional Synthetic DMARDs (</a:t>
                      </a:r>
                      <a:r>
                        <a:rPr lang="en-US" sz="2000" dirty="0" err="1">
                          <a:solidFill>
                            <a:schemeClr val="tx1"/>
                          </a:solidFill>
                          <a:latin typeface="Times New Roman" panose="02020603050405020304" pitchFamily="18" charset="0"/>
                          <a:cs typeface="Times New Roman" panose="02020603050405020304" pitchFamily="18" charset="0"/>
                        </a:rPr>
                        <a:t>csDMARDs</a:t>
                      </a:r>
                      <a:r>
                        <a:rPr lang="en-US" sz="2000" dirty="0">
                          <a:solidFill>
                            <a:schemeClr val="tx1"/>
                          </a:solidFill>
                          <a:latin typeface="Times New Roman" panose="02020603050405020304" pitchFamily="18" charset="0"/>
                          <a:cs typeface="Times New Roman" panose="02020603050405020304" pitchFamily="18" charset="0"/>
                        </a:rPr>
                        <a:t>)</a:t>
                      </a:r>
                    </a:p>
                  </a:txBody>
                  <a:tcPr marL="50240" marR="50240" marT="25120" marB="25120" anchor="ctr"/>
                </a:tc>
                <a:tc>
                  <a:txBody>
                    <a:bodyPr/>
                    <a:lstStyle/>
                    <a:p>
                      <a:pPr algn="ctr" rtl="0">
                        <a:buNone/>
                      </a:pPr>
                      <a:r>
                        <a:rPr lang="en-US" sz="2000">
                          <a:solidFill>
                            <a:schemeClr val="tx1"/>
                          </a:solidFill>
                          <a:latin typeface="Times New Roman" panose="02020603050405020304" pitchFamily="18" charset="0"/>
                          <a:cs typeface="Times New Roman" panose="02020603050405020304" pitchFamily="18" charset="0"/>
                        </a:rPr>
                        <a:t>First-line disease-modifying therapy</a:t>
                      </a:r>
                    </a:p>
                  </a:txBody>
                  <a:tcPr marL="50240" marR="50240" marT="25120" marB="25120" anchor="ctr"/>
                </a:tc>
                <a:tc>
                  <a:txBody>
                    <a:bodyPr/>
                    <a:lstStyle/>
                    <a:p>
                      <a:pPr algn="ctr" rtl="0">
                        <a:buNone/>
                      </a:pPr>
                      <a:r>
                        <a:rPr lang="en-US" sz="2000">
                          <a:solidFill>
                            <a:schemeClr val="tx1"/>
                          </a:solidFill>
                          <a:latin typeface="Times New Roman" panose="02020603050405020304" pitchFamily="18" charset="0"/>
                          <a:cs typeface="Times New Roman" panose="02020603050405020304" pitchFamily="18" charset="0"/>
                        </a:rPr>
                        <a:t>Methotrexate</a:t>
                      </a:r>
                    </a:p>
                  </a:txBody>
                  <a:tcPr marL="50240" marR="50240" marT="25120" marB="25120" anchor="ctr"/>
                </a:tc>
                <a:extLst>
                  <a:ext uri="{0D108BD9-81ED-4DB2-BD59-A6C34878D82A}">
                    <a16:rowId xmlns:a16="http://schemas.microsoft.com/office/drawing/2014/main" val="626936368"/>
                  </a:ext>
                </a:extLst>
              </a:tr>
              <a:tr h="758819">
                <a:tc>
                  <a:txBody>
                    <a:bodyPr/>
                    <a:lstStyle/>
                    <a:p>
                      <a:pPr algn="ctr" rtl="0">
                        <a:buNone/>
                      </a:pPr>
                      <a:r>
                        <a:rPr lang="en-US" sz="2000" dirty="0">
                          <a:solidFill>
                            <a:schemeClr val="tx1"/>
                          </a:solidFill>
                          <a:latin typeface="Times New Roman" panose="02020603050405020304" pitchFamily="18" charset="0"/>
                          <a:cs typeface="Times New Roman" panose="02020603050405020304" pitchFamily="18" charset="0"/>
                        </a:rPr>
                        <a:t>Antimalarials (</a:t>
                      </a:r>
                      <a:r>
                        <a:rPr lang="en-US" sz="2000" dirty="0" err="1">
                          <a:solidFill>
                            <a:schemeClr val="tx1"/>
                          </a:solidFill>
                          <a:latin typeface="Times New Roman" panose="02020603050405020304" pitchFamily="18" charset="0"/>
                          <a:cs typeface="Times New Roman" panose="02020603050405020304" pitchFamily="18" charset="0"/>
                        </a:rPr>
                        <a:t>csDMARD</a:t>
                      </a:r>
                      <a:r>
                        <a:rPr lang="en-US" sz="2000" dirty="0">
                          <a:solidFill>
                            <a:schemeClr val="tx1"/>
                          </a:solidFill>
                          <a:latin typeface="Times New Roman" panose="02020603050405020304" pitchFamily="18" charset="0"/>
                          <a:cs typeface="Times New Roman" panose="02020603050405020304" pitchFamily="18" charset="0"/>
                        </a:rPr>
                        <a:t>)</a:t>
                      </a:r>
                    </a:p>
                  </a:txBody>
                  <a:tcPr marL="50240" marR="50240" marT="25120" marB="25120" anchor="ctr"/>
                </a:tc>
                <a:tc>
                  <a:txBody>
                    <a:bodyPr/>
                    <a:lstStyle/>
                    <a:p>
                      <a:pPr algn="ctr" rtl="0">
                        <a:buNone/>
                      </a:pPr>
                      <a:r>
                        <a:rPr lang="en-US" sz="2000" dirty="0">
                          <a:solidFill>
                            <a:schemeClr val="tx1"/>
                          </a:solidFill>
                          <a:latin typeface="Times New Roman" panose="02020603050405020304" pitchFamily="18" charset="0"/>
                          <a:cs typeface="Times New Roman" panose="02020603050405020304" pitchFamily="18" charset="0"/>
                        </a:rPr>
                        <a:t>Mild RA; used in combination therapy</a:t>
                      </a:r>
                    </a:p>
                  </a:txBody>
                  <a:tcPr marL="50240" marR="50240" marT="25120" marB="25120" anchor="ctr"/>
                </a:tc>
                <a:tc>
                  <a:txBody>
                    <a:bodyPr/>
                    <a:lstStyle/>
                    <a:p>
                      <a:pPr algn="ctr" rtl="0">
                        <a:buNone/>
                      </a:pPr>
                      <a:r>
                        <a:rPr lang="en-US" sz="2000">
                          <a:solidFill>
                            <a:schemeClr val="tx1"/>
                          </a:solidFill>
                          <a:latin typeface="Times New Roman" panose="02020603050405020304" pitchFamily="18" charset="0"/>
                          <a:cs typeface="Times New Roman" panose="02020603050405020304" pitchFamily="18" charset="0"/>
                        </a:rPr>
                        <a:t>Hydroxychloroquine</a:t>
                      </a:r>
                    </a:p>
                  </a:txBody>
                  <a:tcPr marL="50240" marR="50240" marT="25120" marB="25120" anchor="ctr"/>
                </a:tc>
                <a:extLst>
                  <a:ext uri="{0D108BD9-81ED-4DB2-BD59-A6C34878D82A}">
                    <a16:rowId xmlns:a16="http://schemas.microsoft.com/office/drawing/2014/main" val="150833503"/>
                  </a:ext>
                </a:extLst>
              </a:tr>
              <a:tr h="998585">
                <a:tc>
                  <a:txBody>
                    <a:bodyPr/>
                    <a:lstStyle/>
                    <a:p>
                      <a:pPr algn="ctr" rtl="0">
                        <a:buNone/>
                      </a:pPr>
                      <a:r>
                        <a:rPr lang="en-US" sz="2000" dirty="0">
                          <a:solidFill>
                            <a:schemeClr val="tx1"/>
                          </a:solidFill>
                          <a:latin typeface="Times New Roman" panose="02020603050405020304" pitchFamily="18" charset="0"/>
                          <a:cs typeface="Times New Roman" panose="02020603050405020304" pitchFamily="18" charset="0"/>
                        </a:rPr>
                        <a:t>Immunosuppressants (</a:t>
                      </a:r>
                      <a:r>
                        <a:rPr lang="en-US" sz="2000" dirty="0" err="1">
                          <a:solidFill>
                            <a:schemeClr val="tx1"/>
                          </a:solidFill>
                          <a:latin typeface="Times New Roman" panose="02020603050405020304" pitchFamily="18" charset="0"/>
                          <a:cs typeface="Times New Roman" panose="02020603050405020304" pitchFamily="18" charset="0"/>
                        </a:rPr>
                        <a:t>csDMARD</a:t>
                      </a:r>
                      <a:r>
                        <a:rPr lang="en-US" sz="2000" dirty="0">
                          <a:solidFill>
                            <a:schemeClr val="tx1"/>
                          </a:solidFill>
                          <a:latin typeface="Times New Roman" panose="02020603050405020304" pitchFamily="18" charset="0"/>
                          <a:cs typeface="Times New Roman" panose="02020603050405020304" pitchFamily="18" charset="0"/>
                        </a:rPr>
                        <a:t>)</a:t>
                      </a:r>
                    </a:p>
                  </a:txBody>
                  <a:tcPr marL="50240" marR="50240" marT="25120" marB="25120" anchor="ctr"/>
                </a:tc>
                <a:tc>
                  <a:txBody>
                    <a:bodyPr/>
                    <a:lstStyle/>
                    <a:p>
                      <a:pPr algn="ctr" rtl="0">
                        <a:buNone/>
                      </a:pPr>
                      <a:r>
                        <a:rPr lang="en-US" sz="2000" dirty="0">
                          <a:solidFill>
                            <a:schemeClr val="tx1"/>
                          </a:solidFill>
                          <a:latin typeface="Times New Roman" panose="02020603050405020304" pitchFamily="18" charset="0"/>
                          <a:cs typeface="Times New Roman" panose="02020603050405020304" pitchFamily="18" charset="0"/>
                        </a:rPr>
                        <a:t>Alternative to MTX; slows disease progression</a:t>
                      </a:r>
                    </a:p>
                  </a:txBody>
                  <a:tcPr marL="50240" marR="50240" marT="25120" marB="25120" anchor="ctr"/>
                </a:tc>
                <a:tc>
                  <a:txBody>
                    <a:bodyPr/>
                    <a:lstStyle/>
                    <a:p>
                      <a:pPr algn="ctr" rtl="0">
                        <a:buNone/>
                      </a:pPr>
                      <a:r>
                        <a:rPr lang="en-US" sz="2000" dirty="0">
                          <a:solidFill>
                            <a:schemeClr val="tx1"/>
                          </a:solidFill>
                          <a:latin typeface="Times New Roman" panose="02020603050405020304" pitchFamily="18" charset="0"/>
                          <a:cs typeface="Times New Roman" panose="02020603050405020304" pitchFamily="18" charset="0"/>
                        </a:rPr>
                        <a:t>Leflunomide</a:t>
                      </a:r>
                    </a:p>
                  </a:txBody>
                  <a:tcPr marL="50240" marR="50240" marT="25120" marB="25120" anchor="ctr"/>
                </a:tc>
                <a:extLst>
                  <a:ext uri="{0D108BD9-81ED-4DB2-BD59-A6C34878D82A}">
                    <a16:rowId xmlns:a16="http://schemas.microsoft.com/office/drawing/2014/main" val="3628719630"/>
                  </a:ext>
                </a:extLst>
              </a:tr>
            </a:tbl>
          </a:graphicData>
        </a:graphic>
      </p:graphicFrame>
    </p:spTree>
    <p:extLst>
      <p:ext uri="{BB962C8B-B14F-4D97-AF65-F5344CB8AC3E}">
        <p14:creationId xmlns:p14="http://schemas.microsoft.com/office/powerpoint/2010/main" val="143011851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220">
          <a:extLst>
            <a:ext uri="{FF2B5EF4-FFF2-40B4-BE49-F238E27FC236}">
              <a16:creationId xmlns:a16="http://schemas.microsoft.com/office/drawing/2014/main" id="{152E1A64-7381-9DCE-61F8-6690B47061AA}"/>
            </a:ext>
          </a:extLst>
        </p:cNvPr>
        <p:cNvGrpSpPr/>
        <p:nvPr/>
      </p:nvGrpSpPr>
      <p:grpSpPr>
        <a:xfrm>
          <a:off x="0" y="0"/>
          <a:ext cx="0" cy="0"/>
          <a:chOff x="0" y="0"/>
          <a:chExt cx="0" cy="0"/>
        </a:xfrm>
      </p:grpSpPr>
      <p:grpSp>
        <p:nvGrpSpPr>
          <p:cNvPr id="1222" name="Google Shape;1222;p47">
            <a:extLst>
              <a:ext uri="{FF2B5EF4-FFF2-40B4-BE49-F238E27FC236}">
                <a16:creationId xmlns:a16="http://schemas.microsoft.com/office/drawing/2014/main" id="{AE2C3A89-6AB3-4DD0-78B9-0E01F377D9FD}"/>
              </a:ext>
            </a:extLst>
          </p:cNvPr>
          <p:cNvGrpSpPr/>
          <p:nvPr/>
        </p:nvGrpSpPr>
        <p:grpSpPr>
          <a:xfrm>
            <a:off x="275849" y="358731"/>
            <a:ext cx="623693" cy="542353"/>
            <a:chOff x="1082169" y="2497002"/>
            <a:chExt cx="1663996" cy="1720378"/>
          </a:xfrm>
        </p:grpSpPr>
        <p:sp>
          <p:nvSpPr>
            <p:cNvPr id="1223" name="Google Shape;1223;p47">
              <a:extLst>
                <a:ext uri="{FF2B5EF4-FFF2-40B4-BE49-F238E27FC236}">
                  <a16:creationId xmlns:a16="http://schemas.microsoft.com/office/drawing/2014/main" id="{12E3F23E-54B8-84DE-8293-08A9F6CD100D}"/>
                </a:ext>
              </a:extLst>
            </p:cNvPr>
            <p:cNvSpPr/>
            <p:nvPr/>
          </p:nvSpPr>
          <p:spPr>
            <a:xfrm rot="-1002475">
              <a:off x="1255753" y="2656719"/>
              <a:ext cx="1316828" cy="1400943"/>
            </a:xfrm>
            <a:custGeom>
              <a:avLst/>
              <a:gdLst/>
              <a:ahLst/>
              <a:cxnLst/>
              <a:rect l="l" t="t" r="r" b="b"/>
              <a:pathLst>
                <a:path w="33267" h="35392" extrusionOk="0">
                  <a:moveTo>
                    <a:pt x="16501" y="1"/>
                  </a:moveTo>
                  <a:cubicBezTo>
                    <a:pt x="15873" y="110"/>
                    <a:pt x="14762" y="293"/>
                    <a:pt x="14762" y="293"/>
                  </a:cubicBezTo>
                  <a:cubicBezTo>
                    <a:pt x="12749" y="761"/>
                    <a:pt x="10902" y="1778"/>
                    <a:pt x="9405" y="3270"/>
                  </a:cubicBezTo>
                  <a:cubicBezTo>
                    <a:pt x="7289" y="5379"/>
                    <a:pt x="6118" y="8189"/>
                    <a:pt x="6108" y="11183"/>
                  </a:cubicBezTo>
                  <a:cubicBezTo>
                    <a:pt x="6102" y="13317"/>
                    <a:pt x="6696" y="15394"/>
                    <a:pt x="7829" y="17192"/>
                  </a:cubicBezTo>
                  <a:cubicBezTo>
                    <a:pt x="8647" y="18490"/>
                    <a:pt x="9079" y="19998"/>
                    <a:pt x="9079" y="21552"/>
                  </a:cubicBezTo>
                  <a:lnTo>
                    <a:pt x="9079" y="24669"/>
                  </a:lnTo>
                  <a:lnTo>
                    <a:pt x="9118" y="25929"/>
                  </a:lnTo>
                  <a:lnTo>
                    <a:pt x="9079" y="26273"/>
                  </a:lnTo>
                  <a:lnTo>
                    <a:pt x="9079" y="28907"/>
                  </a:lnTo>
                  <a:cubicBezTo>
                    <a:pt x="9079" y="29271"/>
                    <a:pt x="8783" y="29566"/>
                    <a:pt x="8418" y="29566"/>
                  </a:cubicBezTo>
                  <a:lnTo>
                    <a:pt x="5260" y="29566"/>
                  </a:lnTo>
                  <a:cubicBezTo>
                    <a:pt x="2360" y="29566"/>
                    <a:pt x="1" y="31925"/>
                    <a:pt x="1" y="34825"/>
                  </a:cubicBezTo>
                  <a:cubicBezTo>
                    <a:pt x="1" y="35137"/>
                    <a:pt x="254" y="35392"/>
                    <a:pt x="568" y="35392"/>
                  </a:cubicBezTo>
                  <a:cubicBezTo>
                    <a:pt x="881" y="35392"/>
                    <a:pt x="1134" y="35137"/>
                    <a:pt x="1134" y="34825"/>
                  </a:cubicBezTo>
                  <a:lnTo>
                    <a:pt x="1134" y="34824"/>
                  </a:lnTo>
                  <a:lnTo>
                    <a:pt x="32132" y="34824"/>
                  </a:lnTo>
                  <a:cubicBezTo>
                    <a:pt x="32132" y="35137"/>
                    <a:pt x="32386" y="35392"/>
                    <a:pt x="32700" y="35392"/>
                  </a:cubicBezTo>
                  <a:cubicBezTo>
                    <a:pt x="33012" y="35392"/>
                    <a:pt x="33266" y="35137"/>
                    <a:pt x="33266" y="34824"/>
                  </a:cubicBezTo>
                  <a:cubicBezTo>
                    <a:pt x="33266" y="33420"/>
                    <a:pt x="32719" y="32099"/>
                    <a:pt x="31726" y="31107"/>
                  </a:cubicBezTo>
                  <a:cubicBezTo>
                    <a:pt x="30734" y="30114"/>
                    <a:pt x="29413" y="29567"/>
                    <a:pt x="28007" y="29567"/>
                  </a:cubicBezTo>
                  <a:lnTo>
                    <a:pt x="20189" y="29567"/>
                  </a:lnTo>
                  <a:cubicBezTo>
                    <a:pt x="19825" y="29567"/>
                    <a:pt x="19528" y="29271"/>
                    <a:pt x="19528" y="28907"/>
                  </a:cubicBezTo>
                  <a:lnTo>
                    <a:pt x="19528" y="25916"/>
                  </a:lnTo>
                  <a:cubicBezTo>
                    <a:pt x="19528" y="25553"/>
                    <a:pt x="19825" y="25256"/>
                    <a:pt x="20189" y="25256"/>
                  </a:cubicBezTo>
                  <a:cubicBezTo>
                    <a:pt x="20502" y="25256"/>
                    <a:pt x="20756" y="25003"/>
                    <a:pt x="20756" y="24689"/>
                  </a:cubicBezTo>
                  <a:lnTo>
                    <a:pt x="22273" y="24689"/>
                  </a:lnTo>
                  <a:cubicBezTo>
                    <a:pt x="22273" y="25003"/>
                    <a:pt x="22527" y="25256"/>
                    <a:pt x="22840" y="25256"/>
                  </a:cubicBezTo>
                  <a:lnTo>
                    <a:pt x="24457" y="25256"/>
                  </a:lnTo>
                  <a:cubicBezTo>
                    <a:pt x="26005" y="25256"/>
                    <a:pt x="27282" y="24094"/>
                    <a:pt x="27428" y="22553"/>
                  </a:cubicBezTo>
                  <a:lnTo>
                    <a:pt x="27777" y="18874"/>
                  </a:lnTo>
                  <a:lnTo>
                    <a:pt x="28243" y="18874"/>
                  </a:lnTo>
                  <a:cubicBezTo>
                    <a:pt x="28800" y="18874"/>
                    <a:pt x="29307" y="18590"/>
                    <a:pt x="29600" y="18115"/>
                  </a:cubicBezTo>
                  <a:cubicBezTo>
                    <a:pt x="29891" y="17639"/>
                    <a:pt x="29914" y="17059"/>
                    <a:pt x="29663" y="16563"/>
                  </a:cubicBezTo>
                  <a:lnTo>
                    <a:pt x="28544" y="14356"/>
                  </a:lnTo>
                  <a:lnTo>
                    <a:pt x="28546" y="11219"/>
                  </a:lnTo>
                  <a:cubicBezTo>
                    <a:pt x="28546" y="5964"/>
                    <a:pt x="24928" y="1470"/>
                    <a:pt x="20024" y="330"/>
                  </a:cubicBezTo>
                  <a:cubicBezTo>
                    <a:pt x="18622" y="4"/>
                    <a:pt x="19051" y="233"/>
                    <a:pt x="18416" y="58"/>
                  </a:cubicBezTo>
                  <a:cubicBezTo>
                    <a:pt x="18414" y="58"/>
                    <a:pt x="18412" y="59"/>
                    <a:pt x="18409" y="59"/>
                  </a:cubicBezTo>
                  <a:cubicBezTo>
                    <a:pt x="18347" y="59"/>
                    <a:pt x="18049" y="1"/>
                    <a:pt x="18007" y="1"/>
                  </a:cubicBezTo>
                  <a:close/>
                </a:path>
              </a:pathLst>
            </a:custGeom>
            <a:solidFill>
              <a:schemeClr val="accent2"/>
            </a:solidFill>
            <a:ln w="114300" cap="flat" cmpd="sng">
              <a:solidFill>
                <a:schemeClr val="accent2"/>
              </a:solidFill>
              <a:prstDash val="solid"/>
              <a:round/>
              <a:headEnd type="none" w="sm" len="sm"/>
              <a:tailEnd type="none" w="sm" len="sm"/>
            </a:ln>
            <a:effectLst>
              <a:outerShdw dist="76200" dir="1800000" algn="bl" rotWithShape="0">
                <a:schemeClr val="lt2"/>
              </a:outerShdw>
            </a:effectLst>
          </p:spPr>
          <p:txBody>
            <a:bodyPr spcFirstLastPara="1" wrap="square" lIns="91425" tIns="91425" rIns="91425" bIns="91425" anchor="ctr" anchorCtr="0">
              <a:noAutofit/>
            </a:bodyPr>
            <a:lstStyle/>
            <a:p>
              <a:pPr marL="0" marR="0" lvl="0" indent="0" algn="l" rtl="0">
                <a:lnSpc>
                  <a:spcPct val="100000"/>
                </a:lnSpc>
                <a:spcBef>
                  <a:spcPts val="0"/>
                </a:spcBef>
                <a:spcAft>
                  <a:spcPts val="0"/>
                </a:spcAft>
                <a:buNone/>
              </a:pPr>
              <a:endParaRPr/>
            </a:p>
          </p:txBody>
        </p:sp>
        <p:sp>
          <p:nvSpPr>
            <p:cNvPr id="1224" name="Google Shape;1224;p47">
              <a:extLst>
                <a:ext uri="{FF2B5EF4-FFF2-40B4-BE49-F238E27FC236}">
                  <a16:creationId xmlns:a16="http://schemas.microsoft.com/office/drawing/2014/main" id="{1054E8D3-E2D1-A84A-2131-22D604FB6737}"/>
                </a:ext>
              </a:extLst>
            </p:cNvPr>
            <p:cNvSpPr/>
            <p:nvPr/>
          </p:nvSpPr>
          <p:spPr>
            <a:xfrm rot="-1002475">
              <a:off x="1278198" y="2679168"/>
              <a:ext cx="1271901" cy="1356055"/>
            </a:xfrm>
            <a:custGeom>
              <a:avLst/>
              <a:gdLst/>
              <a:ahLst/>
              <a:cxnLst/>
              <a:rect l="l" t="t" r="r" b="b"/>
              <a:pathLst>
                <a:path w="32132" h="34258" extrusionOk="0">
                  <a:moveTo>
                    <a:pt x="16761" y="0"/>
                  </a:moveTo>
                  <a:cubicBezTo>
                    <a:pt x="10884" y="0"/>
                    <a:pt x="6127" y="4741"/>
                    <a:pt x="6108" y="10618"/>
                  </a:cubicBezTo>
                  <a:cubicBezTo>
                    <a:pt x="6102" y="12715"/>
                    <a:pt x="6701" y="14672"/>
                    <a:pt x="7741" y="16323"/>
                  </a:cubicBezTo>
                  <a:cubicBezTo>
                    <a:pt x="8620" y="17718"/>
                    <a:pt x="9079" y="19337"/>
                    <a:pt x="9079" y="20986"/>
                  </a:cubicBezTo>
                  <a:lnTo>
                    <a:pt x="9079" y="28340"/>
                  </a:lnTo>
                  <a:cubicBezTo>
                    <a:pt x="9079" y="29017"/>
                    <a:pt x="8529" y="29567"/>
                    <a:pt x="7851" y="29567"/>
                  </a:cubicBezTo>
                  <a:lnTo>
                    <a:pt x="4693" y="29567"/>
                  </a:lnTo>
                  <a:cubicBezTo>
                    <a:pt x="2101" y="29567"/>
                    <a:pt x="1" y="31667"/>
                    <a:pt x="1" y="34258"/>
                  </a:cubicBezTo>
                  <a:lnTo>
                    <a:pt x="32131" y="34258"/>
                  </a:lnTo>
                  <a:cubicBezTo>
                    <a:pt x="32131" y="31667"/>
                    <a:pt x="30032" y="29567"/>
                    <a:pt x="27440" y="29567"/>
                  </a:cubicBezTo>
                  <a:lnTo>
                    <a:pt x="19622" y="29567"/>
                  </a:lnTo>
                  <a:cubicBezTo>
                    <a:pt x="18944" y="29567"/>
                    <a:pt x="18395" y="29017"/>
                    <a:pt x="18395" y="28339"/>
                  </a:cubicBezTo>
                  <a:lnTo>
                    <a:pt x="18395" y="25349"/>
                  </a:lnTo>
                  <a:cubicBezTo>
                    <a:pt x="18395" y="24671"/>
                    <a:pt x="18944" y="24122"/>
                    <a:pt x="19622" y="24122"/>
                  </a:cubicBezTo>
                  <a:lnTo>
                    <a:pt x="23890" y="24122"/>
                  </a:lnTo>
                  <a:cubicBezTo>
                    <a:pt x="25137" y="24122"/>
                    <a:pt x="26179" y="23174"/>
                    <a:pt x="26297" y="21933"/>
                  </a:cubicBezTo>
                  <a:lnTo>
                    <a:pt x="26694" y="17739"/>
                  </a:lnTo>
                  <a:lnTo>
                    <a:pt x="27676" y="17739"/>
                  </a:lnTo>
                  <a:cubicBezTo>
                    <a:pt x="28440" y="17739"/>
                    <a:pt x="28935" y="16934"/>
                    <a:pt x="28590" y="16252"/>
                  </a:cubicBezTo>
                  <a:lnTo>
                    <a:pt x="27410" y="13924"/>
                  </a:lnTo>
                  <a:lnTo>
                    <a:pt x="27412" y="10652"/>
                  </a:lnTo>
                  <a:cubicBezTo>
                    <a:pt x="27412" y="4770"/>
                    <a:pt x="22643" y="1"/>
                    <a:pt x="16761"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25" name="Google Shape;1225;p47">
              <a:extLst>
                <a:ext uri="{FF2B5EF4-FFF2-40B4-BE49-F238E27FC236}">
                  <a16:creationId xmlns:a16="http://schemas.microsoft.com/office/drawing/2014/main" id="{10C7C413-256A-10DB-F525-1767A65B5C60}"/>
                </a:ext>
              </a:extLst>
            </p:cNvPr>
            <p:cNvSpPr/>
            <p:nvPr/>
          </p:nvSpPr>
          <p:spPr>
            <a:xfrm rot="-1002475">
              <a:off x="1517787" y="2809192"/>
              <a:ext cx="566046" cy="422120"/>
            </a:xfrm>
            <a:custGeom>
              <a:avLst/>
              <a:gdLst/>
              <a:ahLst/>
              <a:cxnLst/>
              <a:rect l="l" t="t" r="r" b="b"/>
              <a:pathLst>
                <a:path w="14300" h="10664" extrusionOk="0">
                  <a:moveTo>
                    <a:pt x="7108" y="1"/>
                  </a:moveTo>
                  <a:cubicBezTo>
                    <a:pt x="3183" y="1"/>
                    <a:pt x="0" y="3182"/>
                    <a:pt x="0" y="7109"/>
                  </a:cubicBezTo>
                  <a:lnTo>
                    <a:pt x="0" y="9508"/>
                  </a:lnTo>
                  <a:cubicBezTo>
                    <a:pt x="0" y="10145"/>
                    <a:pt x="517" y="10663"/>
                    <a:pt x="1156" y="10663"/>
                  </a:cubicBezTo>
                  <a:lnTo>
                    <a:pt x="2112" y="10663"/>
                  </a:lnTo>
                  <a:cubicBezTo>
                    <a:pt x="2499" y="10663"/>
                    <a:pt x="2860" y="10469"/>
                    <a:pt x="3074" y="10148"/>
                  </a:cubicBezTo>
                  <a:lnTo>
                    <a:pt x="3929" y="8864"/>
                  </a:lnTo>
                  <a:lnTo>
                    <a:pt x="9030" y="8864"/>
                  </a:lnTo>
                  <a:cubicBezTo>
                    <a:pt x="10564" y="8864"/>
                    <a:pt x="11809" y="7620"/>
                    <a:pt x="11809" y="6085"/>
                  </a:cubicBezTo>
                  <a:cubicBezTo>
                    <a:pt x="13184" y="6085"/>
                    <a:pt x="14300" y="4969"/>
                    <a:pt x="14300" y="3594"/>
                  </a:cubicBezTo>
                  <a:cubicBezTo>
                    <a:pt x="14300" y="1609"/>
                    <a:pt x="12691" y="1"/>
                    <a:pt x="10707"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26" name="Google Shape;1226;p47">
              <a:extLst>
                <a:ext uri="{FF2B5EF4-FFF2-40B4-BE49-F238E27FC236}">
                  <a16:creationId xmlns:a16="http://schemas.microsoft.com/office/drawing/2014/main" id="{C022BE1B-029C-6DEF-3C32-239950ED7494}"/>
                </a:ext>
              </a:extLst>
            </p:cNvPr>
            <p:cNvSpPr/>
            <p:nvPr/>
          </p:nvSpPr>
          <p:spPr>
            <a:xfrm rot="-1002475">
              <a:off x="2105720" y="3486731"/>
              <a:ext cx="588727" cy="446107"/>
            </a:xfrm>
            <a:custGeom>
              <a:avLst/>
              <a:gdLst/>
              <a:ahLst/>
              <a:cxnLst/>
              <a:rect l="l" t="t" r="r" b="b"/>
              <a:pathLst>
                <a:path w="14873" h="11270" extrusionOk="0">
                  <a:moveTo>
                    <a:pt x="1795" y="1"/>
                  </a:moveTo>
                  <a:cubicBezTo>
                    <a:pt x="805" y="1"/>
                    <a:pt x="1" y="805"/>
                    <a:pt x="1" y="1794"/>
                  </a:cubicBezTo>
                  <a:lnTo>
                    <a:pt x="1" y="4785"/>
                  </a:lnTo>
                  <a:cubicBezTo>
                    <a:pt x="1" y="5774"/>
                    <a:pt x="805" y="6578"/>
                    <a:pt x="1795" y="6578"/>
                  </a:cubicBezTo>
                  <a:lnTo>
                    <a:pt x="9613" y="6578"/>
                  </a:lnTo>
                  <a:cubicBezTo>
                    <a:pt x="10716" y="6578"/>
                    <a:pt x="11751" y="7008"/>
                    <a:pt x="12531" y="7787"/>
                  </a:cubicBezTo>
                  <a:cubicBezTo>
                    <a:pt x="13309" y="8565"/>
                    <a:pt x="13739" y="9601"/>
                    <a:pt x="13739" y="10703"/>
                  </a:cubicBezTo>
                  <a:cubicBezTo>
                    <a:pt x="13739" y="11016"/>
                    <a:pt x="13992" y="11270"/>
                    <a:pt x="14306" y="11270"/>
                  </a:cubicBezTo>
                  <a:cubicBezTo>
                    <a:pt x="14619" y="11270"/>
                    <a:pt x="14872" y="11016"/>
                    <a:pt x="14872" y="10703"/>
                  </a:cubicBezTo>
                  <a:cubicBezTo>
                    <a:pt x="14872" y="9297"/>
                    <a:pt x="14325" y="7977"/>
                    <a:pt x="13332" y="6985"/>
                  </a:cubicBezTo>
                  <a:cubicBezTo>
                    <a:pt x="12339" y="5992"/>
                    <a:pt x="11019" y="5445"/>
                    <a:pt x="9613" y="5445"/>
                  </a:cubicBezTo>
                  <a:lnTo>
                    <a:pt x="1795" y="5445"/>
                  </a:lnTo>
                  <a:cubicBezTo>
                    <a:pt x="1431" y="5445"/>
                    <a:pt x="1134" y="5149"/>
                    <a:pt x="1134" y="4785"/>
                  </a:cubicBezTo>
                  <a:lnTo>
                    <a:pt x="1134" y="1794"/>
                  </a:lnTo>
                  <a:cubicBezTo>
                    <a:pt x="1134" y="1431"/>
                    <a:pt x="1431" y="1134"/>
                    <a:pt x="1795" y="1134"/>
                  </a:cubicBezTo>
                  <a:cubicBezTo>
                    <a:pt x="2108" y="1134"/>
                    <a:pt x="2362" y="881"/>
                    <a:pt x="2362" y="567"/>
                  </a:cubicBezTo>
                  <a:cubicBezTo>
                    <a:pt x="2362" y="254"/>
                    <a:pt x="2108" y="1"/>
                    <a:pt x="179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27" name="Google Shape;1227;p47">
              <a:extLst>
                <a:ext uri="{FF2B5EF4-FFF2-40B4-BE49-F238E27FC236}">
                  <a16:creationId xmlns:a16="http://schemas.microsoft.com/office/drawing/2014/main" id="{297AFC0C-4CA7-2C6B-558C-DBC0708F5C04}"/>
                </a:ext>
              </a:extLst>
            </p:cNvPr>
            <p:cNvSpPr/>
            <p:nvPr/>
          </p:nvSpPr>
          <p:spPr>
            <a:xfrm rot="-1002475">
              <a:off x="1258555" y="2675798"/>
              <a:ext cx="1184104" cy="1400943"/>
            </a:xfrm>
            <a:custGeom>
              <a:avLst/>
              <a:gdLst/>
              <a:ahLst/>
              <a:cxnLst/>
              <a:rect l="l" t="t" r="r" b="b"/>
              <a:pathLst>
                <a:path w="29914" h="35392" extrusionOk="0">
                  <a:moveTo>
                    <a:pt x="16501" y="1"/>
                  </a:moveTo>
                  <a:cubicBezTo>
                    <a:pt x="15873" y="110"/>
                    <a:pt x="14762" y="294"/>
                    <a:pt x="14760" y="294"/>
                  </a:cubicBezTo>
                  <a:cubicBezTo>
                    <a:pt x="12748" y="761"/>
                    <a:pt x="10901" y="1778"/>
                    <a:pt x="9404" y="3270"/>
                  </a:cubicBezTo>
                  <a:cubicBezTo>
                    <a:pt x="7288" y="5380"/>
                    <a:pt x="6118" y="8190"/>
                    <a:pt x="6108" y="11184"/>
                  </a:cubicBezTo>
                  <a:cubicBezTo>
                    <a:pt x="6101" y="13318"/>
                    <a:pt x="6696" y="15395"/>
                    <a:pt x="7829" y="17192"/>
                  </a:cubicBezTo>
                  <a:cubicBezTo>
                    <a:pt x="8647" y="18491"/>
                    <a:pt x="9078" y="19998"/>
                    <a:pt x="9078" y="21553"/>
                  </a:cubicBezTo>
                  <a:lnTo>
                    <a:pt x="9078" y="24671"/>
                  </a:lnTo>
                  <a:lnTo>
                    <a:pt x="9117" y="25929"/>
                  </a:lnTo>
                  <a:lnTo>
                    <a:pt x="9078" y="26273"/>
                  </a:lnTo>
                  <a:lnTo>
                    <a:pt x="9078" y="28907"/>
                  </a:lnTo>
                  <a:cubicBezTo>
                    <a:pt x="9078" y="29271"/>
                    <a:pt x="8783" y="29567"/>
                    <a:pt x="8418" y="29567"/>
                  </a:cubicBezTo>
                  <a:lnTo>
                    <a:pt x="5259" y="29567"/>
                  </a:lnTo>
                  <a:cubicBezTo>
                    <a:pt x="2359" y="29567"/>
                    <a:pt x="1" y="31926"/>
                    <a:pt x="1" y="34825"/>
                  </a:cubicBezTo>
                  <a:cubicBezTo>
                    <a:pt x="1" y="35138"/>
                    <a:pt x="254" y="35392"/>
                    <a:pt x="568" y="35392"/>
                  </a:cubicBezTo>
                  <a:cubicBezTo>
                    <a:pt x="881" y="35392"/>
                    <a:pt x="1134" y="35138"/>
                    <a:pt x="1134" y="34825"/>
                  </a:cubicBezTo>
                  <a:cubicBezTo>
                    <a:pt x="1134" y="32551"/>
                    <a:pt x="2984" y="30700"/>
                    <a:pt x="5259" y="30700"/>
                  </a:cubicBezTo>
                  <a:lnTo>
                    <a:pt x="8418" y="30700"/>
                  </a:lnTo>
                  <a:cubicBezTo>
                    <a:pt x="9407" y="30700"/>
                    <a:pt x="10213" y="29896"/>
                    <a:pt x="10213" y="28907"/>
                  </a:cubicBezTo>
                  <a:lnTo>
                    <a:pt x="10213" y="27408"/>
                  </a:lnTo>
                  <a:lnTo>
                    <a:pt x="10213" y="25804"/>
                  </a:lnTo>
                  <a:lnTo>
                    <a:pt x="10213" y="21553"/>
                  </a:lnTo>
                  <a:cubicBezTo>
                    <a:pt x="10213" y="19785"/>
                    <a:pt x="9719" y="18068"/>
                    <a:pt x="8787" y="16587"/>
                  </a:cubicBezTo>
                  <a:cubicBezTo>
                    <a:pt x="7770" y="14973"/>
                    <a:pt x="7236" y="13105"/>
                    <a:pt x="7242" y="11187"/>
                  </a:cubicBezTo>
                  <a:cubicBezTo>
                    <a:pt x="7250" y="8496"/>
                    <a:pt x="8303" y="5970"/>
                    <a:pt x="10204" y="4074"/>
                  </a:cubicBezTo>
                  <a:cubicBezTo>
                    <a:pt x="12105" y="2181"/>
                    <a:pt x="14630" y="1137"/>
                    <a:pt x="17318" y="1134"/>
                  </a:cubicBezTo>
                  <a:lnTo>
                    <a:pt x="17337" y="1134"/>
                  </a:lnTo>
                  <a:cubicBezTo>
                    <a:pt x="22893" y="1140"/>
                    <a:pt x="27411" y="5662"/>
                    <a:pt x="27411" y="11219"/>
                  </a:cubicBezTo>
                  <a:lnTo>
                    <a:pt x="27409" y="14491"/>
                  </a:lnTo>
                  <a:cubicBezTo>
                    <a:pt x="27409" y="14580"/>
                    <a:pt x="27430" y="14668"/>
                    <a:pt x="27471" y="14748"/>
                  </a:cubicBezTo>
                  <a:lnTo>
                    <a:pt x="28651" y="17076"/>
                  </a:lnTo>
                  <a:cubicBezTo>
                    <a:pt x="28755" y="17282"/>
                    <a:pt x="28673" y="17456"/>
                    <a:pt x="28633" y="17522"/>
                  </a:cubicBezTo>
                  <a:cubicBezTo>
                    <a:pt x="28593" y="17587"/>
                    <a:pt x="28474" y="17740"/>
                    <a:pt x="28242" y="17740"/>
                  </a:cubicBezTo>
                  <a:lnTo>
                    <a:pt x="27261" y="17740"/>
                  </a:lnTo>
                  <a:cubicBezTo>
                    <a:pt x="26969" y="17740"/>
                    <a:pt x="26724" y="17963"/>
                    <a:pt x="26697" y="18254"/>
                  </a:cubicBezTo>
                  <a:lnTo>
                    <a:pt x="26299" y="22446"/>
                  </a:lnTo>
                  <a:cubicBezTo>
                    <a:pt x="26209" y="23402"/>
                    <a:pt x="25417" y="24123"/>
                    <a:pt x="24457" y="24123"/>
                  </a:cubicBezTo>
                  <a:lnTo>
                    <a:pt x="22840" y="24123"/>
                  </a:lnTo>
                  <a:cubicBezTo>
                    <a:pt x="22526" y="24123"/>
                    <a:pt x="22273" y="24377"/>
                    <a:pt x="22273" y="24689"/>
                  </a:cubicBezTo>
                  <a:cubicBezTo>
                    <a:pt x="22273" y="25003"/>
                    <a:pt x="22526" y="25257"/>
                    <a:pt x="22840" y="25257"/>
                  </a:cubicBezTo>
                  <a:lnTo>
                    <a:pt x="24457" y="25257"/>
                  </a:lnTo>
                  <a:cubicBezTo>
                    <a:pt x="26005" y="25257"/>
                    <a:pt x="27282" y="24094"/>
                    <a:pt x="27428" y="22553"/>
                  </a:cubicBezTo>
                  <a:lnTo>
                    <a:pt x="27777" y="18874"/>
                  </a:lnTo>
                  <a:lnTo>
                    <a:pt x="28242" y="18874"/>
                  </a:lnTo>
                  <a:cubicBezTo>
                    <a:pt x="28800" y="18874"/>
                    <a:pt x="29307" y="18590"/>
                    <a:pt x="29600" y="18115"/>
                  </a:cubicBezTo>
                  <a:cubicBezTo>
                    <a:pt x="29891" y="17639"/>
                    <a:pt x="29914" y="17060"/>
                    <a:pt x="29661" y="16563"/>
                  </a:cubicBezTo>
                  <a:lnTo>
                    <a:pt x="28544" y="14356"/>
                  </a:lnTo>
                  <a:lnTo>
                    <a:pt x="28546" y="11219"/>
                  </a:lnTo>
                  <a:cubicBezTo>
                    <a:pt x="28546" y="5964"/>
                    <a:pt x="24928" y="1470"/>
                    <a:pt x="20024" y="330"/>
                  </a:cubicBezTo>
                  <a:cubicBezTo>
                    <a:pt x="18622" y="4"/>
                    <a:pt x="19051" y="234"/>
                    <a:pt x="18416" y="58"/>
                  </a:cubicBezTo>
                  <a:cubicBezTo>
                    <a:pt x="18414" y="58"/>
                    <a:pt x="18412" y="59"/>
                    <a:pt x="18409" y="59"/>
                  </a:cubicBezTo>
                  <a:cubicBezTo>
                    <a:pt x="18347" y="59"/>
                    <a:pt x="18049" y="1"/>
                    <a:pt x="18007"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28" name="Google Shape;1228;p47">
              <a:extLst>
                <a:ext uri="{FF2B5EF4-FFF2-40B4-BE49-F238E27FC236}">
                  <a16:creationId xmlns:a16="http://schemas.microsoft.com/office/drawing/2014/main" id="{63819CC8-D906-833E-C6F0-BA421E8C2345}"/>
                </a:ext>
              </a:extLst>
            </p:cNvPr>
            <p:cNvSpPr/>
            <p:nvPr/>
          </p:nvSpPr>
          <p:spPr>
            <a:xfrm rot="-1002475">
              <a:off x="1495332" y="2786710"/>
              <a:ext cx="610933" cy="467007"/>
            </a:xfrm>
            <a:custGeom>
              <a:avLst/>
              <a:gdLst/>
              <a:ahLst/>
              <a:cxnLst/>
              <a:rect l="l" t="t" r="r" b="b"/>
              <a:pathLst>
                <a:path w="15434" h="11798" extrusionOk="0">
                  <a:moveTo>
                    <a:pt x="9688" y="1"/>
                  </a:moveTo>
                  <a:cubicBezTo>
                    <a:pt x="9374" y="1"/>
                    <a:pt x="9121" y="254"/>
                    <a:pt x="9121" y="568"/>
                  </a:cubicBezTo>
                  <a:cubicBezTo>
                    <a:pt x="9121" y="881"/>
                    <a:pt x="9374" y="1134"/>
                    <a:pt x="9688" y="1134"/>
                  </a:cubicBezTo>
                  <a:lnTo>
                    <a:pt x="11274" y="1134"/>
                  </a:lnTo>
                  <a:cubicBezTo>
                    <a:pt x="12943" y="1134"/>
                    <a:pt x="14300" y="2492"/>
                    <a:pt x="14300" y="4161"/>
                  </a:cubicBezTo>
                  <a:cubicBezTo>
                    <a:pt x="14300" y="5030"/>
                    <a:pt x="13721" y="5767"/>
                    <a:pt x="12928" y="6005"/>
                  </a:cubicBezTo>
                  <a:cubicBezTo>
                    <a:pt x="12879" y="5505"/>
                    <a:pt x="12725" y="4834"/>
                    <a:pt x="12287" y="4314"/>
                  </a:cubicBezTo>
                  <a:cubicBezTo>
                    <a:pt x="12486" y="3967"/>
                    <a:pt x="12579" y="3582"/>
                    <a:pt x="12560" y="3174"/>
                  </a:cubicBezTo>
                  <a:cubicBezTo>
                    <a:pt x="12547" y="2870"/>
                    <a:pt x="12299" y="2633"/>
                    <a:pt x="11995" y="2633"/>
                  </a:cubicBezTo>
                  <a:cubicBezTo>
                    <a:pt x="11986" y="2633"/>
                    <a:pt x="11977" y="2633"/>
                    <a:pt x="11968" y="2633"/>
                  </a:cubicBezTo>
                  <a:cubicBezTo>
                    <a:pt x="11655" y="2648"/>
                    <a:pt x="11413" y="2913"/>
                    <a:pt x="11428" y="3225"/>
                  </a:cubicBezTo>
                  <a:cubicBezTo>
                    <a:pt x="11443" y="3572"/>
                    <a:pt x="11289" y="3872"/>
                    <a:pt x="10956" y="4140"/>
                  </a:cubicBezTo>
                  <a:cubicBezTo>
                    <a:pt x="10668" y="4372"/>
                    <a:pt x="10358" y="4483"/>
                    <a:pt x="10348" y="4487"/>
                  </a:cubicBezTo>
                  <a:cubicBezTo>
                    <a:pt x="10052" y="4588"/>
                    <a:pt x="9894" y="4909"/>
                    <a:pt x="9994" y="5204"/>
                  </a:cubicBezTo>
                  <a:cubicBezTo>
                    <a:pt x="10073" y="5441"/>
                    <a:pt x="10294" y="5591"/>
                    <a:pt x="10531" y="5591"/>
                  </a:cubicBezTo>
                  <a:cubicBezTo>
                    <a:pt x="10591" y="5591"/>
                    <a:pt x="10651" y="5581"/>
                    <a:pt x="10712" y="5560"/>
                  </a:cubicBezTo>
                  <a:cubicBezTo>
                    <a:pt x="10755" y="5546"/>
                    <a:pt x="11110" y="5421"/>
                    <a:pt x="11498" y="5150"/>
                  </a:cubicBezTo>
                  <a:cubicBezTo>
                    <a:pt x="11809" y="5617"/>
                    <a:pt x="11834" y="6323"/>
                    <a:pt x="11810" y="6602"/>
                  </a:cubicBezTo>
                  <a:cubicBezTo>
                    <a:pt x="11810" y="6610"/>
                    <a:pt x="11810" y="6617"/>
                    <a:pt x="11809" y="6626"/>
                  </a:cubicBezTo>
                  <a:cubicBezTo>
                    <a:pt x="11809" y="6634"/>
                    <a:pt x="11808" y="6644"/>
                    <a:pt x="11808" y="6653"/>
                  </a:cubicBezTo>
                  <a:cubicBezTo>
                    <a:pt x="11808" y="7872"/>
                    <a:pt x="10816" y="8864"/>
                    <a:pt x="9597" y="8864"/>
                  </a:cubicBezTo>
                  <a:lnTo>
                    <a:pt x="4495" y="8864"/>
                  </a:lnTo>
                  <a:cubicBezTo>
                    <a:pt x="4305" y="8864"/>
                    <a:pt x="4128" y="8960"/>
                    <a:pt x="4023" y="9118"/>
                  </a:cubicBezTo>
                  <a:lnTo>
                    <a:pt x="3168" y="10401"/>
                  </a:lnTo>
                  <a:cubicBezTo>
                    <a:pt x="3058" y="10566"/>
                    <a:pt x="2876" y="10663"/>
                    <a:pt x="2678" y="10663"/>
                  </a:cubicBezTo>
                  <a:lnTo>
                    <a:pt x="1722" y="10663"/>
                  </a:lnTo>
                  <a:cubicBezTo>
                    <a:pt x="1397" y="10663"/>
                    <a:pt x="1133" y="10399"/>
                    <a:pt x="1133" y="10076"/>
                  </a:cubicBezTo>
                  <a:lnTo>
                    <a:pt x="1133" y="7677"/>
                  </a:lnTo>
                  <a:cubicBezTo>
                    <a:pt x="1133" y="6032"/>
                    <a:pt x="1746" y="4459"/>
                    <a:pt x="2858" y="3249"/>
                  </a:cubicBezTo>
                  <a:cubicBezTo>
                    <a:pt x="3964" y="2047"/>
                    <a:pt x="5466" y="1305"/>
                    <a:pt x="7085" y="1160"/>
                  </a:cubicBezTo>
                  <a:cubicBezTo>
                    <a:pt x="7399" y="1133"/>
                    <a:pt x="7628" y="858"/>
                    <a:pt x="7601" y="547"/>
                  </a:cubicBezTo>
                  <a:cubicBezTo>
                    <a:pt x="7574" y="252"/>
                    <a:pt x="7328" y="30"/>
                    <a:pt x="7039" y="30"/>
                  </a:cubicBezTo>
                  <a:cubicBezTo>
                    <a:pt x="7022" y="30"/>
                    <a:pt x="7004" y="31"/>
                    <a:pt x="6986" y="32"/>
                  </a:cubicBezTo>
                  <a:cubicBezTo>
                    <a:pt x="5084" y="201"/>
                    <a:pt x="3321" y="1071"/>
                    <a:pt x="2025" y="2483"/>
                  </a:cubicBezTo>
                  <a:cubicBezTo>
                    <a:pt x="719" y="3902"/>
                    <a:pt x="1" y="5747"/>
                    <a:pt x="1" y="7677"/>
                  </a:cubicBezTo>
                  <a:lnTo>
                    <a:pt x="1" y="10076"/>
                  </a:lnTo>
                  <a:cubicBezTo>
                    <a:pt x="1" y="11025"/>
                    <a:pt x="773" y="11798"/>
                    <a:pt x="1722" y="11798"/>
                  </a:cubicBezTo>
                  <a:lnTo>
                    <a:pt x="2679" y="11798"/>
                  </a:lnTo>
                  <a:cubicBezTo>
                    <a:pt x="3256" y="11798"/>
                    <a:pt x="3793" y="11511"/>
                    <a:pt x="4112" y="11030"/>
                  </a:cubicBezTo>
                  <a:lnTo>
                    <a:pt x="4800" y="9999"/>
                  </a:lnTo>
                  <a:lnTo>
                    <a:pt x="9597" y="9999"/>
                  </a:lnTo>
                  <a:cubicBezTo>
                    <a:pt x="11264" y="9999"/>
                    <a:pt x="12650" y="8772"/>
                    <a:pt x="12902" y="7175"/>
                  </a:cubicBezTo>
                  <a:cubicBezTo>
                    <a:pt x="14338" y="6924"/>
                    <a:pt x="15434" y="5668"/>
                    <a:pt x="15434" y="4162"/>
                  </a:cubicBezTo>
                  <a:cubicBezTo>
                    <a:pt x="15434" y="1868"/>
                    <a:pt x="13568" y="1"/>
                    <a:pt x="11274"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29" name="Google Shape;1229;p47">
              <a:extLst>
                <a:ext uri="{FF2B5EF4-FFF2-40B4-BE49-F238E27FC236}">
                  <a16:creationId xmlns:a16="http://schemas.microsoft.com/office/drawing/2014/main" id="{176B5E4C-AB58-E1D6-A76B-1067EBDED338}"/>
                </a:ext>
              </a:extLst>
            </p:cNvPr>
            <p:cNvSpPr/>
            <p:nvPr/>
          </p:nvSpPr>
          <p:spPr>
            <a:xfrm rot="-1002475">
              <a:off x="1625186" y="3048514"/>
              <a:ext cx="134822" cy="82453"/>
            </a:xfrm>
            <a:custGeom>
              <a:avLst/>
              <a:gdLst/>
              <a:ahLst/>
              <a:cxnLst/>
              <a:rect l="l" t="t" r="r" b="b"/>
              <a:pathLst>
                <a:path w="3406" h="2083" extrusionOk="0">
                  <a:moveTo>
                    <a:pt x="2760" y="1"/>
                  </a:moveTo>
                  <a:cubicBezTo>
                    <a:pt x="2547" y="1"/>
                    <a:pt x="2344" y="121"/>
                    <a:pt x="2247" y="325"/>
                  </a:cubicBezTo>
                  <a:cubicBezTo>
                    <a:pt x="2098" y="638"/>
                    <a:pt x="1822" y="830"/>
                    <a:pt x="1402" y="911"/>
                  </a:cubicBezTo>
                  <a:cubicBezTo>
                    <a:pt x="1247" y="940"/>
                    <a:pt x="1100" y="949"/>
                    <a:pt x="981" y="949"/>
                  </a:cubicBezTo>
                  <a:cubicBezTo>
                    <a:pt x="817" y="949"/>
                    <a:pt x="706" y="933"/>
                    <a:pt x="701" y="931"/>
                  </a:cubicBezTo>
                  <a:cubicBezTo>
                    <a:pt x="670" y="927"/>
                    <a:pt x="640" y="924"/>
                    <a:pt x="610" y="924"/>
                  </a:cubicBezTo>
                  <a:cubicBezTo>
                    <a:pt x="338" y="924"/>
                    <a:pt x="97" y="1121"/>
                    <a:pt x="51" y="1400"/>
                  </a:cubicBezTo>
                  <a:cubicBezTo>
                    <a:pt x="1" y="1708"/>
                    <a:pt x="210" y="2000"/>
                    <a:pt x="519" y="2050"/>
                  </a:cubicBezTo>
                  <a:cubicBezTo>
                    <a:pt x="549" y="2056"/>
                    <a:pt x="726" y="2083"/>
                    <a:pt x="980" y="2083"/>
                  </a:cubicBezTo>
                  <a:cubicBezTo>
                    <a:pt x="1150" y="2083"/>
                    <a:pt x="1354" y="2071"/>
                    <a:pt x="1573" y="2033"/>
                  </a:cubicBezTo>
                  <a:cubicBezTo>
                    <a:pt x="2373" y="1890"/>
                    <a:pt x="2959" y="1468"/>
                    <a:pt x="3272" y="811"/>
                  </a:cubicBezTo>
                  <a:cubicBezTo>
                    <a:pt x="3406" y="528"/>
                    <a:pt x="3285" y="190"/>
                    <a:pt x="3002" y="56"/>
                  </a:cubicBezTo>
                  <a:cubicBezTo>
                    <a:pt x="2924" y="19"/>
                    <a:pt x="2841" y="1"/>
                    <a:pt x="2760"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242" name="Google Shape;1242;p47">
            <a:extLst>
              <a:ext uri="{FF2B5EF4-FFF2-40B4-BE49-F238E27FC236}">
                <a16:creationId xmlns:a16="http://schemas.microsoft.com/office/drawing/2014/main" id="{BCDF7903-DD1D-BFDF-A957-AC4006BF778E}"/>
              </a:ext>
            </a:extLst>
          </p:cNvPr>
          <p:cNvSpPr/>
          <p:nvPr/>
        </p:nvSpPr>
        <p:spPr>
          <a:xfrm rot="-9388557">
            <a:off x="5248733" y="647732"/>
            <a:ext cx="112800" cy="112818"/>
          </a:xfrm>
          <a:custGeom>
            <a:avLst/>
            <a:gdLst/>
            <a:ahLst/>
            <a:cxnLst/>
            <a:rect l="l" t="t" r="r" b="b"/>
            <a:pathLst>
              <a:path w="6138" h="6139" extrusionOk="0">
                <a:moveTo>
                  <a:pt x="3069" y="0"/>
                </a:moveTo>
                <a:cubicBezTo>
                  <a:pt x="2625" y="513"/>
                  <a:pt x="2402" y="1024"/>
                  <a:pt x="2235" y="1535"/>
                </a:cubicBezTo>
                <a:cubicBezTo>
                  <a:pt x="2177" y="1722"/>
                  <a:pt x="2134" y="1909"/>
                  <a:pt x="2099" y="2097"/>
                </a:cubicBezTo>
                <a:cubicBezTo>
                  <a:pt x="1912" y="2131"/>
                  <a:pt x="1723" y="2173"/>
                  <a:pt x="1536" y="2233"/>
                </a:cubicBezTo>
                <a:cubicBezTo>
                  <a:pt x="1023" y="2398"/>
                  <a:pt x="512" y="2623"/>
                  <a:pt x="1" y="3070"/>
                </a:cubicBezTo>
                <a:cubicBezTo>
                  <a:pt x="512" y="3517"/>
                  <a:pt x="1023" y="3740"/>
                  <a:pt x="1536" y="3907"/>
                </a:cubicBezTo>
                <a:cubicBezTo>
                  <a:pt x="1722" y="3966"/>
                  <a:pt x="1909" y="4008"/>
                  <a:pt x="2096" y="4042"/>
                </a:cubicBezTo>
                <a:cubicBezTo>
                  <a:pt x="2132" y="4230"/>
                  <a:pt x="2173" y="4417"/>
                  <a:pt x="2232" y="4604"/>
                </a:cubicBezTo>
                <a:cubicBezTo>
                  <a:pt x="2399" y="5115"/>
                  <a:pt x="2622" y="5627"/>
                  <a:pt x="3069" y="6138"/>
                </a:cubicBezTo>
                <a:cubicBezTo>
                  <a:pt x="3517" y="5627"/>
                  <a:pt x="3741" y="5115"/>
                  <a:pt x="3906" y="4604"/>
                </a:cubicBezTo>
                <a:cubicBezTo>
                  <a:pt x="3966" y="4416"/>
                  <a:pt x="4008" y="4229"/>
                  <a:pt x="4042" y="4040"/>
                </a:cubicBezTo>
                <a:cubicBezTo>
                  <a:pt x="4230" y="4005"/>
                  <a:pt x="4416" y="3963"/>
                  <a:pt x="4604" y="3904"/>
                </a:cubicBezTo>
                <a:cubicBezTo>
                  <a:pt x="5115" y="3737"/>
                  <a:pt x="5626" y="3514"/>
                  <a:pt x="6138" y="3070"/>
                </a:cubicBezTo>
                <a:cubicBezTo>
                  <a:pt x="5626" y="2625"/>
                  <a:pt x="5115" y="2402"/>
                  <a:pt x="4604" y="2235"/>
                </a:cubicBezTo>
                <a:cubicBezTo>
                  <a:pt x="4416" y="2176"/>
                  <a:pt x="4228" y="2133"/>
                  <a:pt x="4040" y="2099"/>
                </a:cubicBezTo>
                <a:cubicBezTo>
                  <a:pt x="4005" y="1910"/>
                  <a:pt x="3963" y="1723"/>
                  <a:pt x="3904" y="1535"/>
                </a:cubicBezTo>
                <a:cubicBezTo>
                  <a:pt x="3738" y="1024"/>
                  <a:pt x="3514" y="513"/>
                  <a:pt x="3069"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 name="TextBox 3">
            <a:extLst>
              <a:ext uri="{FF2B5EF4-FFF2-40B4-BE49-F238E27FC236}">
                <a16:creationId xmlns:a16="http://schemas.microsoft.com/office/drawing/2014/main" id="{83C994D9-AD4B-4C9E-22F4-FF6354C357A5}"/>
              </a:ext>
            </a:extLst>
          </p:cNvPr>
          <p:cNvSpPr txBox="1"/>
          <p:nvPr/>
        </p:nvSpPr>
        <p:spPr>
          <a:xfrm>
            <a:off x="1086384" y="479453"/>
            <a:ext cx="7180174" cy="523220"/>
          </a:xfrm>
          <a:prstGeom prst="rect">
            <a:avLst/>
          </a:prstGeom>
          <a:noFill/>
        </p:spPr>
        <p:txBody>
          <a:bodyPr wrap="square">
            <a:spAutoFit/>
          </a:bodyPr>
          <a:lstStyle/>
          <a:p>
            <a:pPr marL="0" marR="0" algn="ctr" rtl="0">
              <a:spcBef>
                <a:spcPts val="600"/>
              </a:spcBef>
              <a:spcAft>
                <a:spcPts val="600"/>
              </a:spcAft>
              <a:buNone/>
            </a:pPr>
            <a:r>
              <a:rPr lang="en-US" sz="2800" b="1" dirty="0">
                <a:latin typeface="ADLaM Display" panose="02010000000000000000" pitchFamily="2" charset="0"/>
                <a:ea typeface="ADLaM Display" panose="02010000000000000000" pitchFamily="2" charset="0"/>
                <a:cs typeface="ADLaM Display" panose="02010000000000000000" pitchFamily="2" charset="0"/>
              </a:rPr>
              <a:t>Treatment of R.A</a:t>
            </a:r>
            <a:endParaRPr lang="en-US" sz="2800" b="1" dirty="0">
              <a:effectLst/>
              <a:latin typeface="ADLaM Display" panose="02010000000000000000" pitchFamily="2" charset="0"/>
              <a:ea typeface="ADLaM Display" panose="02010000000000000000" pitchFamily="2" charset="0"/>
              <a:cs typeface="ADLaM Display" panose="02010000000000000000" pitchFamily="2" charset="0"/>
            </a:endParaRPr>
          </a:p>
        </p:txBody>
      </p:sp>
      <p:graphicFrame>
        <p:nvGraphicFramePr>
          <p:cNvPr id="3" name="Table 2">
            <a:extLst>
              <a:ext uri="{FF2B5EF4-FFF2-40B4-BE49-F238E27FC236}">
                <a16:creationId xmlns:a16="http://schemas.microsoft.com/office/drawing/2014/main" id="{3B886155-0EB7-6779-2EDF-6FBED10F4791}"/>
              </a:ext>
            </a:extLst>
          </p:cNvPr>
          <p:cNvGraphicFramePr>
            <a:graphicFrameLocks noGrp="1"/>
          </p:cNvGraphicFramePr>
          <p:nvPr>
            <p:extLst>
              <p:ext uri="{D42A27DB-BD31-4B8C-83A1-F6EECF244321}">
                <p14:modId xmlns:p14="http://schemas.microsoft.com/office/powerpoint/2010/main" val="1818568473"/>
              </p:ext>
            </p:extLst>
          </p:nvPr>
        </p:nvGraphicFramePr>
        <p:xfrm>
          <a:off x="751030" y="1205761"/>
          <a:ext cx="7641939" cy="2755989"/>
        </p:xfrm>
        <a:graphic>
          <a:graphicData uri="http://schemas.openxmlformats.org/drawingml/2006/table">
            <a:tbl>
              <a:tblPr>
                <a:tableStyleId>{69C7853C-536D-4A76-A0AE-DD22124D55A5}</a:tableStyleId>
              </a:tblPr>
              <a:tblGrid>
                <a:gridCol w="2547313">
                  <a:extLst>
                    <a:ext uri="{9D8B030D-6E8A-4147-A177-3AD203B41FA5}">
                      <a16:colId xmlns:a16="http://schemas.microsoft.com/office/drawing/2014/main" val="4014057450"/>
                    </a:ext>
                  </a:extLst>
                </a:gridCol>
                <a:gridCol w="2547313">
                  <a:extLst>
                    <a:ext uri="{9D8B030D-6E8A-4147-A177-3AD203B41FA5}">
                      <a16:colId xmlns:a16="http://schemas.microsoft.com/office/drawing/2014/main" val="4208855670"/>
                    </a:ext>
                  </a:extLst>
                </a:gridCol>
                <a:gridCol w="2547313">
                  <a:extLst>
                    <a:ext uri="{9D8B030D-6E8A-4147-A177-3AD203B41FA5}">
                      <a16:colId xmlns:a16="http://schemas.microsoft.com/office/drawing/2014/main" val="1448082814"/>
                    </a:ext>
                  </a:extLst>
                </a:gridCol>
              </a:tblGrid>
              <a:tr h="998585">
                <a:tc>
                  <a:txBody>
                    <a:bodyPr/>
                    <a:lstStyle/>
                    <a:p>
                      <a:pPr algn="ctr">
                        <a:buNone/>
                      </a:pPr>
                      <a:r>
                        <a:rPr lang="en-US" sz="2000" dirty="0">
                          <a:solidFill>
                            <a:schemeClr val="tx1"/>
                          </a:solidFill>
                          <a:latin typeface="Times New Roman" panose="02020603050405020304" pitchFamily="18" charset="0"/>
                          <a:cs typeface="Times New Roman" panose="02020603050405020304" pitchFamily="18" charset="0"/>
                        </a:rPr>
                        <a:t>TNF-</a:t>
                      </a:r>
                      <a:r>
                        <a:rPr lang="el-GR" sz="2000" dirty="0">
                          <a:solidFill>
                            <a:schemeClr val="tx1"/>
                          </a:solidFill>
                          <a:latin typeface="Times New Roman" panose="02020603050405020304" pitchFamily="18" charset="0"/>
                          <a:cs typeface="Times New Roman" panose="02020603050405020304" pitchFamily="18" charset="0"/>
                        </a:rPr>
                        <a:t>α </a:t>
                      </a:r>
                      <a:r>
                        <a:rPr lang="en-US" sz="2000" dirty="0">
                          <a:solidFill>
                            <a:schemeClr val="tx1"/>
                          </a:solidFill>
                          <a:latin typeface="Times New Roman" panose="02020603050405020304" pitchFamily="18" charset="0"/>
                          <a:cs typeface="Times New Roman" panose="02020603050405020304" pitchFamily="18" charset="0"/>
                        </a:rPr>
                        <a:t>Inhibitors (Biologic DMARDs)</a:t>
                      </a:r>
                    </a:p>
                  </a:txBody>
                  <a:tcPr marL="50240" marR="50240" marT="25120" marB="25120" anchor="ctr"/>
                </a:tc>
                <a:tc>
                  <a:txBody>
                    <a:bodyPr/>
                    <a:lstStyle/>
                    <a:p>
                      <a:pPr algn="ctr">
                        <a:buNone/>
                      </a:pPr>
                      <a:r>
                        <a:rPr lang="en-US" sz="2000">
                          <a:solidFill>
                            <a:schemeClr val="tx1"/>
                          </a:solidFill>
                          <a:latin typeface="Times New Roman" panose="02020603050405020304" pitchFamily="18" charset="0"/>
                          <a:cs typeface="Times New Roman" panose="02020603050405020304" pitchFamily="18" charset="0"/>
                        </a:rPr>
                        <a:t>Target cytokines to reduce inflammation</a:t>
                      </a:r>
                    </a:p>
                  </a:txBody>
                  <a:tcPr marL="50240" marR="50240" marT="25120" marB="25120" anchor="ctr"/>
                </a:tc>
                <a:tc>
                  <a:txBody>
                    <a:bodyPr/>
                    <a:lstStyle/>
                    <a:p>
                      <a:pPr algn="ctr">
                        <a:buNone/>
                      </a:pPr>
                      <a:r>
                        <a:rPr lang="en-US" sz="2000">
                          <a:solidFill>
                            <a:schemeClr val="tx1"/>
                          </a:solidFill>
                          <a:latin typeface="Times New Roman" panose="02020603050405020304" pitchFamily="18" charset="0"/>
                          <a:cs typeface="Times New Roman" panose="02020603050405020304" pitchFamily="18" charset="0"/>
                        </a:rPr>
                        <a:t>Etanercept</a:t>
                      </a:r>
                    </a:p>
                  </a:txBody>
                  <a:tcPr marL="50240" marR="50240" marT="25120" marB="25120" anchor="ctr"/>
                </a:tc>
                <a:extLst>
                  <a:ext uri="{0D108BD9-81ED-4DB2-BD59-A6C34878D82A}">
                    <a16:rowId xmlns:a16="http://schemas.microsoft.com/office/drawing/2014/main" val="1250920527"/>
                  </a:ext>
                </a:extLst>
              </a:tr>
              <a:tr h="758819">
                <a:tc>
                  <a:txBody>
                    <a:bodyPr/>
                    <a:lstStyle/>
                    <a:p>
                      <a:pPr algn="ctr">
                        <a:buNone/>
                      </a:pPr>
                      <a:r>
                        <a:rPr lang="en-US" sz="2000" dirty="0">
                          <a:solidFill>
                            <a:schemeClr val="tx1"/>
                          </a:solidFill>
                          <a:latin typeface="Times New Roman" panose="02020603050405020304" pitchFamily="18" charset="0"/>
                          <a:cs typeface="Times New Roman" panose="02020603050405020304" pitchFamily="18" charset="0"/>
                        </a:rPr>
                        <a:t>IL-6 Inhibitors (Biologic DMARDs)</a:t>
                      </a:r>
                    </a:p>
                  </a:txBody>
                  <a:tcPr marL="50240" marR="50240" marT="25120" marB="25120" anchor="ctr"/>
                </a:tc>
                <a:tc>
                  <a:txBody>
                    <a:bodyPr/>
                    <a:lstStyle/>
                    <a:p>
                      <a:pPr algn="ctr">
                        <a:buNone/>
                      </a:pPr>
                      <a:r>
                        <a:rPr lang="en-US" sz="2000" dirty="0">
                          <a:solidFill>
                            <a:schemeClr val="tx1"/>
                          </a:solidFill>
                          <a:latin typeface="Times New Roman" panose="02020603050405020304" pitchFamily="18" charset="0"/>
                          <a:cs typeface="Times New Roman" panose="02020603050405020304" pitchFamily="18" charset="0"/>
                        </a:rPr>
                        <a:t>Reduce systemic inflammation</a:t>
                      </a:r>
                    </a:p>
                  </a:txBody>
                  <a:tcPr marL="50240" marR="50240" marT="25120" marB="25120" anchor="ctr"/>
                </a:tc>
                <a:tc>
                  <a:txBody>
                    <a:bodyPr/>
                    <a:lstStyle/>
                    <a:p>
                      <a:pPr algn="ctr">
                        <a:buNone/>
                      </a:pPr>
                      <a:r>
                        <a:rPr lang="en-US" sz="2000" dirty="0">
                          <a:solidFill>
                            <a:schemeClr val="tx1"/>
                          </a:solidFill>
                          <a:latin typeface="Times New Roman" panose="02020603050405020304" pitchFamily="18" charset="0"/>
                          <a:cs typeface="Times New Roman" panose="02020603050405020304" pitchFamily="18" charset="0"/>
                        </a:rPr>
                        <a:t>Tocilizumab</a:t>
                      </a:r>
                    </a:p>
                  </a:txBody>
                  <a:tcPr marL="50240" marR="50240" marT="25120" marB="25120" anchor="ctr"/>
                </a:tc>
                <a:extLst>
                  <a:ext uri="{0D108BD9-81ED-4DB2-BD59-A6C34878D82A}">
                    <a16:rowId xmlns:a16="http://schemas.microsoft.com/office/drawing/2014/main" val="1905416600"/>
                  </a:ext>
                </a:extLst>
              </a:tr>
              <a:tr h="998585">
                <a:tc>
                  <a:txBody>
                    <a:bodyPr/>
                    <a:lstStyle/>
                    <a:p>
                      <a:pPr algn="ctr">
                        <a:buNone/>
                      </a:pPr>
                      <a:r>
                        <a:rPr lang="en-US" sz="2000">
                          <a:solidFill>
                            <a:schemeClr val="tx1"/>
                          </a:solidFill>
                          <a:latin typeface="Times New Roman" panose="02020603050405020304" pitchFamily="18" charset="0"/>
                          <a:cs typeface="Times New Roman" panose="02020603050405020304" pitchFamily="18" charset="0"/>
                        </a:rPr>
                        <a:t>T-cell Co-stimulation Modulator (Biologic)</a:t>
                      </a:r>
                    </a:p>
                  </a:txBody>
                  <a:tcPr marL="50240" marR="50240" marT="25120" marB="25120" anchor="ctr"/>
                </a:tc>
                <a:tc>
                  <a:txBody>
                    <a:bodyPr/>
                    <a:lstStyle/>
                    <a:p>
                      <a:pPr algn="ctr">
                        <a:buNone/>
                      </a:pPr>
                      <a:r>
                        <a:rPr lang="en-US" sz="2000" dirty="0">
                          <a:solidFill>
                            <a:schemeClr val="tx1"/>
                          </a:solidFill>
                          <a:latin typeface="Times New Roman" panose="02020603050405020304" pitchFamily="18" charset="0"/>
                          <a:cs typeface="Times New Roman" panose="02020603050405020304" pitchFamily="18" charset="0"/>
                        </a:rPr>
                        <a:t>Blocks T-cell activation</a:t>
                      </a:r>
                    </a:p>
                  </a:txBody>
                  <a:tcPr marL="50240" marR="50240" marT="25120" marB="25120" anchor="ctr"/>
                </a:tc>
                <a:tc>
                  <a:txBody>
                    <a:bodyPr/>
                    <a:lstStyle/>
                    <a:p>
                      <a:pPr algn="ctr">
                        <a:buNone/>
                      </a:pPr>
                      <a:r>
                        <a:rPr lang="en-US" sz="2000" dirty="0">
                          <a:solidFill>
                            <a:schemeClr val="tx1"/>
                          </a:solidFill>
                          <a:latin typeface="Times New Roman" panose="02020603050405020304" pitchFamily="18" charset="0"/>
                          <a:cs typeface="Times New Roman" panose="02020603050405020304" pitchFamily="18" charset="0"/>
                        </a:rPr>
                        <a:t>Abatacept</a:t>
                      </a:r>
                    </a:p>
                  </a:txBody>
                  <a:tcPr marL="50240" marR="50240" marT="25120" marB="25120" anchor="ctr"/>
                </a:tc>
                <a:extLst>
                  <a:ext uri="{0D108BD9-81ED-4DB2-BD59-A6C34878D82A}">
                    <a16:rowId xmlns:a16="http://schemas.microsoft.com/office/drawing/2014/main" val="3541239296"/>
                  </a:ext>
                </a:extLst>
              </a:tr>
            </a:tbl>
          </a:graphicData>
        </a:graphic>
      </p:graphicFrame>
    </p:spTree>
    <p:extLst>
      <p:ext uri="{BB962C8B-B14F-4D97-AF65-F5344CB8AC3E}">
        <p14:creationId xmlns:p14="http://schemas.microsoft.com/office/powerpoint/2010/main" val="271088153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220">
          <a:extLst>
            <a:ext uri="{FF2B5EF4-FFF2-40B4-BE49-F238E27FC236}">
              <a16:creationId xmlns:a16="http://schemas.microsoft.com/office/drawing/2014/main" id="{3B102E9F-790E-3B16-E497-C9EDDF0CAE91}"/>
            </a:ext>
          </a:extLst>
        </p:cNvPr>
        <p:cNvGrpSpPr/>
        <p:nvPr/>
      </p:nvGrpSpPr>
      <p:grpSpPr>
        <a:xfrm>
          <a:off x="0" y="0"/>
          <a:ext cx="0" cy="0"/>
          <a:chOff x="0" y="0"/>
          <a:chExt cx="0" cy="0"/>
        </a:xfrm>
      </p:grpSpPr>
      <p:grpSp>
        <p:nvGrpSpPr>
          <p:cNvPr id="1222" name="Google Shape;1222;p47">
            <a:extLst>
              <a:ext uri="{FF2B5EF4-FFF2-40B4-BE49-F238E27FC236}">
                <a16:creationId xmlns:a16="http://schemas.microsoft.com/office/drawing/2014/main" id="{5D5825D8-AAAF-6C2B-FD34-CB6F5FC34863}"/>
              </a:ext>
            </a:extLst>
          </p:cNvPr>
          <p:cNvGrpSpPr/>
          <p:nvPr/>
        </p:nvGrpSpPr>
        <p:grpSpPr>
          <a:xfrm>
            <a:off x="275849" y="358731"/>
            <a:ext cx="623693" cy="542353"/>
            <a:chOff x="1082169" y="2497002"/>
            <a:chExt cx="1663996" cy="1720378"/>
          </a:xfrm>
        </p:grpSpPr>
        <p:sp>
          <p:nvSpPr>
            <p:cNvPr id="1223" name="Google Shape;1223;p47">
              <a:extLst>
                <a:ext uri="{FF2B5EF4-FFF2-40B4-BE49-F238E27FC236}">
                  <a16:creationId xmlns:a16="http://schemas.microsoft.com/office/drawing/2014/main" id="{5BE9106E-278F-5843-FBB6-EB82ECCE6671}"/>
                </a:ext>
              </a:extLst>
            </p:cNvPr>
            <p:cNvSpPr/>
            <p:nvPr/>
          </p:nvSpPr>
          <p:spPr>
            <a:xfrm rot="-1002475">
              <a:off x="1255753" y="2656719"/>
              <a:ext cx="1316828" cy="1400943"/>
            </a:xfrm>
            <a:custGeom>
              <a:avLst/>
              <a:gdLst/>
              <a:ahLst/>
              <a:cxnLst/>
              <a:rect l="l" t="t" r="r" b="b"/>
              <a:pathLst>
                <a:path w="33267" h="35392" extrusionOk="0">
                  <a:moveTo>
                    <a:pt x="16501" y="1"/>
                  </a:moveTo>
                  <a:cubicBezTo>
                    <a:pt x="15873" y="110"/>
                    <a:pt x="14762" y="293"/>
                    <a:pt x="14762" y="293"/>
                  </a:cubicBezTo>
                  <a:cubicBezTo>
                    <a:pt x="12749" y="761"/>
                    <a:pt x="10902" y="1778"/>
                    <a:pt x="9405" y="3270"/>
                  </a:cubicBezTo>
                  <a:cubicBezTo>
                    <a:pt x="7289" y="5379"/>
                    <a:pt x="6118" y="8189"/>
                    <a:pt x="6108" y="11183"/>
                  </a:cubicBezTo>
                  <a:cubicBezTo>
                    <a:pt x="6102" y="13317"/>
                    <a:pt x="6696" y="15394"/>
                    <a:pt x="7829" y="17192"/>
                  </a:cubicBezTo>
                  <a:cubicBezTo>
                    <a:pt x="8647" y="18490"/>
                    <a:pt x="9079" y="19998"/>
                    <a:pt x="9079" y="21552"/>
                  </a:cubicBezTo>
                  <a:lnTo>
                    <a:pt x="9079" y="24669"/>
                  </a:lnTo>
                  <a:lnTo>
                    <a:pt x="9118" y="25929"/>
                  </a:lnTo>
                  <a:lnTo>
                    <a:pt x="9079" y="26273"/>
                  </a:lnTo>
                  <a:lnTo>
                    <a:pt x="9079" y="28907"/>
                  </a:lnTo>
                  <a:cubicBezTo>
                    <a:pt x="9079" y="29271"/>
                    <a:pt x="8783" y="29566"/>
                    <a:pt x="8418" y="29566"/>
                  </a:cubicBezTo>
                  <a:lnTo>
                    <a:pt x="5260" y="29566"/>
                  </a:lnTo>
                  <a:cubicBezTo>
                    <a:pt x="2360" y="29566"/>
                    <a:pt x="1" y="31925"/>
                    <a:pt x="1" y="34825"/>
                  </a:cubicBezTo>
                  <a:cubicBezTo>
                    <a:pt x="1" y="35137"/>
                    <a:pt x="254" y="35392"/>
                    <a:pt x="568" y="35392"/>
                  </a:cubicBezTo>
                  <a:cubicBezTo>
                    <a:pt x="881" y="35392"/>
                    <a:pt x="1134" y="35137"/>
                    <a:pt x="1134" y="34825"/>
                  </a:cubicBezTo>
                  <a:lnTo>
                    <a:pt x="1134" y="34824"/>
                  </a:lnTo>
                  <a:lnTo>
                    <a:pt x="32132" y="34824"/>
                  </a:lnTo>
                  <a:cubicBezTo>
                    <a:pt x="32132" y="35137"/>
                    <a:pt x="32386" y="35392"/>
                    <a:pt x="32700" y="35392"/>
                  </a:cubicBezTo>
                  <a:cubicBezTo>
                    <a:pt x="33012" y="35392"/>
                    <a:pt x="33266" y="35137"/>
                    <a:pt x="33266" y="34824"/>
                  </a:cubicBezTo>
                  <a:cubicBezTo>
                    <a:pt x="33266" y="33420"/>
                    <a:pt x="32719" y="32099"/>
                    <a:pt x="31726" y="31107"/>
                  </a:cubicBezTo>
                  <a:cubicBezTo>
                    <a:pt x="30734" y="30114"/>
                    <a:pt x="29413" y="29567"/>
                    <a:pt x="28007" y="29567"/>
                  </a:cubicBezTo>
                  <a:lnTo>
                    <a:pt x="20189" y="29567"/>
                  </a:lnTo>
                  <a:cubicBezTo>
                    <a:pt x="19825" y="29567"/>
                    <a:pt x="19528" y="29271"/>
                    <a:pt x="19528" y="28907"/>
                  </a:cubicBezTo>
                  <a:lnTo>
                    <a:pt x="19528" y="25916"/>
                  </a:lnTo>
                  <a:cubicBezTo>
                    <a:pt x="19528" y="25553"/>
                    <a:pt x="19825" y="25256"/>
                    <a:pt x="20189" y="25256"/>
                  </a:cubicBezTo>
                  <a:cubicBezTo>
                    <a:pt x="20502" y="25256"/>
                    <a:pt x="20756" y="25003"/>
                    <a:pt x="20756" y="24689"/>
                  </a:cubicBezTo>
                  <a:lnTo>
                    <a:pt x="22273" y="24689"/>
                  </a:lnTo>
                  <a:cubicBezTo>
                    <a:pt x="22273" y="25003"/>
                    <a:pt x="22527" y="25256"/>
                    <a:pt x="22840" y="25256"/>
                  </a:cubicBezTo>
                  <a:lnTo>
                    <a:pt x="24457" y="25256"/>
                  </a:lnTo>
                  <a:cubicBezTo>
                    <a:pt x="26005" y="25256"/>
                    <a:pt x="27282" y="24094"/>
                    <a:pt x="27428" y="22553"/>
                  </a:cubicBezTo>
                  <a:lnTo>
                    <a:pt x="27777" y="18874"/>
                  </a:lnTo>
                  <a:lnTo>
                    <a:pt x="28243" y="18874"/>
                  </a:lnTo>
                  <a:cubicBezTo>
                    <a:pt x="28800" y="18874"/>
                    <a:pt x="29307" y="18590"/>
                    <a:pt x="29600" y="18115"/>
                  </a:cubicBezTo>
                  <a:cubicBezTo>
                    <a:pt x="29891" y="17639"/>
                    <a:pt x="29914" y="17059"/>
                    <a:pt x="29663" y="16563"/>
                  </a:cubicBezTo>
                  <a:lnTo>
                    <a:pt x="28544" y="14356"/>
                  </a:lnTo>
                  <a:lnTo>
                    <a:pt x="28546" y="11219"/>
                  </a:lnTo>
                  <a:cubicBezTo>
                    <a:pt x="28546" y="5964"/>
                    <a:pt x="24928" y="1470"/>
                    <a:pt x="20024" y="330"/>
                  </a:cubicBezTo>
                  <a:cubicBezTo>
                    <a:pt x="18622" y="4"/>
                    <a:pt x="19051" y="233"/>
                    <a:pt x="18416" y="58"/>
                  </a:cubicBezTo>
                  <a:cubicBezTo>
                    <a:pt x="18414" y="58"/>
                    <a:pt x="18412" y="59"/>
                    <a:pt x="18409" y="59"/>
                  </a:cubicBezTo>
                  <a:cubicBezTo>
                    <a:pt x="18347" y="59"/>
                    <a:pt x="18049" y="1"/>
                    <a:pt x="18007" y="1"/>
                  </a:cubicBezTo>
                  <a:close/>
                </a:path>
              </a:pathLst>
            </a:custGeom>
            <a:solidFill>
              <a:schemeClr val="accent2"/>
            </a:solidFill>
            <a:ln w="114300" cap="flat" cmpd="sng">
              <a:solidFill>
                <a:schemeClr val="accent2"/>
              </a:solidFill>
              <a:prstDash val="solid"/>
              <a:round/>
              <a:headEnd type="none" w="sm" len="sm"/>
              <a:tailEnd type="none" w="sm" len="sm"/>
            </a:ln>
            <a:effectLst>
              <a:outerShdw dist="76200" dir="1800000" algn="bl" rotWithShape="0">
                <a:schemeClr val="lt2"/>
              </a:outerShdw>
            </a:effectLst>
          </p:spPr>
          <p:txBody>
            <a:bodyPr spcFirstLastPara="1" wrap="square" lIns="91425" tIns="91425" rIns="91425" bIns="91425" anchor="ctr" anchorCtr="0">
              <a:noAutofit/>
            </a:bodyPr>
            <a:lstStyle/>
            <a:p>
              <a:pPr marL="0" marR="0" lvl="0" indent="0" algn="l" rtl="0">
                <a:lnSpc>
                  <a:spcPct val="100000"/>
                </a:lnSpc>
                <a:spcBef>
                  <a:spcPts val="0"/>
                </a:spcBef>
                <a:spcAft>
                  <a:spcPts val="0"/>
                </a:spcAft>
                <a:buNone/>
              </a:pPr>
              <a:endParaRPr/>
            </a:p>
          </p:txBody>
        </p:sp>
        <p:sp>
          <p:nvSpPr>
            <p:cNvPr id="1224" name="Google Shape;1224;p47">
              <a:extLst>
                <a:ext uri="{FF2B5EF4-FFF2-40B4-BE49-F238E27FC236}">
                  <a16:creationId xmlns:a16="http://schemas.microsoft.com/office/drawing/2014/main" id="{663E1CD4-8FBD-F683-503B-DB7FDFEF4F33}"/>
                </a:ext>
              </a:extLst>
            </p:cNvPr>
            <p:cNvSpPr/>
            <p:nvPr/>
          </p:nvSpPr>
          <p:spPr>
            <a:xfrm rot="-1002475">
              <a:off x="1278198" y="2679168"/>
              <a:ext cx="1271901" cy="1356055"/>
            </a:xfrm>
            <a:custGeom>
              <a:avLst/>
              <a:gdLst/>
              <a:ahLst/>
              <a:cxnLst/>
              <a:rect l="l" t="t" r="r" b="b"/>
              <a:pathLst>
                <a:path w="32132" h="34258" extrusionOk="0">
                  <a:moveTo>
                    <a:pt x="16761" y="0"/>
                  </a:moveTo>
                  <a:cubicBezTo>
                    <a:pt x="10884" y="0"/>
                    <a:pt x="6127" y="4741"/>
                    <a:pt x="6108" y="10618"/>
                  </a:cubicBezTo>
                  <a:cubicBezTo>
                    <a:pt x="6102" y="12715"/>
                    <a:pt x="6701" y="14672"/>
                    <a:pt x="7741" y="16323"/>
                  </a:cubicBezTo>
                  <a:cubicBezTo>
                    <a:pt x="8620" y="17718"/>
                    <a:pt x="9079" y="19337"/>
                    <a:pt x="9079" y="20986"/>
                  </a:cubicBezTo>
                  <a:lnTo>
                    <a:pt x="9079" y="28340"/>
                  </a:lnTo>
                  <a:cubicBezTo>
                    <a:pt x="9079" y="29017"/>
                    <a:pt x="8529" y="29567"/>
                    <a:pt x="7851" y="29567"/>
                  </a:cubicBezTo>
                  <a:lnTo>
                    <a:pt x="4693" y="29567"/>
                  </a:lnTo>
                  <a:cubicBezTo>
                    <a:pt x="2101" y="29567"/>
                    <a:pt x="1" y="31667"/>
                    <a:pt x="1" y="34258"/>
                  </a:cubicBezTo>
                  <a:lnTo>
                    <a:pt x="32131" y="34258"/>
                  </a:lnTo>
                  <a:cubicBezTo>
                    <a:pt x="32131" y="31667"/>
                    <a:pt x="30032" y="29567"/>
                    <a:pt x="27440" y="29567"/>
                  </a:cubicBezTo>
                  <a:lnTo>
                    <a:pt x="19622" y="29567"/>
                  </a:lnTo>
                  <a:cubicBezTo>
                    <a:pt x="18944" y="29567"/>
                    <a:pt x="18395" y="29017"/>
                    <a:pt x="18395" y="28339"/>
                  </a:cubicBezTo>
                  <a:lnTo>
                    <a:pt x="18395" y="25349"/>
                  </a:lnTo>
                  <a:cubicBezTo>
                    <a:pt x="18395" y="24671"/>
                    <a:pt x="18944" y="24122"/>
                    <a:pt x="19622" y="24122"/>
                  </a:cubicBezTo>
                  <a:lnTo>
                    <a:pt x="23890" y="24122"/>
                  </a:lnTo>
                  <a:cubicBezTo>
                    <a:pt x="25137" y="24122"/>
                    <a:pt x="26179" y="23174"/>
                    <a:pt x="26297" y="21933"/>
                  </a:cubicBezTo>
                  <a:lnTo>
                    <a:pt x="26694" y="17739"/>
                  </a:lnTo>
                  <a:lnTo>
                    <a:pt x="27676" y="17739"/>
                  </a:lnTo>
                  <a:cubicBezTo>
                    <a:pt x="28440" y="17739"/>
                    <a:pt x="28935" y="16934"/>
                    <a:pt x="28590" y="16252"/>
                  </a:cubicBezTo>
                  <a:lnTo>
                    <a:pt x="27410" y="13924"/>
                  </a:lnTo>
                  <a:lnTo>
                    <a:pt x="27412" y="10652"/>
                  </a:lnTo>
                  <a:cubicBezTo>
                    <a:pt x="27412" y="4770"/>
                    <a:pt x="22643" y="1"/>
                    <a:pt x="16761"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25" name="Google Shape;1225;p47">
              <a:extLst>
                <a:ext uri="{FF2B5EF4-FFF2-40B4-BE49-F238E27FC236}">
                  <a16:creationId xmlns:a16="http://schemas.microsoft.com/office/drawing/2014/main" id="{816E574A-7B18-3585-4C23-9579B6F2E4A0}"/>
                </a:ext>
              </a:extLst>
            </p:cNvPr>
            <p:cNvSpPr/>
            <p:nvPr/>
          </p:nvSpPr>
          <p:spPr>
            <a:xfrm rot="-1002475">
              <a:off x="1517787" y="2809192"/>
              <a:ext cx="566046" cy="422120"/>
            </a:xfrm>
            <a:custGeom>
              <a:avLst/>
              <a:gdLst/>
              <a:ahLst/>
              <a:cxnLst/>
              <a:rect l="l" t="t" r="r" b="b"/>
              <a:pathLst>
                <a:path w="14300" h="10664" extrusionOk="0">
                  <a:moveTo>
                    <a:pt x="7108" y="1"/>
                  </a:moveTo>
                  <a:cubicBezTo>
                    <a:pt x="3183" y="1"/>
                    <a:pt x="0" y="3182"/>
                    <a:pt x="0" y="7109"/>
                  </a:cubicBezTo>
                  <a:lnTo>
                    <a:pt x="0" y="9508"/>
                  </a:lnTo>
                  <a:cubicBezTo>
                    <a:pt x="0" y="10145"/>
                    <a:pt x="517" y="10663"/>
                    <a:pt x="1156" y="10663"/>
                  </a:cubicBezTo>
                  <a:lnTo>
                    <a:pt x="2112" y="10663"/>
                  </a:lnTo>
                  <a:cubicBezTo>
                    <a:pt x="2499" y="10663"/>
                    <a:pt x="2860" y="10469"/>
                    <a:pt x="3074" y="10148"/>
                  </a:cubicBezTo>
                  <a:lnTo>
                    <a:pt x="3929" y="8864"/>
                  </a:lnTo>
                  <a:lnTo>
                    <a:pt x="9030" y="8864"/>
                  </a:lnTo>
                  <a:cubicBezTo>
                    <a:pt x="10564" y="8864"/>
                    <a:pt x="11809" y="7620"/>
                    <a:pt x="11809" y="6085"/>
                  </a:cubicBezTo>
                  <a:cubicBezTo>
                    <a:pt x="13184" y="6085"/>
                    <a:pt x="14300" y="4969"/>
                    <a:pt x="14300" y="3594"/>
                  </a:cubicBezTo>
                  <a:cubicBezTo>
                    <a:pt x="14300" y="1609"/>
                    <a:pt x="12691" y="1"/>
                    <a:pt x="10707"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26" name="Google Shape;1226;p47">
              <a:extLst>
                <a:ext uri="{FF2B5EF4-FFF2-40B4-BE49-F238E27FC236}">
                  <a16:creationId xmlns:a16="http://schemas.microsoft.com/office/drawing/2014/main" id="{FD6678AA-1A5A-4C55-B8A6-01C7A13438BE}"/>
                </a:ext>
              </a:extLst>
            </p:cNvPr>
            <p:cNvSpPr/>
            <p:nvPr/>
          </p:nvSpPr>
          <p:spPr>
            <a:xfrm rot="-1002475">
              <a:off x="2105720" y="3486731"/>
              <a:ext cx="588727" cy="446107"/>
            </a:xfrm>
            <a:custGeom>
              <a:avLst/>
              <a:gdLst/>
              <a:ahLst/>
              <a:cxnLst/>
              <a:rect l="l" t="t" r="r" b="b"/>
              <a:pathLst>
                <a:path w="14873" h="11270" extrusionOk="0">
                  <a:moveTo>
                    <a:pt x="1795" y="1"/>
                  </a:moveTo>
                  <a:cubicBezTo>
                    <a:pt x="805" y="1"/>
                    <a:pt x="1" y="805"/>
                    <a:pt x="1" y="1794"/>
                  </a:cubicBezTo>
                  <a:lnTo>
                    <a:pt x="1" y="4785"/>
                  </a:lnTo>
                  <a:cubicBezTo>
                    <a:pt x="1" y="5774"/>
                    <a:pt x="805" y="6578"/>
                    <a:pt x="1795" y="6578"/>
                  </a:cubicBezTo>
                  <a:lnTo>
                    <a:pt x="9613" y="6578"/>
                  </a:lnTo>
                  <a:cubicBezTo>
                    <a:pt x="10716" y="6578"/>
                    <a:pt x="11751" y="7008"/>
                    <a:pt x="12531" y="7787"/>
                  </a:cubicBezTo>
                  <a:cubicBezTo>
                    <a:pt x="13309" y="8565"/>
                    <a:pt x="13739" y="9601"/>
                    <a:pt x="13739" y="10703"/>
                  </a:cubicBezTo>
                  <a:cubicBezTo>
                    <a:pt x="13739" y="11016"/>
                    <a:pt x="13992" y="11270"/>
                    <a:pt x="14306" y="11270"/>
                  </a:cubicBezTo>
                  <a:cubicBezTo>
                    <a:pt x="14619" y="11270"/>
                    <a:pt x="14872" y="11016"/>
                    <a:pt x="14872" y="10703"/>
                  </a:cubicBezTo>
                  <a:cubicBezTo>
                    <a:pt x="14872" y="9297"/>
                    <a:pt x="14325" y="7977"/>
                    <a:pt x="13332" y="6985"/>
                  </a:cubicBezTo>
                  <a:cubicBezTo>
                    <a:pt x="12339" y="5992"/>
                    <a:pt x="11019" y="5445"/>
                    <a:pt x="9613" y="5445"/>
                  </a:cubicBezTo>
                  <a:lnTo>
                    <a:pt x="1795" y="5445"/>
                  </a:lnTo>
                  <a:cubicBezTo>
                    <a:pt x="1431" y="5445"/>
                    <a:pt x="1134" y="5149"/>
                    <a:pt x="1134" y="4785"/>
                  </a:cubicBezTo>
                  <a:lnTo>
                    <a:pt x="1134" y="1794"/>
                  </a:lnTo>
                  <a:cubicBezTo>
                    <a:pt x="1134" y="1431"/>
                    <a:pt x="1431" y="1134"/>
                    <a:pt x="1795" y="1134"/>
                  </a:cubicBezTo>
                  <a:cubicBezTo>
                    <a:pt x="2108" y="1134"/>
                    <a:pt x="2362" y="881"/>
                    <a:pt x="2362" y="567"/>
                  </a:cubicBezTo>
                  <a:cubicBezTo>
                    <a:pt x="2362" y="254"/>
                    <a:pt x="2108" y="1"/>
                    <a:pt x="179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27" name="Google Shape;1227;p47">
              <a:extLst>
                <a:ext uri="{FF2B5EF4-FFF2-40B4-BE49-F238E27FC236}">
                  <a16:creationId xmlns:a16="http://schemas.microsoft.com/office/drawing/2014/main" id="{7E5EA5DE-555B-2E2E-7BDE-A7A2E91596BE}"/>
                </a:ext>
              </a:extLst>
            </p:cNvPr>
            <p:cNvSpPr/>
            <p:nvPr/>
          </p:nvSpPr>
          <p:spPr>
            <a:xfrm rot="-1002475">
              <a:off x="1258555" y="2675798"/>
              <a:ext cx="1184104" cy="1400943"/>
            </a:xfrm>
            <a:custGeom>
              <a:avLst/>
              <a:gdLst/>
              <a:ahLst/>
              <a:cxnLst/>
              <a:rect l="l" t="t" r="r" b="b"/>
              <a:pathLst>
                <a:path w="29914" h="35392" extrusionOk="0">
                  <a:moveTo>
                    <a:pt x="16501" y="1"/>
                  </a:moveTo>
                  <a:cubicBezTo>
                    <a:pt x="15873" y="110"/>
                    <a:pt x="14762" y="294"/>
                    <a:pt x="14760" y="294"/>
                  </a:cubicBezTo>
                  <a:cubicBezTo>
                    <a:pt x="12748" y="761"/>
                    <a:pt x="10901" y="1778"/>
                    <a:pt x="9404" y="3270"/>
                  </a:cubicBezTo>
                  <a:cubicBezTo>
                    <a:pt x="7288" y="5380"/>
                    <a:pt x="6118" y="8190"/>
                    <a:pt x="6108" y="11184"/>
                  </a:cubicBezTo>
                  <a:cubicBezTo>
                    <a:pt x="6101" y="13318"/>
                    <a:pt x="6696" y="15395"/>
                    <a:pt x="7829" y="17192"/>
                  </a:cubicBezTo>
                  <a:cubicBezTo>
                    <a:pt x="8647" y="18491"/>
                    <a:pt x="9078" y="19998"/>
                    <a:pt x="9078" y="21553"/>
                  </a:cubicBezTo>
                  <a:lnTo>
                    <a:pt x="9078" y="24671"/>
                  </a:lnTo>
                  <a:lnTo>
                    <a:pt x="9117" y="25929"/>
                  </a:lnTo>
                  <a:lnTo>
                    <a:pt x="9078" y="26273"/>
                  </a:lnTo>
                  <a:lnTo>
                    <a:pt x="9078" y="28907"/>
                  </a:lnTo>
                  <a:cubicBezTo>
                    <a:pt x="9078" y="29271"/>
                    <a:pt x="8783" y="29567"/>
                    <a:pt x="8418" y="29567"/>
                  </a:cubicBezTo>
                  <a:lnTo>
                    <a:pt x="5259" y="29567"/>
                  </a:lnTo>
                  <a:cubicBezTo>
                    <a:pt x="2359" y="29567"/>
                    <a:pt x="1" y="31926"/>
                    <a:pt x="1" y="34825"/>
                  </a:cubicBezTo>
                  <a:cubicBezTo>
                    <a:pt x="1" y="35138"/>
                    <a:pt x="254" y="35392"/>
                    <a:pt x="568" y="35392"/>
                  </a:cubicBezTo>
                  <a:cubicBezTo>
                    <a:pt x="881" y="35392"/>
                    <a:pt x="1134" y="35138"/>
                    <a:pt x="1134" y="34825"/>
                  </a:cubicBezTo>
                  <a:cubicBezTo>
                    <a:pt x="1134" y="32551"/>
                    <a:pt x="2984" y="30700"/>
                    <a:pt x="5259" y="30700"/>
                  </a:cubicBezTo>
                  <a:lnTo>
                    <a:pt x="8418" y="30700"/>
                  </a:lnTo>
                  <a:cubicBezTo>
                    <a:pt x="9407" y="30700"/>
                    <a:pt x="10213" y="29896"/>
                    <a:pt x="10213" y="28907"/>
                  </a:cubicBezTo>
                  <a:lnTo>
                    <a:pt x="10213" y="27408"/>
                  </a:lnTo>
                  <a:lnTo>
                    <a:pt x="10213" y="25804"/>
                  </a:lnTo>
                  <a:lnTo>
                    <a:pt x="10213" y="21553"/>
                  </a:lnTo>
                  <a:cubicBezTo>
                    <a:pt x="10213" y="19785"/>
                    <a:pt x="9719" y="18068"/>
                    <a:pt x="8787" y="16587"/>
                  </a:cubicBezTo>
                  <a:cubicBezTo>
                    <a:pt x="7770" y="14973"/>
                    <a:pt x="7236" y="13105"/>
                    <a:pt x="7242" y="11187"/>
                  </a:cubicBezTo>
                  <a:cubicBezTo>
                    <a:pt x="7250" y="8496"/>
                    <a:pt x="8303" y="5970"/>
                    <a:pt x="10204" y="4074"/>
                  </a:cubicBezTo>
                  <a:cubicBezTo>
                    <a:pt x="12105" y="2181"/>
                    <a:pt x="14630" y="1137"/>
                    <a:pt x="17318" y="1134"/>
                  </a:cubicBezTo>
                  <a:lnTo>
                    <a:pt x="17337" y="1134"/>
                  </a:lnTo>
                  <a:cubicBezTo>
                    <a:pt x="22893" y="1140"/>
                    <a:pt x="27411" y="5662"/>
                    <a:pt x="27411" y="11219"/>
                  </a:cubicBezTo>
                  <a:lnTo>
                    <a:pt x="27409" y="14491"/>
                  </a:lnTo>
                  <a:cubicBezTo>
                    <a:pt x="27409" y="14580"/>
                    <a:pt x="27430" y="14668"/>
                    <a:pt x="27471" y="14748"/>
                  </a:cubicBezTo>
                  <a:lnTo>
                    <a:pt x="28651" y="17076"/>
                  </a:lnTo>
                  <a:cubicBezTo>
                    <a:pt x="28755" y="17282"/>
                    <a:pt x="28673" y="17456"/>
                    <a:pt x="28633" y="17522"/>
                  </a:cubicBezTo>
                  <a:cubicBezTo>
                    <a:pt x="28593" y="17587"/>
                    <a:pt x="28474" y="17740"/>
                    <a:pt x="28242" y="17740"/>
                  </a:cubicBezTo>
                  <a:lnTo>
                    <a:pt x="27261" y="17740"/>
                  </a:lnTo>
                  <a:cubicBezTo>
                    <a:pt x="26969" y="17740"/>
                    <a:pt x="26724" y="17963"/>
                    <a:pt x="26697" y="18254"/>
                  </a:cubicBezTo>
                  <a:lnTo>
                    <a:pt x="26299" y="22446"/>
                  </a:lnTo>
                  <a:cubicBezTo>
                    <a:pt x="26209" y="23402"/>
                    <a:pt x="25417" y="24123"/>
                    <a:pt x="24457" y="24123"/>
                  </a:cubicBezTo>
                  <a:lnTo>
                    <a:pt x="22840" y="24123"/>
                  </a:lnTo>
                  <a:cubicBezTo>
                    <a:pt x="22526" y="24123"/>
                    <a:pt x="22273" y="24377"/>
                    <a:pt x="22273" y="24689"/>
                  </a:cubicBezTo>
                  <a:cubicBezTo>
                    <a:pt x="22273" y="25003"/>
                    <a:pt x="22526" y="25257"/>
                    <a:pt x="22840" y="25257"/>
                  </a:cubicBezTo>
                  <a:lnTo>
                    <a:pt x="24457" y="25257"/>
                  </a:lnTo>
                  <a:cubicBezTo>
                    <a:pt x="26005" y="25257"/>
                    <a:pt x="27282" y="24094"/>
                    <a:pt x="27428" y="22553"/>
                  </a:cubicBezTo>
                  <a:lnTo>
                    <a:pt x="27777" y="18874"/>
                  </a:lnTo>
                  <a:lnTo>
                    <a:pt x="28242" y="18874"/>
                  </a:lnTo>
                  <a:cubicBezTo>
                    <a:pt x="28800" y="18874"/>
                    <a:pt x="29307" y="18590"/>
                    <a:pt x="29600" y="18115"/>
                  </a:cubicBezTo>
                  <a:cubicBezTo>
                    <a:pt x="29891" y="17639"/>
                    <a:pt x="29914" y="17060"/>
                    <a:pt x="29661" y="16563"/>
                  </a:cubicBezTo>
                  <a:lnTo>
                    <a:pt x="28544" y="14356"/>
                  </a:lnTo>
                  <a:lnTo>
                    <a:pt x="28546" y="11219"/>
                  </a:lnTo>
                  <a:cubicBezTo>
                    <a:pt x="28546" y="5964"/>
                    <a:pt x="24928" y="1470"/>
                    <a:pt x="20024" y="330"/>
                  </a:cubicBezTo>
                  <a:cubicBezTo>
                    <a:pt x="18622" y="4"/>
                    <a:pt x="19051" y="234"/>
                    <a:pt x="18416" y="58"/>
                  </a:cubicBezTo>
                  <a:cubicBezTo>
                    <a:pt x="18414" y="58"/>
                    <a:pt x="18412" y="59"/>
                    <a:pt x="18409" y="59"/>
                  </a:cubicBezTo>
                  <a:cubicBezTo>
                    <a:pt x="18347" y="59"/>
                    <a:pt x="18049" y="1"/>
                    <a:pt x="18007"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28" name="Google Shape;1228;p47">
              <a:extLst>
                <a:ext uri="{FF2B5EF4-FFF2-40B4-BE49-F238E27FC236}">
                  <a16:creationId xmlns:a16="http://schemas.microsoft.com/office/drawing/2014/main" id="{05BDF95E-259D-D301-7351-C9E18DBC0611}"/>
                </a:ext>
              </a:extLst>
            </p:cNvPr>
            <p:cNvSpPr/>
            <p:nvPr/>
          </p:nvSpPr>
          <p:spPr>
            <a:xfrm rot="-1002475">
              <a:off x="1495332" y="2786710"/>
              <a:ext cx="610933" cy="467007"/>
            </a:xfrm>
            <a:custGeom>
              <a:avLst/>
              <a:gdLst/>
              <a:ahLst/>
              <a:cxnLst/>
              <a:rect l="l" t="t" r="r" b="b"/>
              <a:pathLst>
                <a:path w="15434" h="11798" extrusionOk="0">
                  <a:moveTo>
                    <a:pt x="9688" y="1"/>
                  </a:moveTo>
                  <a:cubicBezTo>
                    <a:pt x="9374" y="1"/>
                    <a:pt x="9121" y="254"/>
                    <a:pt x="9121" y="568"/>
                  </a:cubicBezTo>
                  <a:cubicBezTo>
                    <a:pt x="9121" y="881"/>
                    <a:pt x="9374" y="1134"/>
                    <a:pt x="9688" y="1134"/>
                  </a:cubicBezTo>
                  <a:lnTo>
                    <a:pt x="11274" y="1134"/>
                  </a:lnTo>
                  <a:cubicBezTo>
                    <a:pt x="12943" y="1134"/>
                    <a:pt x="14300" y="2492"/>
                    <a:pt x="14300" y="4161"/>
                  </a:cubicBezTo>
                  <a:cubicBezTo>
                    <a:pt x="14300" y="5030"/>
                    <a:pt x="13721" y="5767"/>
                    <a:pt x="12928" y="6005"/>
                  </a:cubicBezTo>
                  <a:cubicBezTo>
                    <a:pt x="12879" y="5505"/>
                    <a:pt x="12725" y="4834"/>
                    <a:pt x="12287" y="4314"/>
                  </a:cubicBezTo>
                  <a:cubicBezTo>
                    <a:pt x="12486" y="3967"/>
                    <a:pt x="12579" y="3582"/>
                    <a:pt x="12560" y="3174"/>
                  </a:cubicBezTo>
                  <a:cubicBezTo>
                    <a:pt x="12547" y="2870"/>
                    <a:pt x="12299" y="2633"/>
                    <a:pt x="11995" y="2633"/>
                  </a:cubicBezTo>
                  <a:cubicBezTo>
                    <a:pt x="11986" y="2633"/>
                    <a:pt x="11977" y="2633"/>
                    <a:pt x="11968" y="2633"/>
                  </a:cubicBezTo>
                  <a:cubicBezTo>
                    <a:pt x="11655" y="2648"/>
                    <a:pt x="11413" y="2913"/>
                    <a:pt x="11428" y="3225"/>
                  </a:cubicBezTo>
                  <a:cubicBezTo>
                    <a:pt x="11443" y="3572"/>
                    <a:pt x="11289" y="3872"/>
                    <a:pt x="10956" y="4140"/>
                  </a:cubicBezTo>
                  <a:cubicBezTo>
                    <a:pt x="10668" y="4372"/>
                    <a:pt x="10358" y="4483"/>
                    <a:pt x="10348" y="4487"/>
                  </a:cubicBezTo>
                  <a:cubicBezTo>
                    <a:pt x="10052" y="4588"/>
                    <a:pt x="9894" y="4909"/>
                    <a:pt x="9994" y="5204"/>
                  </a:cubicBezTo>
                  <a:cubicBezTo>
                    <a:pt x="10073" y="5441"/>
                    <a:pt x="10294" y="5591"/>
                    <a:pt x="10531" y="5591"/>
                  </a:cubicBezTo>
                  <a:cubicBezTo>
                    <a:pt x="10591" y="5591"/>
                    <a:pt x="10651" y="5581"/>
                    <a:pt x="10712" y="5560"/>
                  </a:cubicBezTo>
                  <a:cubicBezTo>
                    <a:pt x="10755" y="5546"/>
                    <a:pt x="11110" y="5421"/>
                    <a:pt x="11498" y="5150"/>
                  </a:cubicBezTo>
                  <a:cubicBezTo>
                    <a:pt x="11809" y="5617"/>
                    <a:pt x="11834" y="6323"/>
                    <a:pt x="11810" y="6602"/>
                  </a:cubicBezTo>
                  <a:cubicBezTo>
                    <a:pt x="11810" y="6610"/>
                    <a:pt x="11810" y="6617"/>
                    <a:pt x="11809" y="6626"/>
                  </a:cubicBezTo>
                  <a:cubicBezTo>
                    <a:pt x="11809" y="6634"/>
                    <a:pt x="11808" y="6644"/>
                    <a:pt x="11808" y="6653"/>
                  </a:cubicBezTo>
                  <a:cubicBezTo>
                    <a:pt x="11808" y="7872"/>
                    <a:pt x="10816" y="8864"/>
                    <a:pt x="9597" y="8864"/>
                  </a:cubicBezTo>
                  <a:lnTo>
                    <a:pt x="4495" y="8864"/>
                  </a:lnTo>
                  <a:cubicBezTo>
                    <a:pt x="4305" y="8864"/>
                    <a:pt x="4128" y="8960"/>
                    <a:pt x="4023" y="9118"/>
                  </a:cubicBezTo>
                  <a:lnTo>
                    <a:pt x="3168" y="10401"/>
                  </a:lnTo>
                  <a:cubicBezTo>
                    <a:pt x="3058" y="10566"/>
                    <a:pt x="2876" y="10663"/>
                    <a:pt x="2678" y="10663"/>
                  </a:cubicBezTo>
                  <a:lnTo>
                    <a:pt x="1722" y="10663"/>
                  </a:lnTo>
                  <a:cubicBezTo>
                    <a:pt x="1397" y="10663"/>
                    <a:pt x="1133" y="10399"/>
                    <a:pt x="1133" y="10076"/>
                  </a:cubicBezTo>
                  <a:lnTo>
                    <a:pt x="1133" y="7677"/>
                  </a:lnTo>
                  <a:cubicBezTo>
                    <a:pt x="1133" y="6032"/>
                    <a:pt x="1746" y="4459"/>
                    <a:pt x="2858" y="3249"/>
                  </a:cubicBezTo>
                  <a:cubicBezTo>
                    <a:pt x="3964" y="2047"/>
                    <a:pt x="5466" y="1305"/>
                    <a:pt x="7085" y="1160"/>
                  </a:cubicBezTo>
                  <a:cubicBezTo>
                    <a:pt x="7399" y="1133"/>
                    <a:pt x="7628" y="858"/>
                    <a:pt x="7601" y="547"/>
                  </a:cubicBezTo>
                  <a:cubicBezTo>
                    <a:pt x="7574" y="252"/>
                    <a:pt x="7328" y="30"/>
                    <a:pt x="7039" y="30"/>
                  </a:cubicBezTo>
                  <a:cubicBezTo>
                    <a:pt x="7022" y="30"/>
                    <a:pt x="7004" y="31"/>
                    <a:pt x="6986" y="32"/>
                  </a:cubicBezTo>
                  <a:cubicBezTo>
                    <a:pt x="5084" y="201"/>
                    <a:pt x="3321" y="1071"/>
                    <a:pt x="2025" y="2483"/>
                  </a:cubicBezTo>
                  <a:cubicBezTo>
                    <a:pt x="719" y="3902"/>
                    <a:pt x="1" y="5747"/>
                    <a:pt x="1" y="7677"/>
                  </a:cubicBezTo>
                  <a:lnTo>
                    <a:pt x="1" y="10076"/>
                  </a:lnTo>
                  <a:cubicBezTo>
                    <a:pt x="1" y="11025"/>
                    <a:pt x="773" y="11798"/>
                    <a:pt x="1722" y="11798"/>
                  </a:cubicBezTo>
                  <a:lnTo>
                    <a:pt x="2679" y="11798"/>
                  </a:lnTo>
                  <a:cubicBezTo>
                    <a:pt x="3256" y="11798"/>
                    <a:pt x="3793" y="11511"/>
                    <a:pt x="4112" y="11030"/>
                  </a:cubicBezTo>
                  <a:lnTo>
                    <a:pt x="4800" y="9999"/>
                  </a:lnTo>
                  <a:lnTo>
                    <a:pt x="9597" y="9999"/>
                  </a:lnTo>
                  <a:cubicBezTo>
                    <a:pt x="11264" y="9999"/>
                    <a:pt x="12650" y="8772"/>
                    <a:pt x="12902" y="7175"/>
                  </a:cubicBezTo>
                  <a:cubicBezTo>
                    <a:pt x="14338" y="6924"/>
                    <a:pt x="15434" y="5668"/>
                    <a:pt x="15434" y="4162"/>
                  </a:cubicBezTo>
                  <a:cubicBezTo>
                    <a:pt x="15434" y="1868"/>
                    <a:pt x="13568" y="1"/>
                    <a:pt x="11274"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29" name="Google Shape;1229;p47">
              <a:extLst>
                <a:ext uri="{FF2B5EF4-FFF2-40B4-BE49-F238E27FC236}">
                  <a16:creationId xmlns:a16="http://schemas.microsoft.com/office/drawing/2014/main" id="{3BBBD85F-18D4-5F66-B41A-5F611BB23FDA}"/>
                </a:ext>
              </a:extLst>
            </p:cNvPr>
            <p:cNvSpPr/>
            <p:nvPr/>
          </p:nvSpPr>
          <p:spPr>
            <a:xfrm rot="-1002475">
              <a:off x="1625186" y="3048514"/>
              <a:ext cx="134822" cy="82453"/>
            </a:xfrm>
            <a:custGeom>
              <a:avLst/>
              <a:gdLst/>
              <a:ahLst/>
              <a:cxnLst/>
              <a:rect l="l" t="t" r="r" b="b"/>
              <a:pathLst>
                <a:path w="3406" h="2083" extrusionOk="0">
                  <a:moveTo>
                    <a:pt x="2760" y="1"/>
                  </a:moveTo>
                  <a:cubicBezTo>
                    <a:pt x="2547" y="1"/>
                    <a:pt x="2344" y="121"/>
                    <a:pt x="2247" y="325"/>
                  </a:cubicBezTo>
                  <a:cubicBezTo>
                    <a:pt x="2098" y="638"/>
                    <a:pt x="1822" y="830"/>
                    <a:pt x="1402" y="911"/>
                  </a:cubicBezTo>
                  <a:cubicBezTo>
                    <a:pt x="1247" y="940"/>
                    <a:pt x="1100" y="949"/>
                    <a:pt x="981" y="949"/>
                  </a:cubicBezTo>
                  <a:cubicBezTo>
                    <a:pt x="817" y="949"/>
                    <a:pt x="706" y="933"/>
                    <a:pt x="701" y="931"/>
                  </a:cubicBezTo>
                  <a:cubicBezTo>
                    <a:pt x="670" y="927"/>
                    <a:pt x="640" y="924"/>
                    <a:pt x="610" y="924"/>
                  </a:cubicBezTo>
                  <a:cubicBezTo>
                    <a:pt x="338" y="924"/>
                    <a:pt x="97" y="1121"/>
                    <a:pt x="51" y="1400"/>
                  </a:cubicBezTo>
                  <a:cubicBezTo>
                    <a:pt x="1" y="1708"/>
                    <a:pt x="210" y="2000"/>
                    <a:pt x="519" y="2050"/>
                  </a:cubicBezTo>
                  <a:cubicBezTo>
                    <a:pt x="549" y="2056"/>
                    <a:pt x="726" y="2083"/>
                    <a:pt x="980" y="2083"/>
                  </a:cubicBezTo>
                  <a:cubicBezTo>
                    <a:pt x="1150" y="2083"/>
                    <a:pt x="1354" y="2071"/>
                    <a:pt x="1573" y="2033"/>
                  </a:cubicBezTo>
                  <a:cubicBezTo>
                    <a:pt x="2373" y="1890"/>
                    <a:pt x="2959" y="1468"/>
                    <a:pt x="3272" y="811"/>
                  </a:cubicBezTo>
                  <a:cubicBezTo>
                    <a:pt x="3406" y="528"/>
                    <a:pt x="3285" y="190"/>
                    <a:pt x="3002" y="56"/>
                  </a:cubicBezTo>
                  <a:cubicBezTo>
                    <a:pt x="2924" y="19"/>
                    <a:pt x="2841" y="1"/>
                    <a:pt x="2760"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242" name="Google Shape;1242;p47">
            <a:extLst>
              <a:ext uri="{FF2B5EF4-FFF2-40B4-BE49-F238E27FC236}">
                <a16:creationId xmlns:a16="http://schemas.microsoft.com/office/drawing/2014/main" id="{B8A13CAE-88F8-DD83-75CE-A1DDAE4A7F99}"/>
              </a:ext>
            </a:extLst>
          </p:cNvPr>
          <p:cNvSpPr/>
          <p:nvPr/>
        </p:nvSpPr>
        <p:spPr>
          <a:xfrm rot="-9388557">
            <a:off x="5248733" y="647732"/>
            <a:ext cx="112800" cy="112818"/>
          </a:xfrm>
          <a:custGeom>
            <a:avLst/>
            <a:gdLst/>
            <a:ahLst/>
            <a:cxnLst/>
            <a:rect l="l" t="t" r="r" b="b"/>
            <a:pathLst>
              <a:path w="6138" h="6139" extrusionOk="0">
                <a:moveTo>
                  <a:pt x="3069" y="0"/>
                </a:moveTo>
                <a:cubicBezTo>
                  <a:pt x="2625" y="513"/>
                  <a:pt x="2402" y="1024"/>
                  <a:pt x="2235" y="1535"/>
                </a:cubicBezTo>
                <a:cubicBezTo>
                  <a:pt x="2177" y="1722"/>
                  <a:pt x="2134" y="1909"/>
                  <a:pt x="2099" y="2097"/>
                </a:cubicBezTo>
                <a:cubicBezTo>
                  <a:pt x="1912" y="2131"/>
                  <a:pt x="1723" y="2173"/>
                  <a:pt x="1536" y="2233"/>
                </a:cubicBezTo>
                <a:cubicBezTo>
                  <a:pt x="1023" y="2398"/>
                  <a:pt x="512" y="2623"/>
                  <a:pt x="1" y="3070"/>
                </a:cubicBezTo>
                <a:cubicBezTo>
                  <a:pt x="512" y="3517"/>
                  <a:pt x="1023" y="3740"/>
                  <a:pt x="1536" y="3907"/>
                </a:cubicBezTo>
                <a:cubicBezTo>
                  <a:pt x="1722" y="3966"/>
                  <a:pt x="1909" y="4008"/>
                  <a:pt x="2096" y="4042"/>
                </a:cubicBezTo>
                <a:cubicBezTo>
                  <a:pt x="2132" y="4230"/>
                  <a:pt x="2173" y="4417"/>
                  <a:pt x="2232" y="4604"/>
                </a:cubicBezTo>
                <a:cubicBezTo>
                  <a:pt x="2399" y="5115"/>
                  <a:pt x="2622" y="5627"/>
                  <a:pt x="3069" y="6138"/>
                </a:cubicBezTo>
                <a:cubicBezTo>
                  <a:pt x="3517" y="5627"/>
                  <a:pt x="3741" y="5115"/>
                  <a:pt x="3906" y="4604"/>
                </a:cubicBezTo>
                <a:cubicBezTo>
                  <a:pt x="3966" y="4416"/>
                  <a:pt x="4008" y="4229"/>
                  <a:pt x="4042" y="4040"/>
                </a:cubicBezTo>
                <a:cubicBezTo>
                  <a:pt x="4230" y="4005"/>
                  <a:pt x="4416" y="3963"/>
                  <a:pt x="4604" y="3904"/>
                </a:cubicBezTo>
                <a:cubicBezTo>
                  <a:pt x="5115" y="3737"/>
                  <a:pt x="5626" y="3514"/>
                  <a:pt x="6138" y="3070"/>
                </a:cubicBezTo>
                <a:cubicBezTo>
                  <a:pt x="5626" y="2625"/>
                  <a:pt x="5115" y="2402"/>
                  <a:pt x="4604" y="2235"/>
                </a:cubicBezTo>
                <a:cubicBezTo>
                  <a:pt x="4416" y="2176"/>
                  <a:pt x="4228" y="2133"/>
                  <a:pt x="4040" y="2099"/>
                </a:cubicBezTo>
                <a:cubicBezTo>
                  <a:pt x="4005" y="1910"/>
                  <a:pt x="3963" y="1723"/>
                  <a:pt x="3904" y="1535"/>
                </a:cubicBezTo>
                <a:cubicBezTo>
                  <a:pt x="3738" y="1024"/>
                  <a:pt x="3514" y="513"/>
                  <a:pt x="3069"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 name="TextBox 3">
            <a:extLst>
              <a:ext uri="{FF2B5EF4-FFF2-40B4-BE49-F238E27FC236}">
                <a16:creationId xmlns:a16="http://schemas.microsoft.com/office/drawing/2014/main" id="{F3AE7D30-1A8F-98FB-8AEF-092610766D0D}"/>
              </a:ext>
            </a:extLst>
          </p:cNvPr>
          <p:cNvSpPr txBox="1"/>
          <p:nvPr/>
        </p:nvSpPr>
        <p:spPr>
          <a:xfrm>
            <a:off x="1086385" y="617913"/>
            <a:ext cx="7180174" cy="523220"/>
          </a:xfrm>
          <a:prstGeom prst="rect">
            <a:avLst/>
          </a:prstGeom>
          <a:noFill/>
        </p:spPr>
        <p:txBody>
          <a:bodyPr wrap="square">
            <a:spAutoFit/>
          </a:bodyPr>
          <a:lstStyle/>
          <a:p>
            <a:pPr marL="0" marR="0" algn="ctr" rtl="0">
              <a:spcBef>
                <a:spcPts val="600"/>
              </a:spcBef>
              <a:spcAft>
                <a:spcPts val="600"/>
              </a:spcAft>
              <a:buNone/>
            </a:pPr>
            <a:r>
              <a:rPr lang="en-US" sz="2800" b="1" dirty="0">
                <a:latin typeface="ADLaM Display" panose="02010000000000000000" pitchFamily="2" charset="0"/>
                <a:ea typeface="ADLaM Display" panose="02010000000000000000" pitchFamily="2" charset="0"/>
                <a:cs typeface="ADLaM Display" panose="02010000000000000000" pitchFamily="2" charset="0"/>
              </a:rPr>
              <a:t>Treatment of R.A</a:t>
            </a:r>
            <a:endParaRPr lang="en-US" sz="2800" b="1" dirty="0">
              <a:effectLst/>
              <a:latin typeface="ADLaM Display" panose="02010000000000000000" pitchFamily="2" charset="0"/>
              <a:ea typeface="ADLaM Display" panose="02010000000000000000" pitchFamily="2" charset="0"/>
              <a:cs typeface="ADLaM Display" panose="02010000000000000000" pitchFamily="2" charset="0"/>
            </a:endParaRPr>
          </a:p>
        </p:txBody>
      </p:sp>
      <p:graphicFrame>
        <p:nvGraphicFramePr>
          <p:cNvPr id="2" name="Table 1">
            <a:extLst>
              <a:ext uri="{FF2B5EF4-FFF2-40B4-BE49-F238E27FC236}">
                <a16:creationId xmlns:a16="http://schemas.microsoft.com/office/drawing/2014/main" id="{7DAF5FBD-098C-D9CD-A026-8564F141BF6C}"/>
              </a:ext>
            </a:extLst>
          </p:cNvPr>
          <p:cNvGraphicFramePr>
            <a:graphicFrameLocks noGrp="1"/>
          </p:cNvGraphicFramePr>
          <p:nvPr>
            <p:extLst>
              <p:ext uri="{D42A27DB-BD31-4B8C-83A1-F6EECF244321}">
                <p14:modId xmlns:p14="http://schemas.microsoft.com/office/powerpoint/2010/main" val="3104466175"/>
              </p:ext>
            </p:extLst>
          </p:nvPr>
        </p:nvGraphicFramePr>
        <p:xfrm>
          <a:off x="1086385" y="1227772"/>
          <a:ext cx="7180173" cy="2687955"/>
        </p:xfrm>
        <a:graphic>
          <a:graphicData uri="http://schemas.openxmlformats.org/drawingml/2006/table">
            <a:tbl>
              <a:tblPr>
                <a:tableStyleId>{69C7853C-536D-4A76-A0AE-DD22124D55A5}</a:tableStyleId>
              </a:tblPr>
              <a:tblGrid>
                <a:gridCol w="2393391">
                  <a:extLst>
                    <a:ext uri="{9D8B030D-6E8A-4147-A177-3AD203B41FA5}">
                      <a16:colId xmlns:a16="http://schemas.microsoft.com/office/drawing/2014/main" val="2448165634"/>
                    </a:ext>
                  </a:extLst>
                </a:gridCol>
                <a:gridCol w="2393391">
                  <a:extLst>
                    <a:ext uri="{9D8B030D-6E8A-4147-A177-3AD203B41FA5}">
                      <a16:colId xmlns:a16="http://schemas.microsoft.com/office/drawing/2014/main" val="1808713427"/>
                    </a:ext>
                  </a:extLst>
                </a:gridCol>
                <a:gridCol w="2393391">
                  <a:extLst>
                    <a:ext uri="{9D8B030D-6E8A-4147-A177-3AD203B41FA5}">
                      <a16:colId xmlns:a16="http://schemas.microsoft.com/office/drawing/2014/main" val="1840201004"/>
                    </a:ext>
                  </a:extLst>
                </a:gridCol>
              </a:tblGrid>
              <a:tr h="1160616">
                <a:tc>
                  <a:txBody>
                    <a:bodyPr/>
                    <a:lstStyle/>
                    <a:p>
                      <a:pPr algn="ctr">
                        <a:buNone/>
                      </a:pPr>
                      <a:r>
                        <a:rPr lang="en-US" sz="2000" dirty="0">
                          <a:solidFill>
                            <a:schemeClr val="tx1"/>
                          </a:solidFill>
                          <a:latin typeface="Times New Roman" panose="02020603050405020304" pitchFamily="18" charset="0"/>
                          <a:cs typeface="Times New Roman" panose="02020603050405020304" pitchFamily="18" charset="0"/>
                        </a:rPr>
                        <a:t>B-cell Depleting Agent (Biologic)</a:t>
                      </a:r>
                    </a:p>
                  </a:txBody>
                  <a:tcPr marL="50240" marR="50240" marT="25120" marB="25120" anchor="ctr"/>
                </a:tc>
                <a:tc>
                  <a:txBody>
                    <a:bodyPr/>
                    <a:lstStyle/>
                    <a:p>
                      <a:pPr algn="ctr">
                        <a:buNone/>
                      </a:pPr>
                      <a:r>
                        <a:rPr lang="en-US" sz="2000">
                          <a:solidFill>
                            <a:schemeClr val="tx1"/>
                          </a:solidFill>
                          <a:latin typeface="Times New Roman" panose="02020603050405020304" pitchFamily="18" charset="0"/>
                          <a:cs typeface="Times New Roman" panose="02020603050405020304" pitchFamily="18" charset="0"/>
                        </a:rPr>
                        <a:t>Reduces autoantibody production</a:t>
                      </a:r>
                    </a:p>
                  </a:txBody>
                  <a:tcPr marL="50240" marR="50240" marT="25120" marB="25120" anchor="ctr"/>
                </a:tc>
                <a:tc>
                  <a:txBody>
                    <a:bodyPr/>
                    <a:lstStyle/>
                    <a:p>
                      <a:pPr algn="ctr">
                        <a:buNone/>
                      </a:pPr>
                      <a:r>
                        <a:rPr lang="en-US" sz="2000">
                          <a:solidFill>
                            <a:schemeClr val="tx1"/>
                          </a:solidFill>
                          <a:latin typeface="Times New Roman" panose="02020603050405020304" pitchFamily="18" charset="0"/>
                          <a:cs typeface="Times New Roman" panose="02020603050405020304" pitchFamily="18" charset="0"/>
                        </a:rPr>
                        <a:t>Rituximab</a:t>
                      </a:r>
                    </a:p>
                  </a:txBody>
                  <a:tcPr marL="50240" marR="50240" marT="25120" marB="25120" anchor="ctr"/>
                </a:tc>
                <a:extLst>
                  <a:ext uri="{0D108BD9-81ED-4DB2-BD59-A6C34878D82A}">
                    <a16:rowId xmlns:a16="http://schemas.microsoft.com/office/drawing/2014/main" val="1063311821"/>
                  </a:ext>
                </a:extLst>
              </a:tr>
              <a:tr h="1527339">
                <a:tc>
                  <a:txBody>
                    <a:bodyPr/>
                    <a:lstStyle/>
                    <a:p>
                      <a:pPr algn="ctr">
                        <a:buNone/>
                      </a:pPr>
                      <a:r>
                        <a:rPr lang="en-US" sz="2000" dirty="0">
                          <a:solidFill>
                            <a:schemeClr val="tx1"/>
                          </a:solidFill>
                          <a:latin typeface="Times New Roman" panose="02020603050405020304" pitchFamily="18" charset="0"/>
                          <a:cs typeface="Times New Roman" panose="02020603050405020304" pitchFamily="18" charset="0"/>
                        </a:rPr>
                        <a:t>JAK Inhibitors (Targeted Synthetic DMARDs)</a:t>
                      </a:r>
                    </a:p>
                  </a:txBody>
                  <a:tcPr marL="50240" marR="50240" marT="25120" marB="25120" anchor="ctr"/>
                </a:tc>
                <a:tc>
                  <a:txBody>
                    <a:bodyPr/>
                    <a:lstStyle/>
                    <a:p>
                      <a:pPr algn="ctr">
                        <a:buNone/>
                      </a:pPr>
                      <a:r>
                        <a:rPr lang="en-US" sz="2000" dirty="0">
                          <a:solidFill>
                            <a:schemeClr val="tx1"/>
                          </a:solidFill>
                          <a:latin typeface="Times New Roman" panose="02020603050405020304" pitchFamily="18" charset="0"/>
                          <a:cs typeface="Times New Roman" panose="02020603050405020304" pitchFamily="18" charset="0"/>
                        </a:rPr>
                        <a:t>Oral targeted therapy; reduces cytokine activity</a:t>
                      </a:r>
                    </a:p>
                  </a:txBody>
                  <a:tcPr marL="50240" marR="50240" marT="25120" marB="25120" anchor="ctr"/>
                </a:tc>
                <a:tc>
                  <a:txBody>
                    <a:bodyPr/>
                    <a:lstStyle/>
                    <a:p>
                      <a:pPr algn="ctr">
                        <a:buNone/>
                      </a:pPr>
                      <a:r>
                        <a:rPr lang="en-US" sz="2000" dirty="0">
                          <a:solidFill>
                            <a:schemeClr val="tx1"/>
                          </a:solidFill>
                          <a:latin typeface="Times New Roman" panose="02020603050405020304" pitchFamily="18" charset="0"/>
                          <a:cs typeface="Times New Roman" panose="02020603050405020304" pitchFamily="18" charset="0"/>
                        </a:rPr>
                        <a:t>Tofacitinib</a:t>
                      </a:r>
                    </a:p>
                  </a:txBody>
                  <a:tcPr marL="50240" marR="50240" marT="25120" marB="25120" anchor="ctr"/>
                </a:tc>
                <a:extLst>
                  <a:ext uri="{0D108BD9-81ED-4DB2-BD59-A6C34878D82A}">
                    <a16:rowId xmlns:a16="http://schemas.microsoft.com/office/drawing/2014/main" val="407905712"/>
                  </a:ext>
                </a:extLst>
              </a:tr>
            </a:tbl>
          </a:graphicData>
        </a:graphic>
      </p:graphicFrame>
    </p:spTree>
    <p:extLst>
      <p:ext uri="{BB962C8B-B14F-4D97-AF65-F5344CB8AC3E}">
        <p14:creationId xmlns:p14="http://schemas.microsoft.com/office/powerpoint/2010/main" val="10600956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220">
          <a:extLst>
            <a:ext uri="{FF2B5EF4-FFF2-40B4-BE49-F238E27FC236}">
              <a16:creationId xmlns:a16="http://schemas.microsoft.com/office/drawing/2014/main" id="{E22BB284-0893-910F-C5D6-929D793630D2}"/>
            </a:ext>
          </a:extLst>
        </p:cNvPr>
        <p:cNvGrpSpPr/>
        <p:nvPr/>
      </p:nvGrpSpPr>
      <p:grpSpPr>
        <a:xfrm>
          <a:off x="0" y="0"/>
          <a:ext cx="0" cy="0"/>
          <a:chOff x="0" y="0"/>
          <a:chExt cx="0" cy="0"/>
        </a:xfrm>
      </p:grpSpPr>
      <p:grpSp>
        <p:nvGrpSpPr>
          <p:cNvPr id="1222" name="Google Shape;1222;p47">
            <a:extLst>
              <a:ext uri="{FF2B5EF4-FFF2-40B4-BE49-F238E27FC236}">
                <a16:creationId xmlns:a16="http://schemas.microsoft.com/office/drawing/2014/main" id="{65415500-81A9-2634-A18B-8D7663056FBC}"/>
              </a:ext>
            </a:extLst>
          </p:cNvPr>
          <p:cNvGrpSpPr/>
          <p:nvPr/>
        </p:nvGrpSpPr>
        <p:grpSpPr>
          <a:xfrm>
            <a:off x="275849" y="358731"/>
            <a:ext cx="623693" cy="542353"/>
            <a:chOff x="1082169" y="2497002"/>
            <a:chExt cx="1663996" cy="1720378"/>
          </a:xfrm>
        </p:grpSpPr>
        <p:sp>
          <p:nvSpPr>
            <p:cNvPr id="1223" name="Google Shape;1223;p47">
              <a:extLst>
                <a:ext uri="{FF2B5EF4-FFF2-40B4-BE49-F238E27FC236}">
                  <a16:creationId xmlns:a16="http://schemas.microsoft.com/office/drawing/2014/main" id="{56FA1300-0E2A-1A90-6E7A-993245F0DD6C}"/>
                </a:ext>
              </a:extLst>
            </p:cNvPr>
            <p:cNvSpPr/>
            <p:nvPr/>
          </p:nvSpPr>
          <p:spPr>
            <a:xfrm rot="-1002475">
              <a:off x="1255753" y="2656719"/>
              <a:ext cx="1316828" cy="1400943"/>
            </a:xfrm>
            <a:custGeom>
              <a:avLst/>
              <a:gdLst/>
              <a:ahLst/>
              <a:cxnLst/>
              <a:rect l="l" t="t" r="r" b="b"/>
              <a:pathLst>
                <a:path w="33267" h="35392" extrusionOk="0">
                  <a:moveTo>
                    <a:pt x="16501" y="1"/>
                  </a:moveTo>
                  <a:cubicBezTo>
                    <a:pt x="15873" y="110"/>
                    <a:pt x="14762" y="293"/>
                    <a:pt x="14762" y="293"/>
                  </a:cubicBezTo>
                  <a:cubicBezTo>
                    <a:pt x="12749" y="761"/>
                    <a:pt x="10902" y="1778"/>
                    <a:pt x="9405" y="3270"/>
                  </a:cubicBezTo>
                  <a:cubicBezTo>
                    <a:pt x="7289" y="5379"/>
                    <a:pt x="6118" y="8189"/>
                    <a:pt x="6108" y="11183"/>
                  </a:cubicBezTo>
                  <a:cubicBezTo>
                    <a:pt x="6102" y="13317"/>
                    <a:pt x="6696" y="15394"/>
                    <a:pt x="7829" y="17192"/>
                  </a:cubicBezTo>
                  <a:cubicBezTo>
                    <a:pt x="8647" y="18490"/>
                    <a:pt x="9079" y="19998"/>
                    <a:pt x="9079" y="21552"/>
                  </a:cubicBezTo>
                  <a:lnTo>
                    <a:pt x="9079" y="24669"/>
                  </a:lnTo>
                  <a:lnTo>
                    <a:pt x="9118" y="25929"/>
                  </a:lnTo>
                  <a:lnTo>
                    <a:pt x="9079" y="26273"/>
                  </a:lnTo>
                  <a:lnTo>
                    <a:pt x="9079" y="28907"/>
                  </a:lnTo>
                  <a:cubicBezTo>
                    <a:pt x="9079" y="29271"/>
                    <a:pt x="8783" y="29566"/>
                    <a:pt x="8418" y="29566"/>
                  </a:cubicBezTo>
                  <a:lnTo>
                    <a:pt x="5260" y="29566"/>
                  </a:lnTo>
                  <a:cubicBezTo>
                    <a:pt x="2360" y="29566"/>
                    <a:pt x="1" y="31925"/>
                    <a:pt x="1" y="34825"/>
                  </a:cubicBezTo>
                  <a:cubicBezTo>
                    <a:pt x="1" y="35137"/>
                    <a:pt x="254" y="35392"/>
                    <a:pt x="568" y="35392"/>
                  </a:cubicBezTo>
                  <a:cubicBezTo>
                    <a:pt x="881" y="35392"/>
                    <a:pt x="1134" y="35137"/>
                    <a:pt x="1134" y="34825"/>
                  </a:cubicBezTo>
                  <a:lnTo>
                    <a:pt x="1134" y="34824"/>
                  </a:lnTo>
                  <a:lnTo>
                    <a:pt x="32132" y="34824"/>
                  </a:lnTo>
                  <a:cubicBezTo>
                    <a:pt x="32132" y="35137"/>
                    <a:pt x="32386" y="35392"/>
                    <a:pt x="32700" y="35392"/>
                  </a:cubicBezTo>
                  <a:cubicBezTo>
                    <a:pt x="33012" y="35392"/>
                    <a:pt x="33266" y="35137"/>
                    <a:pt x="33266" y="34824"/>
                  </a:cubicBezTo>
                  <a:cubicBezTo>
                    <a:pt x="33266" y="33420"/>
                    <a:pt x="32719" y="32099"/>
                    <a:pt x="31726" y="31107"/>
                  </a:cubicBezTo>
                  <a:cubicBezTo>
                    <a:pt x="30734" y="30114"/>
                    <a:pt x="29413" y="29567"/>
                    <a:pt x="28007" y="29567"/>
                  </a:cubicBezTo>
                  <a:lnTo>
                    <a:pt x="20189" y="29567"/>
                  </a:lnTo>
                  <a:cubicBezTo>
                    <a:pt x="19825" y="29567"/>
                    <a:pt x="19528" y="29271"/>
                    <a:pt x="19528" y="28907"/>
                  </a:cubicBezTo>
                  <a:lnTo>
                    <a:pt x="19528" y="25916"/>
                  </a:lnTo>
                  <a:cubicBezTo>
                    <a:pt x="19528" y="25553"/>
                    <a:pt x="19825" y="25256"/>
                    <a:pt x="20189" y="25256"/>
                  </a:cubicBezTo>
                  <a:cubicBezTo>
                    <a:pt x="20502" y="25256"/>
                    <a:pt x="20756" y="25003"/>
                    <a:pt x="20756" y="24689"/>
                  </a:cubicBezTo>
                  <a:lnTo>
                    <a:pt x="22273" y="24689"/>
                  </a:lnTo>
                  <a:cubicBezTo>
                    <a:pt x="22273" y="25003"/>
                    <a:pt x="22527" y="25256"/>
                    <a:pt x="22840" y="25256"/>
                  </a:cubicBezTo>
                  <a:lnTo>
                    <a:pt x="24457" y="25256"/>
                  </a:lnTo>
                  <a:cubicBezTo>
                    <a:pt x="26005" y="25256"/>
                    <a:pt x="27282" y="24094"/>
                    <a:pt x="27428" y="22553"/>
                  </a:cubicBezTo>
                  <a:lnTo>
                    <a:pt x="27777" y="18874"/>
                  </a:lnTo>
                  <a:lnTo>
                    <a:pt x="28243" y="18874"/>
                  </a:lnTo>
                  <a:cubicBezTo>
                    <a:pt x="28800" y="18874"/>
                    <a:pt x="29307" y="18590"/>
                    <a:pt x="29600" y="18115"/>
                  </a:cubicBezTo>
                  <a:cubicBezTo>
                    <a:pt x="29891" y="17639"/>
                    <a:pt x="29914" y="17059"/>
                    <a:pt x="29663" y="16563"/>
                  </a:cubicBezTo>
                  <a:lnTo>
                    <a:pt x="28544" y="14356"/>
                  </a:lnTo>
                  <a:lnTo>
                    <a:pt x="28546" y="11219"/>
                  </a:lnTo>
                  <a:cubicBezTo>
                    <a:pt x="28546" y="5964"/>
                    <a:pt x="24928" y="1470"/>
                    <a:pt x="20024" y="330"/>
                  </a:cubicBezTo>
                  <a:cubicBezTo>
                    <a:pt x="18622" y="4"/>
                    <a:pt x="19051" y="233"/>
                    <a:pt x="18416" y="58"/>
                  </a:cubicBezTo>
                  <a:cubicBezTo>
                    <a:pt x="18414" y="58"/>
                    <a:pt x="18412" y="59"/>
                    <a:pt x="18409" y="59"/>
                  </a:cubicBezTo>
                  <a:cubicBezTo>
                    <a:pt x="18347" y="59"/>
                    <a:pt x="18049" y="1"/>
                    <a:pt x="18007" y="1"/>
                  </a:cubicBezTo>
                  <a:close/>
                </a:path>
              </a:pathLst>
            </a:custGeom>
            <a:solidFill>
              <a:schemeClr val="accent2"/>
            </a:solidFill>
            <a:ln w="114300" cap="flat" cmpd="sng">
              <a:solidFill>
                <a:schemeClr val="accent2"/>
              </a:solidFill>
              <a:prstDash val="solid"/>
              <a:round/>
              <a:headEnd type="none" w="sm" len="sm"/>
              <a:tailEnd type="none" w="sm" len="sm"/>
            </a:ln>
            <a:effectLst>
              <a:outerShdw dist="76200" dir="1800000" algn="bl" rotWithShape="0">
                <a:schemeClr val="lt2"/>
              </a:outerShdw>
            </a:effectLst>
          </p:spPr>
          <p:txBody>
            <a:bodyPr spcFirstLastPara="1" wrap="square" lIns="91425" tIns="91425" rIns="91425" bIns="91425" anchor="ctr" anchorCtr="0">
              <a:noAutofit/>
            </a:bodyPr>
            <a:lstStyle/>
            <a:p>
              <a:pPr marL="0" marR="0" lvl="0" indent="0" algn="l" rtl="0">
                <a:lnSpc>
                  <a:spcPct val="100000"/>
                </a:lnSpc>
                <a:spcBef>
                  <a:spcPts val="0"/>
                </a:spcBef>
                <a:spcAft>
                  <a:spcPts val="0"/>
                </a:spcAft>
                <a:buNone/>
              </a:pPr>
              <a:endParaRPr/>
            </a:p>
          </p:txBody>
        </p:sp>
        <p:sp>
          <p:nvSpPr>
            <p:cNvPr id="1224" name="Google Shape;1224;p47">
              <a:extLst>
                <a:ext uri="{FF2B5EF4-FFF2-40B4-BE49-F238E27FC236}">
                  <a16:creationId xmlns:a16="http://schemas.microsoft.com/office/drawing/2014/main" id="{15FF7AC3-204B-F518-6ADC-2E5EB655ADD3}"/>
                </a:ext>
              </a:extLst>
            </p:cNvPr>
            <p:cNvSpPr/>
            <p:nvPr/>
          </p:nvSpPr>
          <p:spPr>
            <a:xfrm rot="-1002475">
              <a:off x="1278198" y="2679168"/>
              <a:ext cx="1271901" cy="1356055"/>
            </a:xfrm>
            <a:custGeom>
              <a:avLst/>
              <a:gdLst/>
              <a:ahLst/>
              <a:cxnLst/>
              <a:rect l="l" t="t" r="r" b="b"/>
              <a:pathLst>
                <a:path w="32132" h="34258" extrusionOk="0">
                  <a:moveTo>
                    <a:pt x="16761" y="0"/>
                  </a:moveTo>
                  <a:cubicBezTo>
                    <a:pt x="10884" y="0"/>
                    <a:pt x="6127" y="4741"/>
                    <a:pt x="6108" y="10618"/>
                  </a:cubicBezTo>
                  <a:cubicBezTo>
                    <a:pt x="6102" y="12715"/>
                    <a:pt x="6701" y="14672"/>
                    <a:pt x="7741" y="16323"/>
                  </a:cubicBezTo>
                  <a:cubicBezTo>
                    <a:pt x="8620" y="17718"/>
                    <a:pt x="9079" y="19337"/>
                    <a:pt x="9079" y="20986"/>
                  </a:cubicBezTo>
                  <a:lnTo>
                    <a:pt x="9079" y="28340"/>
                  </a:lnTo>
                  <a:cubicBezTo>
                    <a:pt x="9079" y="29017"/>
                    <a:pt x="8529" y="29567"/>
                    <a:pt x="7851" y="29567"/>
                  </a:cubicBezTo>
                  <a:lnTo>
                    <a:pt x="4693" y="29567"/>
                  </a:lnTo>
                  <a:cubicBezTo>
                    <a:pt x="2101" y="29567"/>
                    <a:pt x="1" y="31667"/>
                    <a:pt x="1" y="34258"/>
                  </a:cubicBezTo>
                  <a:lnTo>
                    <a:pt x="32131" y="34258"/>
                  </a:lnTo>
                  <a:cubicBezTo>
                    <a:pt x="32131" y="31667"/>
                    <a:pt x="30032" y="29567"/>
                    <a:pt x="27440" y="29567"/>
                  </a:cubicBezTo>
                  <a:lnTo>
                    <a:pt x="19622" y="29567"/>
                  </a:lnTo>
                  <a:cubicBezTo>
                    <a:pt x="18944" y="29567"/>
                    <a:pt x="18395" y="29017"/>
                    <a:pt x="18395" y="28339"/>
                  </a:cubicBezTo>
                  <a:lnTo>
                    <a:pt x="18395" y="25349"/>
                  </a:lnTo>
                  <a:cubicBezTo>
                    <a:pt x="18395" y="24671"/>
                    <a:pt x="18944" y="24122"/>
                    <a:pt x="19622" y="24122"/>
                  </a:cubicBezTo>
                  <a:lnTo>
                    <a:pt x="23890" y="24122"/>
                  </a:lnTo>
                  <a:cubicBezTo>
                    <a:pt x="25137" y="24122"/>
                    <a:pt x="26179" y="23174"/>
                    <a:pt x="26297" y="21933"/>
                  </a:cubicBezTo>
                  <a:lnTo>
                    <a:pt x="26694" y="17739"/>
                  </a:lnTo>
                  <a:lnTo>
                    <a:pt x="27676" y="17739"/>
                  </a:lnTo>
                  <a:cubicBezTo>
                    <a:pt x="28440" y="17739"/>
                    <a:pt x="28935" y="16934"/>
                    <a:pt x="28590" y="16252"/>
                  </a:cubicBezTo>
                  <a:lnTo>
                    <a:pt x="27410" y="13924"/>
                  </a:lnTo>
                  <a:lnTo>
                    <a:pt x="27412" y="10652"/>
                  </a:lnTo>
                  <a:cubicBezTo>
                    <a:pt x="27412" y="4770"/>
                    <a:pt x="22643" y="1"/>
                    <a:pt x="16761"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25" name="Google Shape;1225;p47">
              <a:extLst>
                <a:ext uri="{FF2B5EF4-FFF2-40B4-BE49-F238E27FC236}">
                  <a16:creationId xmlns:a16="http://schemas.microsoft.com/office/drawing/2014/main" id="{E3CBC2A0-FD98-6430-0809-6D0DEE43517B}"/>
                </a:ext>
              </a:extLst>
            </p:cNvPr>
            <p:cNvSpPr/>
            <p:nvPr/>
          </p:nvSpPr>
          <p:spPr>
            <a:xfrm rot="-1002475">
              <a:off x="1517787" y="2809192"/>
              <a:ext cx="566046" cy="422120"/>
            </a:xfrm>
            <a:custGeom>
              <a:avLst/>
              <a:gdLst/>
              <a:ahLst/>
              <a:cxnLst/>
              <a:rect l="l" t="t" r="r" b="b"/>
              <a:pathLst>
                <a:path w="14300" h="10664" extrusionOk="0">
                  <a:moveTo>
                    <a:pt x="7108" y="1"/>
                  </a:moveTo>
                  <a:cubicBezTo>
                    <a:pt x="3183" y="1"/>
                    <a:pt x="0" y="3182"/>
                    <a:pt x="0" y="7109"/>
                  </a:cubicBezTo>
                  <a:lnTo>
                    <a:pt x="0" y="9508"/>
                  </a:lnTo>
                  <a:cubicBezTo>
                    <a:pt x="0" y="10145"/>
                    <a:pt x="517" y="10663"/>
                    <a:pt x="1156" y="10663"/>
                  </a:cubicBezTo>
                  <a:lnTo>
                    <a:pt x="2112" y="10663"/>
                  </a:lnTo>
                  <a:cubicBezTo>
                    <a:pt x="2499" y="10663"/>
                    <a:pt x="2860" y="10469"/>
                    <a:pt x="3074" y="10148"/>
                  </a:cubicBezTo>
                  <a:lnTo>
                    <a:pt x="3929" y="8864"/>
                  </a:lnTo>
                  <a:lnTo>
                    <a:pt x="9030" y="8864"/>
                  </a:lnTo>
                  <a:cubicBezTo>
                    <a:pt x="10564" y="8864"/>
                    <a:pt x="11809" y="7620"/>
                    <a:pt x="11809" y="6085"/>
                  </a:cubicBezTo>
                  <a:cubicBezTo>
                    <a:pt x="13184" y="6085"/>
                    <a:pt x="14300" y="4969"/>
                    <a:pt x="14300" y="3594"/>
                  </a:cubicBezTo>
                  <a:cubicBezTo>
                    <a:pt x="14300" y="1609"/>
                    <a:pt x="12691" y="1"/>
                    <a:pt x="10707"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26" name="Google Shape;1226;p47">
              <a:extLst>
                <a:ext uri="{FF2B5EF4-FFF2-40B4-BE49-F238E27FC236}">
                  <a16:creationId xmlns:a16="http://schemas.microsoft.com/office/drawing/2014/main" id="{EBFCBA78-046F-A5DF-8959-53224BAB30FB}"/>
                </a:ext>
              </a:extLst>
            </p:cNvPr>
            <p:cNvSpPr/>
            <p:nvPr/>
          </p:nvSpPr>
          <p:spPr>
            <a:xfrm rot="-1002475">
              <a:off x="2105720" y="3486731"/>
              <a:ext cx="588727" cy="446107"/>
            </a:xfrm>
            <a:custGeom>
              <a:avLst/>
              <a:gdLst/>
              <a:ahLst/>
              <a:cxnLst/>
              <a:rect l="l" t="t" r="r" b="b"/>
              <a:pathLst>
                <a:path w="14873" h="11270" extrusionOk="0">
                  <a:moveTo>
                    <a:pt x="1795" y="1"/>
                  </a:moveTo>
                  <a:cubicBezTo>
                    <a:pt x="805" y="1"/>
                    <a:pt x="1" y="805"/>
                    <a:pt x="1" y="1794"/>
                  </a:cubicBezTo>
                  <a:lnTo>
                    <a:pt x="1" y="4785"/>
                  </a:lnTo>
                  <a:cubicBezTo>
                    <a:pt x="1" y="5774"/>
                    <a:pt x="805" y="6578"/>
                    <a:pt x="1795" y="6578"/>
                  </a:cubicBezTo>
                  <a:lnTo>
                    <a:pt x="9613" y="6578"/>
                  </a:lnTo>
                  <a:cubicBezTo>
                    <a:pt x="10716" y="6578"/>
                    <a:pt x="11751" y="7008"/>
                    <a:pt x="12531" y="7787"/>
                  </a:cubicBezTo>
                  <a:cubicBezTo>
                    <a:pt x="13309" y="8565"/>
                    <a:pt x="13739" y="9601"/>
                    <a:pt x="13739" y="10703"/>
                  </a:cubicBezTo>
                  <a:cubicBezTo>
                    <a:pt x="13739" y="11016"/>
                    <a:pt x="13992" y="11270"/>
                    <a:pt x="14306" y="11270"/>
                  </a:cubicBezTo>
                  <a:cubicBezTo>
                    <a:pt x="14619" y="11270"/>
                    <a:pt x="14872" y="11016"/>
                    <a:pt x="14872" y="10703"/>
                  </a:cubicBezTo>
                  <a:cubicBezTo>
                    <a:pt x="14872" y="9297"/>
                    <a:pt x="14325" y="7977"/>
                    <a:pt x="13332" y="6985"/>
                  </a:cubicBezTo>
                  <a:cubicBezTo>
                    <a:pt x="12339" y="5992"/>
                    <a:pt x="11019" y="5445"/>
                    <a:pt x="9613" y="5445"/>
                  </a:cubicBezTo>
                  <a:lnTo>
                    <a:pt x="1795" y="5445"/>
                  </a:lnTo>
                  <a:cubicBezTo>
                    <a:pt x="1431" y="5445"/>
                    <a:pt x="1134" y="5149"/>
                    <a:pt x="1134" y="4785"/>
                  </a:cubicBezTo>
                  <a:lnTo>
                    <a:pt x="1134" y="1794"/>
                  </a:lnTo>
                  <a:cubicBezTo>
                    <a:pt x="1134" y="1431"/>
                    <a:pt x="1431" y="1134"/>
                    <a:pt x="1795" y="1134"/>
                  </a:cubicBezTo>
                  <a:cubicBezTo>
                    <a:pt x="2108" y="1134"/>
                    <a:pt x="2362" y="881"/>
                    <a:pt x="2362" y="567"/>
                  </a:cubicBezTo>
                  <a:cubicBezTo>
                    <a:pt x="2362" y="254"/>
                    <a:pt x="2108" y="1"/>
                    <a:pt x="179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27" name="Google Shape;1227;p47">
              <a:extLst>
                <a:ext uri="{FF2B5EF4-FFF2-40B4-BE49-F238E27FC236}">
                  <a16:creationId xmlns:a16="http://schemas.microsoft.com/office/drawing/2014/main" id="{7D0C9413-2BE9-DC3A-4B04-870C425C4BDF}"/>
                </a:ext>
              </a:extLst>
            </p:cNvPr>
            <p:cNvSpPr/>
            <p:nvPr/>
          </p:nvSpPr>
          <p:spPr>
            <a:xfrm rot="-1002475">
              <a:off x="1258555" y="2675798"/>
              <a:ext cx="1184104" cy="1400943"/>
            </a:xfrm>
            <a:custGeom>
              <a:avLst/>
              <a:gdLst/>
              <a:ahLst/>
              <a:cxnLst/>
              <a:rect l="l" t="t" r="r" b="b"/>
              <a:pathLst>
                <a:path w="29914" h="35392" extrusionOk="0">
                  <a:moveTo>
                    <a:pt x="16501" y="1"/>
                  </a:moveTo>
                  <a:cubicBezTo>
                    <a:pt x="15873" y="110"/>
                    <a:pt x="14762" y="294"/>
                    <a:pt x="14760" y="294"/>
                  </a:cubicBezTo>
                  <a:cubicBezTo>
                    <a:pt x="12748" y="761"/>
                    <a:pt x="10901" y="1778"/>
                    <a:pt x="9404" y="3270"/>
                  </a:cubicBezTo>
                  <a:cubicBezTo>
                    <a:pt x="7288" y="5380"/>
                    <a:pt x="6118" y="8190"/>
                    <a:pt x="6108" y="11184"/>
                  </a:cubicBezTo>
                  <a:cubicBezTo>
                    <a:pt x="6101" y="13318"/>
                    <a:pt x="6696" y="15395"/>
                    <a:pt x="7829" y="17192"/>
                  </a:cubicBezTo>
                  <a:cubicBezTo>
                    <a:pt x="8647" y="18491"/>
                    <a:pt x="9078" y="19998"/>
                    <a:pt x="9078" y="21553"/>
                  </a:cubicBezTo>
                  <a:lnTo>
                    <a:pt x="9078" y="24671"/>
                  </a:lnTo>
                  <a:lnTo>
                    <a:pt x="9117" y="25929"/>
                  </a:lnTo>
                  <a:lnTo>
                    <a:pt x="9078" y="26273"/>
                  </a:lnTo>
                  <a:lnTo>
                    <a:pt x="9078" y="28907"/>
                  </a:lnTo>
                  <a:cubicBezTo>
                    <a:pt x="9078" y="29271"/>
                    <a:pt x="8783" y="29567"/>
                    <a:pt x="8418" y="29567"/>
                  </a:cubicBezTo>
                  <a:lnTo>
                    <a:pt x="5259" y="29567"/>
                  </a:lnTo>
                  <a:cubicBezTo>
                    <a:pt x="2359" y="29567"/>
                    <a:pt x="1" y="31926"/>
                    <a:pt x="1" y="34825"/>
                  </a:cubicBezTo>
                  <a:cubicBezTo>
                    <a:pt x="1" y="35138"/>
                    <a:pt x="254" y="35392"/>
                    <a:pt x="568" y="35392"/>
                  </a:cubicBezTo>
                  <a:cubicBezTo>
                    <a:pt x="881" y="35392"/>
                    <a:pt x="1134" y="35138"/>
                    <a:pt x="1134" y="34825"/>
                  </a:cubicBezTo>
                  <a:cubicBezTo>
                    <a:pt x="1134" y="32551"/>
                    <a:pt x="2984" y="30700"/>
                    <a:pt x="5259" y="30700"/>
                  </a:cubicBezTo>
                  <a:lnTo>
                    <a:pt x="8418" y="30700"/>
                  </a:lnTo>
                  <a:cubicBezTo>
                    <a:pt x="9407" y="30700"/>
                    <a:pt x="10213" y="29896"/>
                    <a:pt x="10213" y="28907"/>
                  </a:cubicBezTo>
                  <a:lnTo>
                    <a:pt x="10213" y="27408"/>
                  </a:lnTo>
                  <a:lnTo>
                    <a:pt x="10213" y="25804"/>
                  </a:lnTo>
                  <a:lnTo>
                    <a:pt x="10213" y="21553"/>
                  </a:lnTo>
                  <a:cubicBezTo>
                    <a:pt x="10213" y="19785"/>
                    <a:pt x="9719" y="18068"/>
                    <a:pt x="8787" y="16587"/>
                  </a:cubicBezTo>
                  <a:cubicBezTo>
                    <a:pt x="7770" y="14973"/>
                    <a:pt x="7236" y="13105"/>
                    <a:pt x="7242" y="11187"/>
                  </a:cubicBezTo>
                  <a:cubicBezTo>
                    <a:pt x="7250" y="8496"/>
                    <a:pt x="8303" y="5970"/>
                    <a:pt x="10204" y="4074"/>
                  </a:cubicBezTo>
                  <a:cubicBezTo>
                    <a:pt x="12105" y="2181"/>
                    <a:pt x="14630" y="1137"/>
                    <a:pt x="17318" y="1134"/>
                  </a:cubicBezTo>
                  <a:lnTo>
                    <a:pt x="17337" y="1134"/>
                  </a:lnTo>
                  <a:cubicBezTo>
                    <a:pt x="22893" y="1140"/>
                    <a:pt x="27411" y="5662"/>
                    <a:pt x="27411" y="11219"/>
                  </a:cubicBezTo>
                  <a:lnTo>
                    <a:pt x="27409" y="14491"/>
                  </a:lnTo>
                  <a:cubicBezTo>
                    <a:pt x="27409" y="14580"/>
                    <a:pt x="27430" y="14668"/>
                    <a:pt x="27471" y="14748"/>
                  </a:cubicBezTo>
                  <a:lnTo>
                    <a:pt x="28651" y="17076"/>
                  </a:lnTo>
                  <a:cubicBezTo>
                    <a:pt x="28755" y="17282"/>
                    <a:pt x="28673" y="17456"/>
                    <a:pt x="28633" y="17522"/>
                  </a:cubicBezTo>
                  <a:cubicBezTo>
                    <a:pt x="28593" y="17587"/>
                    <a:pt x="28474" y="17740"/>
                    <a:pt x="28242" y="17740"/>
                  </a:cubicBezTo>
                  <a:lnTo>
                    <a:pt x="27261" y="17740"/>
                  </a:lnTo>
                  <a:cubicBezTo>
                    <a:pt x="26969" y="17740"/>
                    <a:pt x="26724" y="17963"/>
                    <a:pt x="26697" y="18254"/>
                  </a:cubicBezTo>
                  <a:lnTo>
                    <a:pt x="26299" y="22446"/>
                  </a:lnTo>
                  <a:cubicBezTo>
                    <a:pt x="26209" y="23402"/>
                    <a:pt x="25417" y="24123"/>
                    <a:pt x="24457" y="24123"/>
                  </a:cubicBezTo>
                  <a:lnTo>
                    <a:pt x="22840" y="24123"/>
                  </a:lnTo>
                  <a:cubicBezTo>
                    <a:pt x="22526" y="24123"/>
                    <a:pt x="22273" y="24377"/>
                    <a:pt x="22273" y="24689"/>
                  </a:cubicBezTo>
                  <a:cubicBezTo>
                    <a:pt x="22273" y="25003"/>
                    <a:pt x="22526" y="25257"/>
                    <a:pt x="22840" y="25257"/>
                  </a:cubicBezTo>
                  <a:lnTo>
                    <a:pt x="24457" y="25257"/>
                  </a:lnTo>
                  <a:cubicBezTo>
                    <a:pt x="26005" y="25257"/>
                    <a:pt x="27282" y="24094"/>
                    <a:pt x="27428" y="22553"/>
                  </a:cubicBezTo>
                  <a:lnTo>
                    <a:pt x="27777" y="18874"/>
                  </a:lnTo>
                  <a:lnTo>
                    <a:pt x="28242" y="18874"/>
                  </a:lnTo>
                  <a:cubicBezTo>
                    <a:pt x="28800" y="18874"/>
                    <a:pt x="29307" y="18590"/>
                    <a:pt x="29600" y="18115"/>
                  </a:cubicBezTo>
                  <a:cubicBezTo>
                    <a:pt x="29891" y="17639"/>
                    <a:pt x="29914" y="17060"/>
                    <a:pt x="29661" y="16563"/>
                  </a:cubicBezTo>
                  <a:lnTo>
                    <a:pt x="28544" y="14356"/>
                  </a:lnTo>
                  <a:lnTo>
                    <a:pt x="28546" y="11219"/>
                  </a:lnTo>
                  <a:cubicBezTo>
                    <a:pt x="28546" y="5964"/>
                    <a:pt x="24928" y="1470"/>
                    <a:pt x="20024" y="330"/>
                  </a:cubicBezTo>
                  <a:cubicBezTo>
                    <a:pt x="18622" y="4"/>
                    <a:pt x="19051" y="234"/>
                    <a:pt x="18416" y="58"/>
                  </a:cubicBezTo>
                  <a:cubicBezTo>
                    <a:pt x="18414" y="58"/>
                    <a:pt x="18412" y="59"/>
                    <a:pt x="18409" y="59"/>
                  </a:cubicBezTo>
                  <a:cubicBezTo>
                    <a:pt x="18347" y="59"/>
                    <a:pt x="18049" y="1"/>
                    <a:pt x="18007"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28" name="Google Shape;1228;p47">
              <a:extLst>
                <a:ext uri="{FF2B5EF4-FFF2-40B4-BE49-F238E27FC236}">
                  <a16:creationId xmlns:a16="http://schemas.microsoft.com/office/drawing/2014/main" id="{30DE639B-2AB7-B055-7E13-F39BF8BC805A}"/>
                </a:ext>
              </a:extLst>
            </p:cNvPr>
            <p:cNvSpPr/>
            <p:nvPr/>
          </p:nvSpPr>
          <p:spPr>
            <a:xfrm rot="-1002475">
              <a:off x="1495332" y="2786710"/>
              <a:ext cx="610933" cy="467007"/>
            </a:xfrm>
            <a:custGeom>
              <a:avLst/>
              <a:gdLst/>
              <a:ahLst/>
              <a:cxnLst/>
              <a:rect l="l" t="t" r="r" b="b"/>
              <a:pathLst>
                <a:path w="15434" h="11798" extrusionOk="0">
                  <a:moveTo>
                    <a:pt x="9688" y="1"/>
                  </a:moveTo>
                  <a:cubicBezTo>
                    <a:pt x="9374" y="1"/>
                    <a:pt x="9121" y="254"/>
                    <a:pt x="9121" y="568"/>
                  </a:cubicBezTo>
                  <a:cubicBezTo>
                    <a:pt x="9121" y="881"/>
                    <a:pt x="9374" y="1134"/>
                    <a:pt x="9688" y="1134"/>
                  </a:cubicBezTo>
                  <a:lnTo>
                    <a:pt x="11274" y="1134"/>
                  </a:lnTo>
                  <a:cubicBezTo>
                    <a:pt x="12943" y="1134"/>
                    <a:pt x="14300" y="2492"/>
                    <a:pt x="14300" y="4161"/>
                  </a:cubicBezTo>
                  <a:cubicBezTo>
                    <a:pt x="14300" y="5030"/>
                    <a:pt x="13721" y="5767"/>
                    <a:pt x="12928" y="6005"/>
                  </a:cubicBezTo>
                  <a:cubicBezTo>
                    <a:pt x="12879" y="5505"/>
                    <a:pt x="12725" y="4834"/>
                    <a:pt x="12287" y="4314"/>
                  </a:cubicBezTo>
                  <a:cubicBezTo>
                    <a:pt x="12486" y="3967"/>
                    <a:pt x="12579" y="3582"/>
                    <a:pt x="12560" y="3174"/>
                  </a:cubicBezTo>
                  <a:cubicBezTo>
                    <a:pt x="12547" y="2870"/>
                    <a:pt x="12299" y="2633"/>
                    <a:pt x="11995" y="2633"/>
                  </a:cubicBezTo>
                  <a:cubicBezTo>
                    <a:pt x="11986" y="2633"/>
                    <a:pt x="11977" y="2633"/>
                    <a:pt x="11968" y="2633"/>
                  </a:cubicBezTo>
                  <a:cubicBezTo>
                    <a:pt x="11655" y="2648"/>
                    <a:pt x="11413" y="2913"/>
                    <a:pt x="11428" y="3225"/>
                  </a:cubicBezTo>
                  <a:cubicBezTo>
                    <a:pt x="11443" y="3572"/>
                    <a:pt x="11289" y="3872"/>
                    <a:pt x="10956" y="4140"/>
                  </a:cubicBezTo>
                  <a:cubicBezTo>
                    <a:pt x="10668" y="4372"/>
                    <a:pt x="10358" y="4483"/>
                    <a:pt x="10348" y="4487"/>
                  </a:cubicBezTo>
                  <a:cubicBezTo>
                    <a:pt x="10052" y="4588"/>
                    <a:pt x="9894" y="4909"/>
                    <a:pt x="9994" y="5204"/>
                  </a:cubicBezTo>
                  <a:cubicBezTo>
                    <a:pt x="10073" y="5441"/>
                    <a:pt x="10294" y="5591"/>
                    <a:pt x="10531" y="5591"/>
                  </a:cubicBezTo>
                  <a:cubicBezTo>
                    <a:pt x="10591" y="5591"/>
                    <a:pt x="10651" y="5581"/>
                    <a:pt x="10712" y="5560"/>
                  </a:cubicBezTo>
                  <a:cubicBezTo>
                    <a:pt x="10755" y="5546"/>
                    <a:pt x="11110" y="5421"/>
                    <a:pt x="11498" y="5150"/>
                  </a:cubicBezTo>
                  <a:cubicBezTo>
                    <a:pt x="11809" y="5617"/>
                    <a:pt x="11834" y="6323"/>
                    <a:pt x="11810" y="6602"/>
                  </a:cubicBezTo>
                  <a:cubicBezTo>
                    <a:pt x="11810" y="6610"/>
                    <a:pt x="11810" y="6617"/>
                    <a:pt x="11809" y="6626"/>
                  </a:cubicBezTo>
                  <a:cubicBezTo>
                    <a:pt x="11809" y="6634"/>
                    <a:pt x="11808" y="6644"/>
                    <a:pt x="11808" y="6653"/>
                  </a:cubicBezTo>
                  <a:cubicBezTo>
                    <a:pt x="11808" y="7872"/>
                    <a:pt x="10816" y="8864"/>
                    <a:pt x="9597" y="8864"/>
                  </a:cubicBezTo>
                  <a:lnTo>
                    <a:pt x="4495" y="8864"/>
                  </a:lnTo>
                  <a:cubicBezTo>
                    <a:pt x="4305" y="8864"/>
                    <a:pt x="4128" y="8960"/>
                    <a:pt x="4023" y="9118"/>
                  </a:cubicBezTo>
                  <a:lnTo>
                    <a:pt x="3168" y="10401"/>
                  </a:lnTo>
                  <a:cubicBezTo>
                    <a:pt x="3058" y="10566"/>
                    <a:pt x="2876" y="10663"/>
                    <a:pt x="2678" y="10663"/>
                  </a:cubicBezTo>
                  <a:lnTo>
                    <a:pt x="1722" y="10663"/>
                  </a:lnTo>
                  <a:cubicBezTo>
                    <a:pt x="1397" y="10663"/>
                    <a:pt x="1133" y="10399"/>
                    <a:pt x="1133" y="10076"/>
                  </a:cubicBezTo>
                  <a:lnTo>
                    <a:pt x="1133" y="7677"/>
                  </a:lnTo>
                  <a:cubicBezTo>
                    <a:pt x="1133" y="6032"/>
                    <a:pt x="1746" y="4459"/>
                    <a:pt x="2858" y="3249"/>
                  </a:cubicBezTo>
                  <a:cubicBezTo>
                    <a:pt x="3964" y="2047"/>
                    <a:pt x="5466" y="1305"/>
                    <a:pt x="7085" y="1160"/>
                  </a:cubicBezTo>
                  <a:cubicBezTo>
                    <a:pt x="7399" y="1133"/>
                    <a:pt x="7628" y="858"/>
                    <a:pt x="7601" y="547"/>
                  </a:cubicBezTo>
                  <a:cubicBezTo>
                    <a:pt x="7574" y="252"/>
                    <a:pt x="7328" y="30"/>
                    <a:pt x="7039" y="30"/>
                  </a:cubicBezTo>
                  <a:cubicBezTo>
                    <a:pt x="7022" y="30"/>
                    <a:pt x="7004" y="31"/>
                    <a:pt x="6986" y="32"/>
                  </a:cubicBezTo>
                  <a:cubicBezTo>
                    <a:pt x="5084" y="201"/>
                    <a:pt x="3321" y="1071"/>
                    <a:pt x="2025" y="2483"/>
                  </a:cubicBezTo>
                  <a:cubicBezTo>
                    <a:pt x="719" y="3902"/>
                    <a:pt x="1" y="5747"/>
                    <a:pt x="1" y="7677"/>
                  </a:cubicBezTo>
                  <a:lnTo>
                    <a:pt x="1" y="10076"/>
                  </a:lnTo>
                  <a:cubicBezTo>
                    <a:pt x="1" y="11025"/>
                    <a:pt x="773" y="11798"/>
                    <a:pt x="1722" y="11798"/>
                  </a:cubicBezTo>
                  <a:lnTo>
                    <a:pt x="2679" y="11798"/>
                  </a:lnTo>
                  <a:cubicBezTo>
                    <a:pt x="3256" y="11798"/>
                    <a:pt x="3793" y="11511"/>
                    <a:pt x="4112" y="11030"/>
                  </a:cubicBezTo>
                  <a:lnTo>
                    <a:pt x="4800" y="9999"/>
                  </a:lnTo>
                  <a:lnTo>
                    <a:pt x="9597" y="9999"/>
                  </a:lnTo>
                  <a:cubicBezTo>
                    <a:pt x="11264" y="9999"/>
                    <a:pt x="12650" y="8772"/>
                    <a:pt x="12902" y="7175"/>
                  </a:cubicBezTo>
                  <a:cubicBezTo>
                    <a:pt x="14338" y="6924"/>
                    <a:pt x="15434" y="5668"/>
                    <a:pt x="15434" y="4162"/>
                  </a:cubicBezTo>
                  <a:cubicBezTo>
                    <a:pt x="15434" y="1868"/>
                    <a:pt x="13568" y="1"/>
                    <a:pt x="11274"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29" name="Google Shape;1229;p47">
              <a:extLst>
                <a:ext uri="{FF2B5EF4-FFF2-40B4-BE49-F238E27FC236}">
                  <a16:creationId xmlns:a16="http://schemas.microsoft.com/office/drawing/2014/main" id="{9CDDE381-E95B-3DCF-E0F8-A472224E5B3D}"/>
                </a:ext>
              </a:extLst>
            </p:cNvPr>
            <p:cNvSpPr/>
            <p:nvPr/>
          </p:nvSpPr>
          <p:spPr>
            <a:xfrm rot="-1002475">
              <a:off x="1625186" y="3048514"/>
              <a:ext cx="134822" cy="82453"/>
            </a:xfrm>
            <a:custGeom>
              <a:avLst/>
              <a:gdLst/>
              <a:ahLst/>
              <a:cxnLst/>
              <a:rect l="l" t="t" r="r" b="b"/>
              <a:pathLst>
                <a:path w="3406" h="2083" extrusionOk="0">
                  <a:moveTo>
                    <a:pt x="2760" y="1"/>
                  </a:moveTo>
                  <a:cubicBezTo>
                    <a:pt x="2547" y="1"/>
                    <a:pt x="2344" y="121"/>
                    <a:pt x="2247" y="325"/>
                  </a:cubicBezTo>
                  <a:cubicBezTo>
                    <a:pt x="2098" y="638"/>
                    <a:pt x="1822" y="830"/>
                    <a:pt x="1402" y="911"/>
                  </a:cubicBezTo>
                  <a:cubicBezTo>
                    <a:pt x="1247" y="940"/>
                    <a:pt x="1100" y="949"/>
                    <a:pt x="981" y="949"/>
                  </a:cubicBezTo>
                  <a:cubicBezTo>
                    <a:pt x="817" y="949"/>
                    <a:pt x="706" y="933"/>
                    <a:pt x="701" y="931"/>
                  </a:cubicBezTo>
                  <a:cubicBezTo>
                    <a:pt x="670" y="927"/>
                    <a:pt x="640" y="924"/>
                    <a:pt x="610" y="924"/>
                  </a:cubicBezTo>
                  <a:cubicBezTo>
                    <a:pt x="338" y="924"/>
                    <a:pt x="97" y="1121"/>
                    <a:pt x="51" y="1400"/>
                  </a:cubicBezTo>
                  <a:cubicBezTo>
                    <a:pt x="1" y="1708"/>
                    <a:pt x="210" y="2000"/>
                    <a:pt x="519" y="2050"/>
                  </a:cubicBezTo>
                  <a:cubicBezTo>
                    <a:pt x="549" y="2056"/>
                    <a:pt x="726" y="2083"/>
                    <a:pt x="980" y="2083"/>
                  </a:cubicBezTo>
                  <a:cubicBezTo>
                    <a:pt x="1150" y="2083"/>
                    <a:pt x="1354" y="2071"/>
                    <a:pt x="1573" y="2033"/>
                  </a:cubicBezTo>
                  <a:cubicBezTo>
                    <a:pt x="2373" y="1890"/>
                    <a:pt x="2959" y="1468"/>
                    <a:pt x="3272" y="811"/>
                  </a:cubicBezTo>
                  <a:cubicBezTo>
                    <a:pt x="3406" y="528"/>
                    <a:pt x="3285" y="190"/>
                    <a:pt x="3002" y="56"/>
                  </a:cubicBezTo>
                  <a:cubicBezTo>
                    <a:pt x="2924" y="19"/>
                    <a:pt x="2841" y="1"/>
                    <a:pt x="2760"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242" name="Google Shape;1242;p47">
            <a:extLst>
              <a:ext uri="{FF2B5EF4-FFF2-40B4-BE49-F238E27FC236}">
                <a16:creationId xmlns:a16="http://schemas.microsoft.com/office/drawing/2014/main" id="{040E2901-513F-4B82-63AD-473BF3702320}"/>
              </a:ext>
            </a:extLst>
          </p:cNvPr>
          <p:cNvSpPr/>
          <p:nvPr/>
        </p:nvSpPr>
        <p:spPr>
          <a:xfrm rot="-9388557">
            <a:off x="5248733" y="647732"/>
            <a:ext cx="112800" cy="112818"/>
          </a:xfrm>
          <a:custGeom>
            <a:avLst/>
            <a:gdLst/>
            <a:ahLst/>
            <a:cxnLst/>
            <a:rect l="l" t="t" r="r" b="b"/>
            <a:pathLst>
              <a:path w="6138" h="6139" extrusionOk="0">
                <a:moveTo>
                  <a:pt x="3069" y="0"/>
                </a:moveTo>
                <a:cubicBezTo>
                  <a:pt x="2625" y="513"/>
                  <a:pt x="2402" y="1024"/>
                  <a:pt x="2235" y="1535"/>
                </a:cubicBezTo>
                <a:cubicBezTo>
                  <a:pt x="2177" y="1722"/>
                  <a:pt x="2134" y="1909"/>
                  <a:pt x="2099" y="2097"/>
                </a:cubicBezTo>
                <a:cubicBezTo>
                  <a:pt x="1912" y="2131"/>
                  <a:pt x="1723" y="2173"/>
                  <a:pt x="1536" y="2233"/>
                </a:cubicBezTo>
                <a:cubicBezTo>
                  <a:pt x="1023" y="2398"/>
                  <a:pt x="512" y="2623"/>
                  <a:pt x="1" y="3070"/>
                </a:cubicBezTo>
                <a:cubicBezTo>
                  <a:pt x="512" y="3517"/>
                  <a:pt x="1023" y="3740"/>
                  <a:pt x="1536" y="3907"/>
                </a:cubicBezTo>
                <a:cubicBezTo>
                  <a:pt x="1722" y="3966"/>
                  <a:pt x="1909" y="4008"/>
                  <a:pt x="2096" y="4042"/>
                </a:cubicBezTo>
                <a:cubicBezTo>
                  <a:pt x="2132" y="4230"/>
                  <a:pt x="2173" y="4417"/>
                  <a:pt x="2232" y="4604"/>
                </a:cubicBezTo>
                <a:cubicBezTo>
                  <a:pt x="2399" y="5115"/>
                  <a:pt x="2622" y="5627"/>
                  <a:pt x="3069" y="6138"/>
                </a:cubicBezTo>
                <a:cubicBezTo>
                  <a:pt x="3517" y="5627"/>
                  <a:pt x="3741" y="5115"/>
                  <a:pt x="3906" y="4604"/>
                </a:cubicBezTo>
                <a:cubicBezTo>
                  <a:pt x="3966" y="4416"/>
                  <a:pt x="4008" y="4229"/>
                  <a:pt x="4042" y="4040"/>
                </a:cubicBezTo>
                <a:cubicBezTo>
                  <a:pt x="4230" y="4005"/>
                  <a:pt x="4416" y="3963"/>
                  <a:pt x="4604" y="3904"/>
                </a:cubicBezTo>
                <a:cubicBezTo>
                  <a:pt x="5115" y="3737"/>
                  <a:pt x="5626" y="3514"/>
                  <a:pt x="6138" y="3070"/>
                </a:cubicBezTo>
                <a:cubicBezTo>
                  <a:pt x="5626" y="2625"/>
                  <a:pt x="5115" y="2402"/>
                  <a:pt x="4604" y="2235"/>
                </a:cubicBezTo>
                <a:cubicBezTo>
                  <a:pt x="4416" y="2176"/>
                  <a:pt x="4228" y="2133"/>
                  <a:pt x="4040" y="2099"/>
                </a:cubicBezTo>
                <a:cubicBezTo>
                  <a:pt x="4005" y="1910"/>
                  <a:pt x="3963" y="1723"/>
                  <a:pt x="3904" y="1535"/>
                </a:cubicBezTo>
                <a:cubicBezTo>
                  <a:pt x="3738" y="1024"/>
                  <a:pt x="3514" y="513"/>
                  <a:pt x="3069"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 name="TextBox 3">
            <a:extLst>
              <a:ext uri="{FF2B5EF4-FFF2-40B4-BE49-F238E27FC236}">
                <a16:creationId xmlns:a16="http://schemas.microsoft.com/office/drawing/2014/main" id="{08CB7323-10E5-F328-B145-AA53F43A10BF}"/>
              </a:ext>
            </a:extLst>
          </p:cNvPr>
          <p:cNvSpPr txBox="1"/>
          <p:nvPr/>
        </p:nvSpPr>
        <p:spPr>
          <a:xfrm>
            <a:off x="1086384" y="479453"/>
            <a:ext cx="7180174" cy="523220"/>
          </a:xfrm>
          <a:prstGeom prst="rect">
            <a:avLst/>
          </a:prstGeom>
          <a:noFill/>
        </p:spPr>
        <p:txBody>
          <a:bodyPr wrap="square">
            <a:spAutoFit/>
          </a:bodyPr>
          <a:lstStyle/>
          <a:p>
            <a:pPr marL="0" marR="0" algn="ctr" rtl="0">
              <a:spcBef>
                <a:spcPts val="600"/>
              </a:spcBef>
              <a:spcAft>
                <a:spcPts val="600"/>
              </a:spcAft>
              <a:buNone/>
            </a:pPr>
            <a:r>
              <a:rPr lang="en-US" sz="2800" b="1" dirty="0">
                <a:latin typeface="ADLaM Display" panose="02010000000000000000" pitchFamily="2" charset="0"/>
                <a:ea typeface="ADLaM Display" panose="02010000000000000000" pitchFamily="2" charset="0"/>
                <a:cs typeface="ADLaM Display" panose="02010000000000000000" pitchFamily="2" charset="0"/>
              </a:rPr>
              <a:t>Treatment of R.A</a:t>
            </a:r>
            <a:endParaRPr lang="en-US" sz="2800" b="1" dirty="0">
              <a:effectLst/>
              <a:latin typeface="ADLaM Display" panose="02010000000000000000" pitchFamily="2" charset="0"/>
              <a:ea typeface="ADLaM Display" panose="02010000000000000000" pitchFamily="2" charset="0"/>
              <a:cs typeface="ADLaM Display" panose="02010000000000000000" pitchFamily="2" charset="0"/>
            </a:endParaRPr>
          </a:p>
        </p:txBody>
      </p:sp>
      <p:graphicFrame>
        <p:nvGraphicFramePr>
          <p:cNvPr id="3" name="Table 2">
            <a:extLst>
              <a:ext uri="{FF2B5EF4-FFF2-40B4-BE49-F238E27FC236}">
                <a16:creationId xmlns:a16="http://schemas.microsoft.com/office/drawing/2014/main" id="{7D8CAFF9-378D-95A7-73E9-08CBF8829586}"/>
              </a:ext>
            </a:extLst>
          </p:cNvPr>
          <p:cNvGraphicFramePr>
            <a:graphicFrameLocks noGrp="1"/>
          </p:cNvGraphicFramePr>
          <p:nvPr>
            <p:extLst>
              <p:ext uri="{D42A27DB-BD31-4B8C-83A1-F6EECF244321}">
                <p14:modId xmlns:p14="http://schemas.microsoft.com/office/powerpoint/2010/main" val="1798323005"/>
              </p:ext>
            </p:extLst>
          </p:nvPr>
        </p:nvGraphicFramePr>
        <p:xfrm>
          <a:off x="960048" y="1230750"/>
          <a:ext cx="7432845" cy="2471354"/>
        </p:xfrm>
        <a:graphic>
          <a:graphicData uri="http://schemas.openxmlformats.org/drawingml/2006/table">
            <a:tbl>
              <a:tblPr>
                <a:tableStyleId>{69C7853C-536D-4A76-A0AE-DD22124D55A5}</a:tableStyleId>
              </a:tblPr>
              <a:tblGrid>
                <a:gridCol w="2477615">
                  <a:extLst>
                    <a:ext uri="{9D8B030D-6E8A-4147-A177-3AD203B41FA5}">
                      <a16:colId xmlns:a16="http://schemas.microsoft.com/office/drawing/2014/main" val="3529108352"/>
                    </a:ext>
                  </a:extLst>
                </a:gridCol>
                <a:gridCol w="2477615">
                  <a:extLst>
                    <a:ext uri="{9D8B030D-6E8A-4147-A177-3AD203B41FA5}">
                      <a16:colId xmlns:a16="http://schemas.microsoft.com/office/drawing/2014/main" val="3926356873"/>
                    </a:ext>
                  </a:extLst>
                </a:gridCol>
                <a:gridCol w="2477615">
                  <a:extLst>
                    <a:ext uri="{9D8B030D-6E8A-4147-A177-3AD203B41FA5}">
                      <a16:colId xmlns:a16="http://schemas.microsoft.com/office/drawing/2014/main" val="4084043259"/>
                    </a:ext>
                  </a:extLst>
                </a:gridCol>
              </a:tblGrid>
              <a:tr h="1474080">
                <a:tc>
                  <a:txBody>
                    <a:bodyPr/>
                    <a:lstStyle/>
                    <a:p>
                      <a:pPr algn="ctr">
                        <a:buNone/>
                      </a:pPr>
                      <a:r>
                        <a:rPr lang="en-US" sz="2000" dirty="0">
                          <a:solidFill>
                            <a:schemeClr val="tx1"/>
                          </a:solidFill>
                          <a:latin typeface="Times New Roman" panose="02020603050405020304" pitchFamily="18" charset="0"/>
                          <a:cs typeface="Times New Roman" panose="02020603050405020304" pitchFamily="18" charset="0"/>
                        </a:rPr>
                        <a:t>NSAIDs</a:t>
                      </a:r>
                    </a:p>
                  </a:txBody>
                  <a:tcPr marL="50240" marR="50240" marT="25120" marB="25120" anchor="ctr"/>
                </a:tc>
                <a:tc>
                  <a:txBody>
                    <a:bodyPr/>
                    <a:lstStyle/>
                    <a:p>
                      <a:pPr algn="ctr">
                        <a:buNone/>
                      </a:pPr>
                      <a:r>
                        <a:rPr lang="en-US" sz="2000" dirty="0">
                          <a:solidFill>
                            <a:schemeClr val="tx1"/>
                          </a:solidFill>
                          <a:latin typeface="Times New Roman" panose="02020603050405020304" pitchFamily="18" charset="0"/>
                          <a:cs typeface="Times New Roman" panose="02020603050405020304" pitchFamily="18" charset="0"/>
                        </a:rPr>
                        <a:t>Symptomatic relief of pain &amp; inflammation (no effect on disease progression)</a:t>
                      </a:r>
                    </a:p>
                  </a:txBody>
                  <a:tcPr marL="50240" marR="50240" marT="25120" marB="25120" anchor="ctr"/>
                </a:tc>
                <a:tc>
                  <a:txBody>
                    <a:bodyPr/>
                    <a:lstStyle/>
                    <a:p>
                      <a:pPr algn="ctr">
                        <a:buNone/>
                      </a:pPr>
                      <a:r>
                        <a:rPr lang="en-US" sz="2000" dirty="0">
                          <a:solidFill>
                            <a:schemeClr val="tx1"/>
                          </a:solidFill>
                          <a:latin typeface="Times New Roman" panose="02020603050405020304" pitchFamily="18" charset="0"/>
                          <a:cs typeface="Times New Roman" panose="02020603050405020304" pitchFamily="18" charset="0"/>
                        </a:rPr>
                        <a:t>Ibuprofen</a:t>
                      </a:r>
                    </a:p>
                  </a:txBody>
                  <a:tcPr marL="50240" marR="50240" marT="25120" marB="25120" anchor="ctr"/>
                </a:tc>
                <a:extLst>
                  <a:ext uri="{0D108BD9-81ED-4DB2-BD59-A6C34878D82A}">
                    <a16:rowId xmlns:a16="http://schemas.microsoft.com/office/drawing/2014/main" val="2530578872"/>
                  </a:ext>
                </a:extLst>
              </a:tr>
              <a:tr h="997274">
                <a:tc>
                  <a:txBody>
                    <a:bodyPr/>
                    <a:lstStyle/>
                    <a:p>
                      <a:pPr algn="ctr">
                        <a:buNone/>
                      </a:pPr>
                      <a:r>
                        <a:rPr lang="en-US" sz="2000" b="1" u="sng" dirty="0">
                          <a:solidFill>
                            <a:schemeClr val="tx1"/>
                          </a:solidFill>
                          <a:latin typeface="Times New Roman" panose="02020603050405020304" pitchFamily="18" charset="0"/>
                          <a:cs typeface="Times New Roman" panose="02020603050405020304" pitchFamily="18" charset="0"/>
                        </a:rPr>
                        <a:t>Corticosteroids</a:t>
                      </a:r>
                    </a:p>
                  </a:txBody>
                  <a:tcPr marL="50240" marR="50240" marT="25120" marB="25120" anchor="ctr"/>
                </a:tc>
                <a:tc>
                  <a:txBody>
                    <a:bodyPr/>
                    <a:lstStyle/>
                    <a:p>
                      <a:pPr algn="ctr">
                        <a:buNone/>
                      </a:pPr>
                      <a:r>
                        <a:rPr lang="en-US" sz="2000" b="1" u="sng" dirty="0">
                          <a:solidFill>
                            <a:schemeClr val="tx1"/>
                          </a:solidFill>
                          <a:latin typeface="Times New Roman" panose="02020603050405020304" pitchFamily="18" charset="0"/>
                          <a:cs typeface="Times New Roman" panose="02020603050405020304" pitchFamily="18" charset="0"/>
                        </a:rPr>
                        <a:t>Rapid control of acute inflammation; bridge therapy</a:t>
                      </a:r>
                    </a:p>
                  </a:txBody>
                  <a:tcPr marL="50240" marR="50240" marT="25120" marB="25120" anchor="ctr"/>
                </a:tc>
                <a:tc>
                  <a:txBody>
                    <a:bodyPr/>
                    <a:lstStyle/>
                    <a:p>
                      <a:pPr algn="ctr">
                        <a:buNone/>
                      </a:pPr>
                      <a:r>
                        <a:rPr lang="en-US" sz="2000" b="1" u="sng" dirty="0">
                          <a:solidFill>
                            <a:schemeClr val="tx1"/>
                          </a:solidFill>
                          <a:latin typeface="Times New Roman" panose="02020603050405020304" pitchFamily="18" charset="0"/>
                          <a:cs typeface="Times New Roman" panose="02020603050405020304" pitchFamily="18" charset="0"/>
                        </a:rPr>
                        <a:t>Prednisolone</a:t>
                      </a:r>
                    </a:p>
                  </a:txBody>
                  <a:tcPr marL="50240" marR="50240" marT="25120" marB="25120" anchor="ctr"/>
                </a:tc>
                <a:extLst>
                  <a:ext uri="{0D108BD9-81ED-4DB2-BD59-A6C34878D82A}">
                    <a16:rowId xmlns:a16="http://schemas.microsoft.com/office/drawing/2014/main" val="1037008184"/>
                  </a:ext>
                </a:extLst>
              </a:tr>
            </a:tbl>
          </a:graphicData>
        </a:graphic>
      </p:graphicFrame>
    </p:spTree>
    <p:extLst>
      <p:ext uri="{BB962C8B-B14F-4D97-AF65-F5344CB8AC3E}">
        <p14:creationId xmlns:p14="http://schemas.microsoft.com/office/powerpoint/2010/main" val="113874989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220">
          <a:extLst>
            <a:ext uri="{FF2B5EF4-FFF2-40B4-BE49-F238E27FC236}">
              <a16:creationId xmlns:a16="http://schemas.microsoft.com/office/drawing/2014/main" id="{E2CE42B9-6F4D-4586-3202-FDA41B457C78}"/>
            </a:ext>
          </a:extLst>
        </p:cNvPr>
        <p:cNvGrpSpPr/>
        <p:nvPr/>
      </p:nvGrpSpPr>
      <p:grpSpPr>
        <a:xfrm>
          <a:off x="0" y="0"/>
          <a:ext cx="0" cy="0"/>
          <a:chOff x="0" y="0"/>
          <a:chExt cx="0" cy="0"/>
        </a:xfrm>
      </p:grpSpPr>
      <p:sp>
        <p:nvSpPr>
          <p:cNvPr id="1221" name="Google Shape;1221;p47">
            <a:extLst>
              <a:ext uri="{FF2B5EF4-FFF2-40B4-BE49-F238E27FC236}">
                <a16:creationId xmlns:a16="http://schemas.microsoft.com/office/drawing/2014/main" id="{EE6BA200-E928-A429-D5EE-F280FEF3D07E}"/>
              </a:ext>
            </a:extLst>
          </p:cNvPr>
          <p:cNvSpPr txBox="1">
            <a:spLocks noGrp="1"/>
          </p:cNvSpPr>
          <p:nvPr>
            <p:ph type="title"/>
          </p:nvPr>
        </p:nvSpPr>
        <p:spPr>
          <a:xfrm>
            <a:off x="532584" y="1673856"/>
            <a:ext cx="8221761" cy="2529300"/>
          </a:xfrm>
          <a:prstGeom prst="rect">
            <a:avLst/>
          </a:prstGeom>
        </p:spPr>
        <p:txBody>
          <a:bodyPr spcFirstLastPara="1" wrap="square" lIns="91425" tIns="91425" rIns="91425" bIns="91425" anchor="ctr" anchorCtr="0">
            <a:noAutofit/>
          </a:bodyPr>
          <a:lstStyle/>
          <a:p>
            <a:pPr algn="l">
              <a:lnSpc>
                <a:spcPct val="100000"/>
              </a:lnSpc>
            </a:pPr>
            <a:r>
              <a:rPr lang="en-US" sz="1800" dirty="0">
                <a:latin typeface="Fredoka One" panose="02000000000000000000" pitchFamily="2" charset="0"/>
                <a:ea typeface="ADLaM Display" panose="02010000000000000000" pitchFamily="2" charset="0"/>
                <a:cs typeface="ADLaM Display" panose="02010000000000000000" pitchFamily="2" charset="0"/>
              </a:rPr>
              <a:t>Glucocorticoids are potent anti-inflammatory and immunosuppressive agents that play several critical</a:t>
            </a:r>
            <a:r>
              <a:rPr lang="en-US" sz="1800" u="sng" dirty="0">
                <a:latin typeface="Fredoka One" panose="02000000000000000000" pitchFamily="2" charset="0"/>
                <a:ea typeface="ADLaM Display" panose="02010000000000000000" pitchFamily="2" charset="0"/>
                <a:cs typeface="ADLaM Display" panose="02010000000000000000" pitchFamily="2" charset="0"/>
              </a:rPr>
              <a:t>, but typically temporary</a:t>
            </a:r>
            <a:r>
              <a:rPr lang="en-US" sz="1800" dirty="0">
                <a:latin typeface="Fredoka One" panose="02000000000000000000" pitchFamily="2" charset="0"/>
                <a:ea typeface="ADLaM Display" panose="02010000000000000000" pitchFamily="2" charset="0"/>
                <a:cs typeface="ADLaM Display" panose="02010000000000000000" pitchFamily="2" charset="0"/>
              </a:rPr>
              <a:t>, roles in RA management:</a:t>
            </a:r>
            <a:br>
              <a:rPr lang="en-US" sz="1800" dirty="0">
                <a:latin typeface="Fredoka One" panose="02000000000000000000" pitchFamily="2" charset="0"/>
                <a:ea typeface="ADLaM Display" panose="02010000000000000000" pitchFamily="2" charset="0"/>
                <a:cs typeface="ADLaM Display" panose="02010000000000000000" pitchFamily="2" charset="0"/>
              </a:rPr>
            </a:br>
            <a:br>
              <a:rPr lang="en-US" sz="1800" dirty="0">
                <a:latin typeface="Fredoka One" panose="02000000000000000000" pitchFamily="2" charset="0"/>
                <a:ea typeface="ADLaM Display" panose="02010000000000000000" pitchFamily="2" charset="0"/>
                <a:cs typeface="ADLaM Display" panose="02010000000000000000" pitchFamily="2" charset="0"/>
              </a:rPr>
            </a:br>
            <a:r>
              <a:rPr lang="en-US" sz="1800" dirty="0">
                <a:latin typeface="Fredoka One" panose="02000000000000000000" pitchFamily="2" charset="0"/>
                <a:ea typeface="ADLaM Display" panose="02010000000000000000" pitchFamily="2" charset="0"/>
                <a:cs typeface="ADLaM Display" panose="02010000000000000000" pitchFamily="2" charset="0"/>
              </a:rPr>
              <a:t>"Bridge" Therapy: This is their primary role. When a patient is started on a slow-acting DMARD (like methotrexate), which can take weeks or months to become fully effective.</a:t>
            </a:r>
            <a:br>
              <a:rPr lang="en-US" sz="1800" dirty="0">
                <a:latin typeface="Fredoka One" panose="02000000000000000000" pitchFamily="2" charset="0"/>
                <a:ea typeface="ADLaM Display" panose="02010000000000000000" pitchFamily="2" charset="0"/>
                <a:cs typeface="ADLaM Display" panose="02010000000000000000" pitchFamily="2" charset="0"/>
              </a:rPr>
            </a:br>
            <a:br>
              <a:rPr lang="en-US" sz="1800" dirty="0">
                <a:latin typeface="Fredoka One" panose="02000000000000000000" pitchFamily="2" charset="0"/>
                <a:ea typeface="ADLaM Display" panose="02010000000000000000" pitchFamily="2" charset="0"/>
                <a:cs typeface="ADLaM Display" panose="02010000000000000000" pitchFamily="2" charset="0"/>
              </a:rPr>
            </a:br>
            <a:r>
              <a:rPr lang="en-US" sz="1800" dirty="0">
                <a:latin typeface="Fredoka One" panose="02000000000000000000" pitchFamily="2" charset="0"/>
                <a:ea typeface="ADLaM Display" panose="02010000000000000000" pitchFamily="2" charset="0"/>
                <a:cs typeface="ADLaM Display" panose="02010000000000000000" pitchFamily="2" charset="0"/>
              </a:rPr>
              <a:t> Glucocorticoids provide rapid relief from pain, swelling, and stiffness. They "bridge" the patient until the DMARD starts working.</a:t>
            </a:r>
            <a:br>
              <a:rPr lang="en-US" sz="1800" dirty="0">
                <a:latin typeface="Fredoka One" panose="02000000000000000000" pitchFamily="2" charset="0"/>
                <a:ea typeface="ADLaM Display" panose="02010000000000000000" pitchFamily="2" charset="0"/>
                <a:cs typeface="ADLaM Display" panose="02010000000000000000" pitchFamily="2" charset="0"/>
              </a:rPr>
            </a:br>
            <a:br>
              <a:rPr lang="en-US" sz="1800" dirty="0">
                <a:latin typeface="Fredoka One" panose="02000000000000000000" pitchFamily="2" charset="0"/>
                <a:ea typeface="ADLaM Display" panose="02010000000000000000" pitchFamily="2" charset="0"/>
                <a:cs typeface="ADLaM Display" panose="02010000000000000000" pitchFamily="2" charset="0"/>
              </a:rPr>
            </a:br>
            <a:endParaRPr sz="1800" dirty="0">
              <a:latin typeface="Fredoka One" panose="02000000000000000000" pitchFamily="2" charset="0"/>
              <a:ea typeface="ADLaM Display" panose="02010000000000000000" pitchFamily="2" charset="0"/>
              <a:cs typeface="ADLaM Display" panose="02010000000000000000" pitchFamily="2" charset="0"/>
            </a:endParaRPr>
          </a:p>
        </p:txBody>
      </p:sp>
      <p:grpSp>
        <p:nvGrpSpPr>
          <p:cNvPr id="1222" name="Google Shape;1222;p47">
            <a:extLst>
              <a:ext uri="{FF2B5EF4-FFF2-40B4-BE49-F238E27FC236}">
                <a16:creationId xmlns:a16="http://schemas.microsoft.com/office/drawing/2014/main" id="{1519CB3F-7799-7644-0920-F5CD68978AD4}"/>
              </a:ext>
            </a:extLst>
          </p:cNvPr>
          <p:cNvGrpSpPr/>
          <p:nvPr/>
        </p:nvGrpSpPr>
        <p:grpSpPr>
          <a:xfrm>
            <a:off x="275849" y="358731"/>
            <a:ext cx="623693" cy="542353"/>
            <a:chOff x="1082169" y="2497002"/>
            <a:chExt cx="1663996" cy="1720378"/>
          </a:xfrm>
        </p:grpSpPr>
        <p:sp>
          <p:nvSpPr>
            <p:cNvPr id="1223" name="Google Shape;1223;p47">
              <a:extLst>
                <a:ext uri="{FF2B5EF4-FFF2-40B4-BE49-F238E27FC236}">
                  <a16:creationId xmlns:a16="http://schemas.microsoft.com/office/drawing/2014/main" id="{AE168E0A-F28B-8854-B879-4491F047DF51}"/>
                </a:ext>
              </a:extLst>
            </p:cNvPr>
            <p:cNvSpPr/>
            <p:nvPr/>
          </p:nvSpPr>
          <p:spPr>
            <a:xfrm rot="-1002475">
              <a:off x="1255753" y="2656719"/>
              <a:ext cx="1316828" cy="1400943"/>
            </a:xfrm>
            <a:custGeom>
              <a:avLst/>
              <a:gdLst/>
              <a:ahLst/>
              <a:cxnLst/>
              <a:rect l="l" t="t" r="r" b="b"/>
              <a:pathLst>
                <a:path w="33267" h="35392" extrusionOk="0">
                  <a:moveTo>
                    <a:pt x="16501" y="1"/>
                  </a:moveTo>
                  <a:cubicBezTo>
                    <a:pt x="15873" y="110"/>
                    <a:pt x="14762" y="293"/>
                    <a:pt x="14762" y="293"/>
                  </a:cubicBezTo>
                  <a:cubicBezTo>
                    <a:pt x="12749" y="761"/>
                    <a:pt x="10902" y="1778"/>
                    <a:pt x="9405" y="3270"/>
                  </a:cubicBezTo>
                  <a:cubicBezTo>
                    <a:pt x="7289" y="5379"/>
                    <a:pt x="6118" y="8189"/>
                    <a:pt x="6108" y="11183"/>
                  </a:cubicBezTo>
                  <a:cubicBezTo>
                    <a:pt x="6102" y="13317"/>
                    <a:pt x="6696" y="15394"/>
                    <a:pt x="7829" y="17192"/>
                  </a:cubicBezTo>
                  <a:cubicBezTo>
                    <a:pt x="8647" y="18490"/>
                    <a:pt x="9079" y="19998"/>
                    <a:pt x="9079" y="21552"/>
                  </a:cubicBezTo>
                  <a:lnTo>
                    <a:pt x="9079" y="24669"/>
                  </a:lnTo>
                  <a:lnTo>
                    <a:pt x="9118" y="25929"/>
                  </a:lnTo>
                  <a:lnTo>
                    <a:pt x="9079" y="26273"/>
                  </a:lnTo>
                  <a:lnTo>
                    <a:pt x="9079" y="28907"/>
                  </a:lnTo>
                  <a:cubicBezTo>
                    <a:pt x="9079" y="29271"/>
                    <a:pt x="8783" y="29566"/>
                    <a:pt x="8418" y="29566"/>
                  </a:cubicBezTo>
                  <a:lnTo>
                    <a:pt x="5260" y="29566"/>
                  </a:lnTo>
                  <a:cubicBezTo>
                    <a:pt x="2360" y="29566"/>
                    <a:pt x="1" y="31925"/>
                    <a:pt x="1" y="34825"/>
                  </a:cubicBezTo>
                  <a:cubicBezTo>
                    <a:pt x="1" y="35137"/>
                    <a:pt x="254" y="35392"/>
                    <a:pt x="568" y="35392"/>
                  </a:cubicBezTo>
                  <a:cubicBezTo>
                    <a:pt x="881" y="35392"/>
                    <a:pt x="1134" y="35137"/>
                    <a:pt x="1134" y="34825"/>
                  </a:cubicBezTo>
                  <a:lnTo>
                    <a:pt x="1134" y="34824"/>
                  </a:lnTo>
                  <a:lnTo>
                    <a:pt x="32132" y="34824"/>
                  </a:lnTo>
                  <a:cubicBezTo>
                    <a:pt x="32132" y="35137"/>
                    <a:pt x="32386" y="35392"/>
                    <a:pt x="32700" y="35392"/>
                  </a:cubicBezTo>
                  <a:cubicBezTo>
                    <a:pt x="33012" y="35392"/>
                    <a:pt x="33266" y="35137"/>
                    <a:pt x="33266" y="34824"/>
                  </a:cubicBezTo>
                  <a:cubicBezTo>
                    <a:pt x="33266" y="33420"/>
                    <a:pt x="32719" y="32099"/>
                    <a:pt x="31726" y="31107"/>
                  </a:cubicBezTo>
                  <a:cubicBezTo>
                    <a:pt x="30734" y="30114"/>
                    <a:pt x="29413" y="29567"/>
                    <a:pt x="28007" y="29567"/>
                  </a:cubicBezTo>
                  <a:lnTo>
                    <a:pt x="20189" y="29567"/>
                  </a:lnTo>
                  <a:cubicBezTo>
                    <a:pt x="19825" y="29567"/>
                    <a:pt x="19528" y="29271"/>
                    <a:pt x="19528" y="28907"/>
                  </a:cubicBezTo>
                  <a:lnTo>
                    <a:pt x="19528" y="25916"/>
                  </a:lnTo>
                  <a:cubicBezTo>
                    <a:pt x="19528" y="25553"/>
                    <a:pt x="19825" y="25256"/>
                    <a:pt x="20189" y="25256"/>
                  </a:cubicBezTo>
                  <a:cubicBezTo>
                    <a:pt x="20502" y="25256"/>
                    <a:pt x="20756" y="25003"/>
                    <a:pt x="20756" y="24689"/>
                  </a:cubicBezTo>
                  <a:lnTo>
                    <a:pt x="22273" y="24689"/>
                  </a:lnTo>
                  <a:cubicBezTo>
                    <a:pt x="22273" y="25003"/>
                    <a:pt x="22527" y="25256"/>
                    <a:pt x="22840" y="25256"/>
                  </a:cubicBezTo>
                  <a:lnTo>
                    <a:pt x="24457" y="25256"/>
                  </a:lnTo>
                  <a:cubicBezTo>
                    <a:pt x="26005" y="25256"/>
                    <a:pt x="27282" y="24094"/>
                    <a:pt x="27428" y="22553"/>
                  </a:cubicBezTo>
                  <a:lnTo>
                    <a:pt x="27777" y="18874"/>
                  </a:lnTo>
                  <a:lnTo>
                    <a:pt x="28243" y="18874"/>
                  </a:lnTo>
                  <a:cubicBezTo>
                    <a:pt x="28800" y="18874"/>
                    <a:pt x="29307" y="18590"/>
                    <a:pt x="29600" y="18115"/>
                  </a:cubicBezTo>
                  <a:cubicBezTo>
                    <a:pt x="29891" y="17639"/>
                    <a:pt x="29914" y="17059"/>
                    <a:pt x="29663" y="16563"/>
                  </a:cubicBezTo>
                  <a:lnTo>
                    <a:pt x="28544" y="14356"/>
                  </a:lnTo>
                  <a:lnTo>
                    <a:pt x="28546" y="11219"/>
                  </a:lnTo>
                  <a:cubicBezTo>
                    <a:pt x="28546" y="5964"/>
                    <a:pt x="24928" y="1470"/>
                    <a:pt x="20024" y="330"/>
                  </a:cubicBezTo>
                  <a:cubicBezTo>
                    <a:pt x="18622" y="4"/>
                    <a:pt x="19051" y="233"/>
                    <a:pt x="18416" y="58"/>
                  </a:cubicBezTo>
                  <a:cubicBezTo>
                    <a:pt x="18414" y="58"/>
                    <a:pt x="18412" y="59"/>
                    <a:pt x="18409" y="59"/>
                  </a:cubicBezTo>
                  <a:cubicBezTo>
                    <a:pt x="18347" y="59"/>
                    <a:pt x="18049" y="1"/>
                    <a:pt x="18007" y="1"/>
                  </a:cubicBezTo>
                  <a:close/>
                </a:path>
              </a:pathLst>
            </a:custGeom>
            <a:solidFill>
              <a:schemeClr val="accent2"/>
            </a:solidFill>
            <a:ln w="114300" cap="flat" cmpd="sng">
              <a:solidFill>
                <a:schemeClr val="accent2"/>
              </a:solidFill>
              <a:prstDash val="solid"/>
              <a:round/>
              <a:headEnd type="none" w="sm" len="sm"/>
              <a:tailEnd type="none" w="sm" len="sm"/>
            </a:ln>
            <a:effectLst>
              <a:outerShdw dist="76200" dir="1800000" algn="bl" rotWithShape="0">
                <a:schemeClr val="lt2"/>
              </a:outerShdw>
            </a:effectLst>
          </p:spPr>
          <p:txBody>
            <a:bodyPr spcFirstLastPara="1" wrap="square" lIns="91425" tIns="91425" rIns="91425" bIns="91425" anchor="ctr" anchorCtr="0">
              <a:noAutofit/>
            </a:bodyPr>
            <a:lstStyle/>
            <a:p>
              <a:pPr marL="0" marR="0" lvl="0" indent="0" algn="l" rtl="0">
                <a:lnSpc>
                  <a:spcPct val="100000"/>
                </a:lnSpc>
                <a:spcBef>
                  <a:spcPts val="0"/>
                </a:spcBef>
                <a:spcAft>
                  <a:spcPts val="0"/>
                </a:spcAft>
                <a:buNone/>
              </a:pPr>
              <a:endParaRPr/>
            </a:p>
          </p:txBody>
        </p:sp>
        <p:sp>
          <p:nvSpPr>
            <p:cNvPr id="1224" name="Google Shape;1224;p47">
              <a:extLst>
                <a:ext uri="{FF2B5EF4-FFF2-40B4-BE49-F238E27FC236}">
                  <a16:creationId xmlns:a16="http://schemas.microsoft.com/office/drawing/2014/main" id="{70054067-ECC0-169E-0758-28996254FB4A}"/>
                </a:ext>
              </a:extLst>
            </p:cNvPr>
            <p:cNvSpPr/>
            <p:nvPr/>
          </p:nvSpPr>
          <p:spPr>
            <a:xfrm rot="-1002475">
              <a:off x="1278198" y="2679168"/>
              <a:ext cx="1271901" cy="1356055"/>
            </a:xfrm>
            <a:custGeom>
              <a:avLst/>
              <a:gdLst/>
              <a:ahLst/>
              <a:cxnLst/>
              <a:rect l="l" t="t" r="r" b="b"/>
              <a:pathLst>
                <a:path w="32132" h="34258" extrusionOk="0">
                  <a:moveTo>
                    <a:pt x="16761" y="0"/>
                  </a:moveTo>
                  <a:cubicBezTo>
                    <a:pt x="10884" y="0"/>
                    <a:pt x="6127" y="4741"/>
                    <a:pt x="6108" y="10618"/>
                  </a:cubicBezTo>
                  <a:cubicBezTo>
                    <a:pt x="6102" y="12715"/>
                    <a:pt x="6701" y="14672"/>
                    <a:pt x="7741" y="16323"/>
                  </a:cubicBezTo>
                  <a:cubicBezTo>
                    <a:pt x="8620" y="17718"/>
                    <a:pt x="9079" y="19337"/>
                    <a:pt x="9079" y="20986"/>
                  </a:cubicBezTo>
                  <a:lnTo>
                    <a:pt x="9079" y="28340"/>
                  </a:lnTo>
                  <a:cubicBezTo>
                    <a:pt x="9079" y="29017"/>
                    <a:pt x="8529" y="29567"/>
                    <a:pt x="7851" y="29567"/>
                  </a:cubicBezTo>
                  <a:lnTo>
                    <a:pt x="4693" y="29567"/>
                  </a:lnTo>
                  <a:cubicBezTo>
                    <a:pt x="2101" y="29567"/>
                    <a:pt x="1" y="31667"/>
                    <a:pt x="1" y="34258"/>
                  </a:cubicBezTo>
                  <a:lnTo>
                    <a:pt x="32131" y="34258"/>
                  </a:lnTo>
                  <a:cubicBezTo>
                    <a:pt x="32131" y="31667"/>
                    <a:pt x="30032" y="29567"/>
                    <a:pt x="27440" y="29567"/>
                  </a:cubicBezTo>
                  <a:lnTo>
                    <a:pt x="19622" y="29567"/>
                  </a:lnTo>
                  <a:cubicBezTo>
                    <a:pt x="18944" y="29567"/>
                    <a:pt x="18395" y="29017"/>
                    <a:pt x="18395" y="28339"/>
                  </a:cubicBezTo>
                  <a:lnTo>
                    <a:pt x="18395" y="25349"/>
                  </a:lnTo>
                  <a:cubicBezTo>
                    <a:pt x="18395" y="24671"/>
                    <a:pt x="18944" y="24122"/>
                    <a:pt x="19622" y="24122"/>
                  </a:cubicBezTo>
                  <a:lnTo>
                    <a:pt x="23890" y="24122"/>
                  </a:lnTo>
                  <a:cubicBezTo>
                    <a:pt x="25137" y="24122"/>
                    <a:pt x="26179" y="23174"/>
                    <a:pt x="26297" y="21933"/>
                  </a:cubicBezTo>
                  <a:lnTo>
                    <a:pt x="26694" y="17739"/>
                  </a:lnTo>
                  <a:lnTo>
                    <a:pt x="27676" y="17739"/>
                  </a:lnTo>
                  <a:cubicBezTo>
                    <a:pt x="28440" y="17739"/>
                    <a:pt x="28935" y="16934"/>
                    <a:pt x="28590" y="16252"/>
                  </a:cubicBezTo>
                  <a:lnTo>
                    <a:pt x="27410" y="13924"/>
                  </a:lnTo>
                  <a:lnTo>
                    <a:pt x="27412" y="10652"/>
                  </a:lnTo>
                  <a:cubicBezTo>
                    <a:pt x="27412" y="4770"/>
                    <a:pt x="22643" y="1"/>
                    <a:pt x="16761"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25" name="Google Shape;1225;p47">
              <a:extLst>
                <a:ext uri="{FF2B5EF4-FFF2-40B4-BE49-F238E27FC236}">
                  <a16:creationId xmlns:a16="http://schemas.microsoft.com/office/drawing/2014/main" id="{E18A794B-5A47-9CE6-3021-9C6F3C8A3154}"/>
                </a:ext>
              </a:extLst>
            </p:cNvPr>
            <p:cNvSpPr/>
            <p:nvPr/>
          </p:nvSpPr>
          <p:spPr>
            <a:xfrm rot="-1002475">
              <a:off x="1517787" y="2809192"/>
              <a:ext cx="566046" cy="422120"/>
            </a:xfrm>
            <a:custGeom>
              <a:avLst/>
              <a:gdLst/>
              <a:ahLst/>
              <a:cxnLst/>
              <a:rect l="l" t="t" r="r" b="b"/>
              <a:pathLst>
                <a:path w="14300" h="10664" extrusionOk="0">
                  <a:moveTo>
                    <a:pt x="7108" y="1"/>
                  </a:moveTo>
                  <a:cubicBezTo>
                    <a:pt x="3183" y="1"/>
                    <a:pt x="0" y="3182"/>
                    <a:pt x="0" y="7109"/>
                  </a:cubicBezTo>
                  <a:lnTo>
                    <a:pt x="0" y="9508"/>
                  </a:lnTo>
                  <a:cubicBezTo>
                    <a:pt x="0" y="10145"/>
                    <a:pt x="517" y="10663"/>
                    <a:pt x="1156" y="10663"/>
                  </a:cubicBezTo>
                  <a:lnTo>
                    <a:pt x="2112" y="10663"/>
                  </a:lnTo>
                  <a:cubicBezTo>
                    <a:pt x="2499" y="10663"/>
                    <a:pt x="2860" y="10469"/>
                    <a:pt x="3074" y="10148"/>
                  </a:cubicBezTo>
                  <a:lnTo>
                    <a:pt x="3929" y="8864"/>
                  </a:lnTo>
                  <a:lnTo>
                    <a:pt x="9030" y="8864"/>
                  </a:lnTo>
                  <a:cubicBezTo>
                    <a:pt x="10564" y="8864"/>
                    <a:pt x="11809" y="7620"/>
                    <a:pt x="11809" y="6085"/>
                  </a:cubicBezTo>
                  <a:cubicBezTo>
                    <a:pt x="13184" y="6085"/>
                    <a:pt x="14300" y="4969"/>
                    <a:pt x="14300" y="3594"/>
                  </a:cubicBezTo>
                  <a:cubicBezTo>
                    <a:pt x="14300" y="1609"/>
                    <a:pt x="12691" y="1"/>
                    <a:pt x="10707"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26" name="Google Shape;1226;p47">
              <a:extLst>
                <a:ext uri="{FF2B5EF4-FFF2-40B4-BE49-F238E27FC236}">
                  <a16:creationId xmlns:a16="http://schemas.microsoft.com/office/drawing/2014/main" id="{A515E86C-D795-FFEF-EF5E-D73F4B63764F}"/>
                </a:ext>
              </a:extLst>
            </p:cNvPr>
            <p:cNvSpPr/>
            <p:nvPr/>
          </p:nvSpPr>
          <p:spPr>
            <a:xfrm rot="-1002475">
              <a:off x="2105720" y="3486731"/>
              <a:ext cx="588727" cy="446107"/>
            </a:xfrm>
            <a:custGeom>
              <a:avLst/>
              <a:gdLst/>
              <a:ahLst/>
              <a:cxnLst/>
              <a:rect l="l" t="t" r="r" b="b"/>
              <a:pathLst>
                <a:path w="14873" h="11270" extrusionOk="0">
                  <a:moveTo>
                    <a:pt x="1795" y="1"/>
                  </a:moveTo>
                  <a:cubicBezTo>
                    <a:pt x="805" y="1"/>
                    <a:pt x="1" y="805"/>
                    <a:pt x="1" y="1794"/>
                  </a:cubicBezTo>
                  <a:lnTo>
                    <a:pt x="1" y="4785"/>
                  </a:lnTo>
                  <a:cubicBezTo>
                    <a:pt x="1" y="5774"/>
                    <a:pt x="805" y="6578"/>
                    <a:pt x="1795" y="6578"/>
                  </a:cubicBezTo>
                  <a:lnTo>
                    <a:pt x="9613" y="6578"/>
                  </a:lnTo>
                  <a:cubicBezTo>
                    <a:pt x="10716" y="6578"/>
                    <a:pt x="11751" y="7008"/>
                    <a:pt x="12531" y="7787"/>
                  </a:cubicBezTo>
                  <a:cubicBezTo>
                    <a:pt x="13309" y="8565"/>
                    <a:pt x="13739" y="9601"/>
                    <a:pt x="13739" y="10703"/>
                  </a:cubicBezTo>
                  <a:cubicBezTo>
                    <a:pt x="13739" y="11016"/>
                    <a:pt x="13992" y="11270"/>
                    <a:pt x="14306" y="11270"/>
                  </a:cubicBezTo>
                  <a:cubicBezTo>
                    <a:pt x="14619" y="11270"/>
                    <a:pt x="14872" y="11016"/>
                    <a:pt x="14872" y="10703"/>
                  </a:cubicBezTo>
                  <a:cubicBezTo>
                    <a:pt x="14872" y="9297"/>
                    <a:pt x="14325" y="7977"/>
                    <a:pt x="13332" y="6985"/>
                  </a:cubicBezTo>
                  <a:cubicBezTo>
                    <a:pt x="12339" y="5992"/>
                    <a:pt x="11019" y="5445"/>
                    <a:pt x="9613" y="5445"/>
                  </a:cubicBezTo>
                  <a:lnTo>
                    <a:pt x="1795" y="5445"/>
                  </a:lnTo>
                  <a:cubicBezTo>
                    <a:pt x="1431" y="5445"/>
                    <a:pt x="1134" y="5149"/>
                    <a:pt x="1134" y="4785"/>
                  </a:cubicBezTo>
                  <a:lnTo>
                    <a:pt x="1134" y="1794"/>
                  </a:lnTo>
                  <a:cubicBezTo>
                    <a:pt x="1134" y="1431"/>
                    <a:pt x="1431" y="1134"/>
                    <a:pt x="1795" y="1134"/>
                  </a:cubicBezTo>
                  <a:cubicBezTo>
                    <a:pt x="2108" y="1134"/>
                    <a:pt x="2362" y="881"/>
                    <a:pt x="2362" y="567"/>
                  </a:cubicBezTo>
                  <a:cubicBezTo>
                    <a:pt x="2362" y="254"/>
                    <a:pt x="2108" y="1"/>
                    <a:pt x="179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27" name="Google Shape;1227;p47">
              <a:extLst>
                <a:ext uri="{FF2B5EF4-FFF2-40B4-BE49-F238E27FC236}">
                  <a16:creationId xmlns:a16="http://schemas.microsoft.com/office/drawing/2014/main" id="{3824B960-ADA7-7318-12AA-13C233F8B39B}"/>
                </a:ext>
              </a:extLst>
            </p:cNvPr>
            <p:cNvSpPr/>
            <p:nvPr/>
          </p:nvSpPr>
          <p:spPr>
            <a:xfrm rot="-1002475">
              <a:off x="1258555" y="2675798"/>
              <a:ext cx="1184104" cy="1400943"/>
            </a:xfrm>
            <a:custGeom>
              <a:avLst/>
              <a:gdLst/>
              <a:ahLst/>
              <a:cxnLst/>
              <a:rect l="l" t="t" r="r" b="b"/>
              <a:pathLst>
                <a:path w="29914" h="35392" extrusionOk="0">
                  <a:moveTo>
                    <a:pt x="16501" y="1"/>
                  </a:moveTo>
                  <a:cubicBezTo>
                    <a:pt x="15873" y="110"/>
                    <a:pt x="14762" y="294"/>
                    <a:pt x="14760" y="294"/>
                  </a:cubicBezTo>
                  <a:cubicBezTo>
                    <a:pt x="12748" y="761"/>
                    <a:pt x="10901" y="1778"/>
                    <a:pt x="9404" y="3270"/>
                  </a:cubicBezTo>
                  <a:cubicBezTo>
                    <a:pt x="7288" y="5380"/>
                    <a:pt x="6118" y="8190"/>
                    <a:pt x="6108" y="11184"/>
                  </a:cubicBezTo>
                  <a:cubicBezTo>
                    <a:pt x="6101" y="13318"/>
                    <a:pt x="6696" y="15395"/>
                    <a:pt x="7829" y="17192"/>
                  </a:cubicBezTo>
                  <a:cubicBezTo>
                    <a:pt x="8647" y="18491"/>
                    <a:pt x="9078" y="19998"/>
                    <a:pt x="9078" y="21553"/>
                  </a:cubicBezTo>
                  <a:lnTo>
                    <a:pt x="9078" y="24671"/>
                  </a:lnTo>
                  <a:lnTo>
                    <a:pt x="9117" y="25929"/>
                  </a:lnTo>
                  <a:lnTo>
                    <a:pt x="9078" y="26273"/>
                  </a:lnTo>
                  <a:lnTo>
                    <a:pt x="9078" y="28907"/>
                  </a:lnTo>
                  <a:cubicBezTo>
                    <a:pt x="9078" y="29271"/>
                    <a:pt x="8783" y="29567"/>
                    <a:pt x="8418" y="29567"/>
                  </a:cubicBezTo>
                  <a:lnTo>
                    <a:pt x="5259" y="29567"/>
                  </a:lnTo>
                  <a:cubicBezTo>
                    <a:pt x="2359" y="29567"/>
                    <a:pt x="1" y="31926"/>
                    <a:pt x="1" y="34825"/>
                  </a:cubicBezTo>
                  <a:cubicBezTo>
                    <a:pt x="1" y="35138"/>
                    <a:pt x="254" y="35392"/>
                    <a:pt x="568" y="35392"/>
                  </a:cubicBezTo>
                  <a:cubicBezTo>
                    <a:pt x="881" y="35392"/>
                    <a:pt x="1134" y="35138"/>
                    <a:pt x="1134" y="34825"/>
                  </a:cubicBezTo>
                  <a:cubicBezTo>
                    <a:pt x="1134" y="32551"/>
                    <a:pt x="2984" y="30700"/>
                    <a:pt x="5259" y="30700"/>
                  </a:cubicBezTo>
                  <a:lnTo>
                    <a:pt x="8418" y="30700"/>
                  </a:lnTo>
                  <a:cubicBezTo>
                    <a:pt x="9407" y="30700"/>
                    <a:pt x="10213" y="29896"/>
                    <a:pt x="10213" y="28907"/>
                  </a:cubicBezTo>
                  <a:lnTo>
                    <a:pt x="10213" y="27408"/>
                  </a:lnTo>
                  <a:lnTo>
                    <a:pt x="10213" y="25804"/>
                  </a:lnTo>
                  <a:lnTo>
                    <a:pt x="10213" y="21553"/>
                  </a:lnTo>
                  <a:cubicBezTo>
                    <a:pt x="10213" y="19785"/>
                    <a:pt x="9719" y="18068"/>
                    <a:pt x="8787" y="16587"/>
                  </a:cubicBezTo>
                  <a:cubicBezTo>
                    <a:pt x="7770" y="14973"/>
                    <a:pt x="7236" y="13105"/>
                    <a:pt x="7242" y="11187"/>
                  </a:cubicBezTo>
                  <a:cubicBezTo>
                    <a:pt x="7250" y="8496"/>
                    <a:pt x="8303" y="5970"/>
                    <a:pt x="10204" y="4074"/>
                  </a:cubicBezTo>
                  <a:cubicBezTo>
                    <a:pt x="12105" y="2181"/>
                    <a:pt x="14630" y="1137"/>
                    <a:pt x="17318" y="1134"/>
                  </a:cubicBezTo>
                  <a:lnTo>
                    <a:pt x="17337" y="1134"/>
                  </a:lnTo>
                  <a:cubicBezTo>
                    <a:pt x="22893" y="1140"/>
                    <a:pt x="27411" y="5662"/>
                    <a:pt x="27411" y="11219"/>
                  </a:cubicBezTo>
                  <a:lnTo>
                    <a:pt x="27409" y="14491"/>
                  </a:lnTo>
                  <a:cubicBezTo>
                    <a:pt x="27409" y="14580"/>
                    <a:pt x="27430" y="14668"/>
                    <a:pt x="27471" y="14748"/>
                  </a:cubicBezTo>
                  <a:lnTo>
                    <a:pt x="28651" y="17076"/>
                  </a:lnTo>
                  <a:cubicBezTo>
                    <a:pt x="28755" y="17282"/>
                    <a:pt x="28673" y="17456"/>
                    <a:pt x="28633" y="17522"/>
                  </a:cubicBezTo>
                  <a:cubicBezTo>
                    <a:pt x="28593" y="17587"/>
                    <a:pt x="28474" y="17740"/>
                    <a:pt x="28242" y="17740"/>
                  </a:cubicBezTo>
                  <a:lnTo>
                    <a:pt x="27261" y="17740"/>
                  </a:lnTo>
                  <a:cubicBezTo>
                    <a:pt x="26969" y="17740"/>
                    <a:pt x="26724" y="17963"/>
                    <a:pt x="26697" y="18254"/>
                  </a:cubicBezTo>
                  <a:lnTo>
                    <a:pt x="26299" y="22446"/>
                  </a:lnTo>
                  <a:cubicBezTo>
                    <a:pt x="26209" y="23402"/>
                    <a:pt x="25417" y="24123"/>
                    <a:pt x="24457" y="24123"/>
                  </a:cubicBezTo>
                  <a:lnTo>
                    <a:pt x="22840" y="24123"/>
                  </a:lnTo>
                  <a:cubicBezTo>
                    <a:pt x="22526" y="24123"/>
                    <a:pt x="22273" y="24377"/>
                    <a:pt x="22273" y="24689"/>
                  </a:cubicBezTo>
                  <a:cubicBezTo>
                    <a:pt x="22273" y="25003"/>
                    <a:pt x="22526" y="25257"/>
                    <a:pt x="22840" y="25257"/>
                  </a:cubicBezTo>
                  <a:lnTo>
                    <a:pt x="24457" y="25257"/>
                  </a:lnTo>
                  <a:cubicBezTo>
                    <a:pt x="26005" y="25257"/>
                    <a:pt x="27282" y="24094"/>
                    <a:pt x="27428" y="22553"/>
                  </a:cubicBezTo>
                  <a:lnTo>
                    <a:pt x="27777" y="18874"/>
                  </a:lnTo>
                  <a:lnTo>
                    <a:pt x="28242" y="18874"/>
                  </a:lnTo>
                  <a:cubicBezTo>
                    <a:pt x="28800" y="18874"/>
                    <a:pt x="29307" y="18590"/>
                    <a:pt x="29600" y="18115"/>
                  </a:cubicBezTo>
                  <a:cubicBezTo>
                    <a:pt x="29891" y="17639"/>
                    <a:pt x="29914" y="17060"/>
                    <a:pt x="29661" y="16563"/>
                  </a:cubicBezTo>
                  <a:lnTo>
                    <a:pt x="28544" y="14356"/>
                  </a:lnTo>
                  <a:lnTo>
                    <a:pt x="28546" y="11219"/>
                  </a:lnTo>
                  <a:cubicBezTo>
                    <a:pt x="28546" y="5964"/>
                    <a:pt x="24928" y="1470"/>
                    <a:pt x="20024" y="330"/>
                  </a:cubicBezTo>
                  <a:cubicBezTo>
                    <a:pt x="18622" y="4"/>
                    <a:pt x="19051" y="234"/>
                    <a:pt x="18416" y="58"/>
                  </a:cubicBezTo>
                  <a:cubicBezTo>
                    <a:pt x="18414" y="58"/>
                    <a:pt x="18412" y="59"/>
                    <a:pt x="18409" y="59"/>
                  </a:cubicBezTo>
                  <a:cubicBezTo>
                    <a:pt x="18347" y="59"/>
                    <a:pt x="18049" y="1"/>
                    <a:pt x="18007"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28" name="Google Shape;1228;p47">
              <a:extLst>
                <a:ext uri="{FF2B5EF4-FFF2-40B4-BE49-F238E27FC236}">
                  <a16:creationId xmlns:a16="http://schemas.microsoft.com/office/drawing/2014/main" id="{4EABF6ED-8AEF-67F9-F436-931B26B3C54F}"/>
                </a:ext>
              </a:extLst>
            </p:cNvPr>
            <p:cNvSpPr/>
            <p:nvPr/>
          </p:nvSpPr>
          <p:spPr>
            <a:xfrm rot="-1002475">
              <a:off x="1495332" y="2786710"/>
              <a:ext cx="610933" cy="467007"/>
            </a:xfrm>
            <a:custGeom>
              <a:avLst/>
              <a:gdLst/>
              <a:ahLst/>
              <a:cxnLst/>
              <a:rect l="l" t="t" r="r" b="b"/>
              <a:pathLst>
                <a:path w="15434" h="11798" extrusionOk="0">
                  <a:moveTo>
                    <a:pt x="9688" y="1"/>
                  </a:moveTo>
                  <a:cubicBezTo>
                    <a:pt x="9374" y="1"/>
                    <a:pt x="9121" y="254"/>
                    <a:pt x="9121" y="568"/>
                  </a:cubicBezTo>
                  <a:cubicBezTo>
                    <a:pt x="9121" y="881"/>
                    <a:pt x="9374" y="1134"/>
                    <a:pt x="9688" y="1134"/>
                  </a:cubicBezTo>
                  <a:lnTo>
                    <a:pt x="11274" y="1134"/>
                  </a:lnTo>
                  <a:cubicBezTo>
                    <a:pt x="12943" y="1134"/>
                    <a:pt x="14300" y="2492"/>
                    <a:pt x="14300" y="4161"/>
                  </a:cubicBezTo>
                  <a:cubicBezTo>
                    <a:pt x="14300" y="5030"/>
                    <a:pt x="13721" y="5767"/>
                    <a:pt x="12928" y="6005"/>
                  </a:cubicBezTo>
                  <a:cubicBezTo>
                    <a:pt x="12879" y="5505"/>
                    <a:pt x="12725" y="4834"/>
                    <a:pt x="12287" y="4314"/>
                  </a:cubicBezTo>
                  <a:cubicBezTo>
                    <a:pt x="12486" y="3967"/>
                    <a:pt x="12579" y="3582"/>
                    <a:pt x="12560" y="3174"/>
                  </a:cubicBezTo>
                  <a:cubicBezTo>
                    <a:pt x="12547" y="2870"/>
                    <a:pt x="12299" y="2633"/>
                    <a:pt x="11995" y="2633"/>
                  </a:cubicBezTo>
                  <a:cubicBezTo>
                    <a:pt x="11986" y="2633"/>
                    <a:pt x="11977" y="2633"/>
                    <a:pt x="11968" y="2633"/>
                  </a:cubicBezTo>
                  <a:cubicBezTo>
                    <a:pt x="11655" y="2648"/>
                    <a:pt x="11413" y="2913"/>
                    <a:pt x="11428" y="3225"/>
                  </a:cubicBezTo>
                  <a:cubicBezTo>
                    <a:pt x="11443" y="3572"/>
                    <a:pt x="11289" y="3872"/>
                    <a:pt x="10956" y="4140"/>
                  </a:cubicBezTo>
                  <a:cubicBezTo>
                    <a:pt x="10668" y="4372"/>
                    <a:pt x="10358" y="4483"/>
                    <a:pt x="10348" y="4487"/>
                  </a:cubicBezTo>
                  <a:cubicBezTo>
                    <a:pt x="10052" y="4588"/>
                    <a:pt x="9894" y="4909"/>
                    <a:pt x="9994" y="5204"/>
                  </a:cubicBezTo>
                  <a:cubicBezTo>
                    <a:pt x="10073" y="5441"/>
                    <a:pt x="10294" y="5591"/>
                    <a:pt x="10531" y="5591"/>
                  </a:cubicBezTo>
                  <a:cubicBezTo>
                    <a:pt x="10591" y="5591"/>
                    <a:pt x="10651" y="5581"/>
                    <a:pt x="10712" y="5560"/>
                  </a:cubicBezTo>
                  <a:cubicBezTo>
                    <a:pt x="10755" y="5546"/>
                    <a:pt x="11110" y="5421"/>
                    <a:pt x="11498" y="5150"/>
                  </a:cubicBezTo>
                  <a:cubicBezTo>
                    <a:pt x="11809" y="5617"/>
                    <a:pt x="11834" y="6323"/>
                    <a:pt x="11810" y="6602"/>
                  </a:cubicBezTo>
                  <a:cubicBezTo>
                    <a:pt x="11810" y="6610"/>
                    <a:pt x="11810" y="6617"/>
                    <a:pt x="11809" y="6626"/>
                  </a:cubicBezTo>
                  <a:cubicBezTo>
                    <a:pt x="11809" y="6634"/>
                    <a:pt x="11808" y="6644"/>
                    <a:pt x="11808" y="6653"/>
                  </a:cubicBezTo>
                  <a:cubicBezTo>
                    <a:pt x="11808" y="7872"/>
                    <a:pt x="10816" y="8864"/>
                    <a:pt x="9597" y="8864"/>
                  </a:cubicBezTo>
                  <a:lnTo>
                    <a:pt x="4495" y="8864"/>
                  </a:lnTo>
                  <a:cubicBezTo>
                    <a:pt x="4305" y="8864"/>
                    <a:pt x="4128" y="8960"/>
                    <a:pt x="4023" y="9118"/>
                  </a:cubicBezTo>
                  <a:lnTo>
                    <a:pt x="3168" y="10401"/>
                  </a:lnTo>
                  <a:cubicBezTo>
                    <a:pt x="3058" y="10566"/>
                    <a:pt x="2876" y="10663"/>
                    <a:pt x="2678" y="10663"/>
                  </a:cubicBezTo>
                  <a:lnTo>
                    <a:pt x="1722" y="10663"/>
                  </a:lnTo>
                  <a:cubicBezTo>
                    <a:pt x="1397" y="10663"/>
                    <a:pt x="1133" y="10399"/>
                    <a:pt x="1133" y="10076"/>
                  </a:cubicBezTo>
                  <a:lnTo>
                    <a:pt x="1133" y="7677"/>
                  </a:lnTo>
                  <a:cubicBezTo>
                    <a:pt x="1133" y="6032"/>
                    <a:pt x="1746" y="4459"/>
                    <a:pt x="2858" y="3249"/>
                  </a:cubicBezTo>
                  <a:cubicBezTo>
                    <a:pt x="3964" y="2047"/>
                    <a:pt x="5466" y="1305"/>
                    <a:pt x="7085" y="1160"/>
                  </a:cubicBezTo>
                  <a:cubicBezTo>
                    <a:pt x="7399" y="1133"/>
                    <a:pt x="7628" y="858"/>
                    <a:pt x="7601" y="547"/>
                  </a:cubicBezTo>
                  <a:cubicBezTo>
                    <a:pt x="7574" y="252"/>
                    <a:pt x="7328" y="30"/>
                    <a:pt x="7039" y="30"/>
                  </a:cubicBezTo>
                  <a:cubicBezTo>
                    <a:pt x="7022" y="30"/>
                    <a:pt x="7004" y="31"/>
                    <a:pt x="6986" y="32"/>
                  </a:cubicBezTo>
                  <a:cubicBezTo>
                    <a:pt x="5084" y="201"/>
                    <a:pt x="3321" y="1071"/>
                    <a:pt x="2025" y="2483"/>
                  </a:cubicBezTo>
                  <a:cubicBezTo>
                    <a:pt x="719" y="3902"/>
                    <a:pt x="1" y="5747"/>
                    <a:pt x="1" y="7677"/>
                  </a:cubicBezTo>
                  <a:lnTo>
                    <a:pt x="1" y="10076"/>
                  </a:lnTo>
                  <a:cubicBezTo>
                    <a:pt x="1" y="11025"/>
                    <a:pt x="773" y="11798"/>
                    <a:pt x="1722" y="11798"/>
                  </a:cubicBezTo>
                  <a:lnTo>
                    <a:pt x="2679" y="11798"/>
                  </a:lnTo>
                  <a:cubicBezTo>
                    <a:pt x="3256" y="11798"/>
                    <a:pt x="3793" y="11511"/>
                    <a:pt x="4112" y="11030"/>
                  </a:cubicBezTo>
                  <a:lnTo>
                    <a:pt x="4800" y="9999"/>
                  </a:lnTo>
                  <a:lnTo>
                    <a:pt x="9597" y="9999"/>
                  </a:lnTo>
                  <a:cubicBezTo>
                    <a:pt x="11264" y="9999"/>
                    <a:pt x="12650" y="8772"/>
                    <a:pt x="12902" y="7175"/>
                  </a:cubicBezTo>
                  <a:cubicBezTo>
                    <a:pt x="14338" y="6924"/>
                    <a:pt x="15434" y="5668"/>
                    <a:pt x="15434" y="4162"/>
                  </a:cubicBezTo>
                  <a:cubicBezTo>
                    <a:pt x="15434" y="1868"/>
                    <a:pt x="13568" y="1"/>
                    <a:pt x="11274"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29" name="Google Shape;1229;p47">
              <a:extLst>
                <a:ext uri="{FF2B5EF4-FFF2-40B4-BE49-F238E27FC236}">
                  <a16:creationId xmlns:a16="http://schemas.microsoft.com/office/drawing/2014/main" id="{87C9C4C2-33CC-58E1-A3BE-C89E49A7A4DE}"/>
                </a:ext>
              </a:extLst>
            </p:cNvPr>
            <p:cNvSpPr/>
            <p:nvPr/>
          </p:nvSpPr>
          <p:spPr>
            <a:xfrm rot="-1002475">
              <a:off x="1625186" y="3048514"/>
              <a:ext cx="134822" cy="82453"/>
            </a:xfrm>
            <a:custGeom>
              <a:avLst/>
              <a:gdLst/>
              <a:ahLst/>
              <a:cxnLst/>
              <a:rect l="l" t="t" r="r" b="b"/>
              <a:pathLst>
                <a:path w="3406" h="2083" extrusionOk="0">
                  <a:moveTo>
                    <a:pt x="2760" y="1"/>
                  </a:moveTo>
                  <a:cubicBezTo>
                    <a:pt x="2547" y="1"/>
                    <a:pt x="2344" y="121"/>
                    <a:pt x="2247" y="325"/>
                  </a:cubicBezTo>
                  <a:cubicBezTo>
                    <a:pt x="2098" y="638"/>
                    <a:pt x="1822" y="830"/>
                    <a:pt x="1402" y="911"/>
                  </a:cubicBezTo>
                  <a:cubicBezTo>
                    <a:pt x="1247" y="940"/>
                    <a:pt x="1100" y="949"/>
                    <a:pt x="981" y="949"/>
                  </a:cubicBezTo>
                  <a:cubicBezTo>
                    <a:pt x="817" y="949"/>
                    <a:pt x="706" y="933"/>
                    <a:pt x="701" y="931"/>
                  </a:cubicBezTo>
                  <a:cubicBezTo>
                    <a:pt x="670" y="927"/>
                    <a:pt x="640" y="924"/>
                    <a:pt x="610" y="924"/>
                  </a:cubicBezTo>
                  <a:cubicBezTo>
                    <a:pt x="338" y="924"/>
                    <a:pt x="97" y="1121"/>
                    <a:pt x="51" y="1400"/>
                  </a:cubicBezTo>
                  <a:cubicBezTo>
                    <a:pt x="1" y="1708"/>
                    <a:pt x="210" y="2000"/>
                    <a:pt x="519" y="2050"/>
                  </a:cubicBezTo>
                  <a:cubicBezTo>
                    <a:pt x="549" y="2056"/>
                    <a:pt x="726" y="2083"/>
                    <a:pt x="980" y="2083"/>
                  </a:cubicBezTo>
                  <a:cubicBezTo>
                    <a:pt x="1150" y="2083"/>
                    <a:pt x="1354" y="2071"/>
                    <a:pt x="1573" y="2033"/>
                  </a:cubicBezTo>
                  <a:cubicBezTo>
                    <a:pt x="2373" y="1890"/>
                    <a:pt x="2959" y="1468"/>
                    <a:pt x="3272" y="811"/>
                  </a:cubicBezTo>
                  <a:cubicBezTo>
                    <a:pt x="3406" y="528"/>
                    <a:pt x="3285" y="190"/>
                    <a:pt x="3002" y="56"/>
                  </a:cubicBezTo>
                  <a:cubicBezTo>
                    <a:pt x="2924" y="19"/>
                    <a:pt x="2841" y="1"/>
                    <a:pt x="2760"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238" name="Google Shape;1238;p47">
            <a:extLst>
              <a:ext uri="{FF2B5EF4-FFF2-40B4-BE49-F238E27FC236}">
                <a16:creationId xmlns:a16="http://schemas.microsoft.com/office/drawing/2014/main" id="{9485E26C-4E2C-8A04-E72F-1630E57E6675}"/>
              </a:ext>
            </a:extLst>
          </p:cNvPr>
          <p:cNvSpPr/>
          <p:nvPr/>
        </p:nvSpPr>
        <p:spPr>
          <a:xfrm rot="511152">
            <a:off x="4463900" y="4301903"/>
            <a:ext cx="112803" cy="112821"/>
          </a:xfrm>
          <a:custGeom>
            <a:avLst/>
            <a:gdLst/>
            <a:ahLst/>
            <a:cxnLst/>
            <a:rect l="l" t="t" r="r" b="b"/>
            <a:pathLst>
              <a:path w="6138" h="6139" extrusionOk="0">
                <a:moveTo>
                  <a:pt x="3069" y="0"/>
                </a:moveTo>
                <a:cubicBezTo>
                  <a:pt x="2625" y="513"/>
                  <a:pt x="2402" y="1024"/>
                  <a:pt x="2235" y="1535"/>
                </a:cubicBezTo>
                <a:cubicBezTo>
                  <a:pt x="2177" y="1722"/>
                  <a:pt x="2134" y="1909"/>
                  <a:pt x="2099" y="2097"/>
                </a:cubicBezTo>
                <a:cubicBezTo>
                  <a:pt x="1912" y="2131"/>
                  <a:pt x="1723" y="2173"/>
                  <a:pt x="1536" y="2233"/>
                </a:cubicBezTo>
                <a:cubicBezTo>
                  <a:pt x="1023" y="2398"/>
                  <a:pt x="512" y="2623"/>
                  <a:pt x="1" y="3070"/>
                </a:cubicBezTo>
                <a:cubicBezTo>
                  <a:pt x="512" y="3517"/>
                  <a:pt x="1023" y="3740"/>
                  <a:pt x="1536" y="3907"/>
                </a:cubicBezTo>
                <a:cubicBezTo>
                  <a:pt x="1722" y="3966"/>
                  <a:pt x="1909" y="4008"/>
                  <a:pt x="2096" y="4042"/>
                </a:cubicBezTo>
                <a:cubicBezTo>
                  <a:pt x="2132" y="4230"/>
                  <a:pt x="2173" y="4417"/>
                  <a:pt x="2232" y="4604"/>
                </a:cubicBezTo>
                <a:cubicBezTo>
                  <a:pt x="2399" y="5115"/>
                  <a:pt x="2622" y="5627"/>
                  <a:pt x="3069" y="6138"/>
                </a:cubicBezTo>
                <a:cubicBezTo>
                  <a:pt x="3517" y="5627"/>
                  <a:pt x="3741" y="5115"/>
                  <a:pt x="3906" y="4604"/>
                </a:cubicBezTo>
                <a:cubicBezTo>
                  <a:pt x="3966" y="4416"/>
                  <a:pt x="4008" y="4229"/>
                  <a:pt x="4042" y="4040"/>
                </a:cubicBezTo>
                <a:cubicBezTo>
                  <a:pt x="4230" y="4005"/>
                  <a:pt x="4416" y="3963"/>
                  <a:pt x="4604" y="3904"/>
                </a:cubicBezTo>
                <a:cubicBezTo>
                  <a:pt x="5115" y="3737"/>
                  <a:pt x="5626" y="3514"/>
                  <a:pt x="6138" y="3070"/>
                </a:cubicBezTo>
                <a:cubicBezTo>
                  <a:pt x="5626" y="2625"/>
                  <a:pt x="5115" y="2402"/>
                  <a:pt x="4604" y="2235"/>
                </a:cubicBezTo>
                <a:cubicBezTo>
                  <a:pt x="4416" y="2176"/>
                  <a:pt x="4228" y="2133"/>
                  <a:pt x="4040" y="2099"/>
                </a:cubicBezTo>
                <a:cubicBezTo>
                  <a:pt x="4005" y="1910"/>
                  <a:pt x="3963" y="1723"/>
                  <a:pt x="3904" y="1535"/>
                </a:cubicBezTo>
                <a:cubicBezTo>
                  <a:pt x="3738" y="1024"/>
                  <a:pt x="3514" y="513"/>
                  <a:pt x="3069"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39" name="Google Shape;1239;p47">
            <a:extLst>
              <a:ext uri="{FF2B5EF4-FFF2-40B4-BE49-F238E27FC236}">
                <a16:creationId xmlns:a16="http://schemas.microsoft.com/office/drawing/2014/main" id="{3CC0BA7B-3A90-EFB0-82FE-55C30AE8F80B}"/>
              </a:ext>
            </a:extLst>
          </p:cNvPr>
          <p:cNvSpPr/>
          <p:nvPr/>
        </p:nvSpPr>
        <p:spPr>
          <a:xfrm rot="1411443">
            <a:off x="7972132" y="4473355"/>
            <a:ext cx="112800" cy="112818"/>
          </a:xfrm>
          <a:custGeom>
            <a:avLst/>
            <a:gdLst/>
            <a:ahLst/>
            <a:cxnLst/>
            <a:rect l="l" t="t" r="r" b="b"/>
            <a:pathLst>
              <a:path w="6138" h="6139" extrusionOk="0">
                <a:moveTo>
                  <a:pt x="3069" y="0"/>
                </a:moveTo>
                <a:cubicBezTo>
                  <a:pt x="2625" y="513"/>
                  <a:pt x="2402" y="1024"/>
                  <a:pt x="2235" y="1535"/>
                </a:cubicBezTo>
                <a:cubicBezTo>
                  <a:pt x="2177" y="1722"/>
                  <a:pt x="2134" y="1909"/>
                  <a:pt x="2099" y="2097"/>
                </a:cubicBezTo>
                <a:cubicBezTo>
                  <a:pt x="1912" y="2131"/>
                  <a:pt x="1723" y="2173"/>
                  <a:pt x="1536" y="2233"/>
                </a:cubicBezTo>
                <a:cubicBezTo>
                  <a:pt x="1023" y="2398"/>
                  <a:pt x="512" y="2623"/>
                  <a:pt x="1" y="3070"/>
                </a:cubicBezTo>
                <a:cubicBezTo>
                  <a:pt x="512" y="3517"/>
                  <a:pt x="1023" y="3740"/>
                  <a:pt x="1536" y="3907"/>
                </a:cubicBezTo>
                <a:cubicBezTo>
                  <a:pt x="1722" y="3966"/>
                  <a:pt x="1909" y="4008"/>
                  <a:pt x="2096" y="4042"/>
                </a:cubicBezTo>
                <a:cubicBezTo>
                  <a:pt x="2132" y="4230"/>
                  <a:pt x="2173" y="4417"/>
                  <a:pt x="2232" y="4604"/>
                </a:cubicBezTo>
                <a:cubicBezTo>
                  <a:pt x="2399" y="5115"/>
                  <a:pt x="2622" y="5627"/>
                  <a:pt x="3069" y="6138"/>
                </a:cubicBezTo>
                <a:cubicBezTo>
                  <a:pt x="3517" y="5627"/>
                  <a:pt x="3741" y="5115"/>
                  <a:pt x="3906" y="4604"/>
                </a:cubicBezTo>
                <a:cubicBezTo>
                  <a:pt x="3966" y="4416"/>
                  <a:pt x="4008" y="4229"/>
                  <a:pt x="4042" y="4040"/>
                </a:cubicBezTo>
                <a:cubicBezTo>
                  <a:pt x="4230" y="4005"/>
                  <a:pt x="4416" y="3963"/>
                  <a:pt x="4604" y="3904"/>
                </a:cubicBezTo>
                <a:cubicBezTo>
                  <a:pt x="5115" y="3737"/>
                  <a:pt x="5626" y="3514"/>
                  <a:pt x="6138" y="3070"/>
                </a:cubicBezTo>
                <a:cubicBezTo>
                  <a:pt x="5626" y="2625"/>
                  <a:pt x="5115" y="2402"/>
                  <a:pt x="4604" y="2235"/>
                </a:cubicBezTo>
                <a:cubicBezTo>
                  <a:pt x="4416" y="2176"/>
                  <a:pt x="4228" y="2133"/>
                  <a:pt x="4040" y="2099"/>
                </a:cubicBezTo>
                <a:cubicBezTo>
                  <a:pt x="4005" y="1910"/>
                  <a:pt x="3963" y="1723"/>
                  <a:pt x="3904" y="1535"/>
                </a:cubicBezTo>
                <a:cubicBezTo>
                  <a:pt x="3738" y="1024"/>
                  <a:pt x="3514" y="513"/>
                  <a:pt x="3069"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42" name="Google Shape;1242;p47">
            <a:extLst>
              <a:ext uri="{FF2B5EF4-FFF2-40B4-BE49-F238E27FC236}">
                <a16:creationId xmlns:a16="http://schemas.microsoft.com/office/drawing/2014/main" id="{CC2A12AD-6BAE-ACD5-E7EC-DB24F70B3D3D}"/>
              </a:ext>
            </a:extLst>
          </p:cNvPr>
          <p:cNvSpPr/>
          <p:nvPr/>
        </p:nvSpPr>
        <p:spPr>
          <a:xfrm rot="-9388557">
            <a:off x="5248733" y="647732"/>
            <a:ext cx="112800" cy="112818"/>
          </a:xfrm>
          <a:custGeom>
            <a:avLst/>
            <a:gdLst/>
            <a:ahLst/>
            <a:cxnLst/>
            <a:rect l="l" t="t" r="r" b="b"/>
            <a:pathLst>
              <a:path w="6138" h="6139" extrusionOk="0">
                <a:moveTo>
                  <a:pt x="3069" y="0"/>
                </a:moveTo>
                <a:cubicBezTo>
                  <a:pt x="2625" y="513"/>
                  <a:pt x="2402" y="1024"/>
                  <a:pt x="2235" y="1535"/>
                </a:cubicBezTo>
                <a:cubicBezTo>
                  <a:pt x="2177" y="1722"/>
                  <a:pt x="2134" y="1909"/>
                  <a:pt x="2099" y="2097"/>
                </a:cubicBezTo>
                <a:cubicBezTo>
                  <a:pt x="1912" y="2131"/>
                  <a:pt x="1723" y="2173"/>
                  <a:pt x="1536" y="2233"/>
                </a:cubicBezTo>
                <a:cubicBezTo>
                  <a:pt x="1023" y="2398"/>
                  <a:pt x="512" y="2623"/>
                  <a:pt x="1" y="3070"/>
                </a:cubicBezTo>
                <a:cubicBezTo>
                  <a:pt x="512" y="3517"/>
                  <a:pt x="1023" y="3740"/>
                  <a:pt x="1536" y="3907"/>
                </a:cubicBezTo>
                <a:cubicBezTo>
                  <a:pt x="1722" y="3966"/>
                  <a:pt x="1909" y="4008"/>
                  <a:pt x="2096" y="4042"/>
                </a:cubicBezTo>
                <a:cubicBezTo>
                  <a:pt x="2132" y="4230"/>
                  <a:pt x="2173" y="4417"/>
                  <a:pt x="2232" y="4604"/>
                </a:cubicBezTo>
                <a:cubicBezTo>
                  <a:pt x="2399" y="5115"/>
                  <a:pt x="2622" y="5627"/>
                  <a:pt x="3069" y="6138"/>
                </a:cubicBezTo>
                <a:cubicBezTo>
                  <a:pt x="3517" y="5627"/>
                  <a:pt x="3741" y="5115"/>
                  <a:pt x="3906" y="4604"/>
                </a:cubicBezTo>
                <a:cubicBezTo>
                  <a:pt x="3966" y="4416"/>
                  <a:pt x="4008" y="4229"/>
                  <a:pt x="4042" y="4040"/>
                </a:cubicBezTo>
                <a:cubicBezTo>
                  <a:pt x="4230" y="4005"/>
                  <a:pt x="4416" y="3963"/>
                  <a:pt x="4604" y="3904"/>
                </a:cubicBezTo>
                <a:cubicBezTo>
                  <a:pt x="5115" y="3737"/>
                  <a:pt x="5626" y="3514"/>
                  <a:pt x="6138" y="3070"/>
                </a:cubicBezTo>
                <a:cubicBezTo>
                  <a:pt x="5626" y="2625"/>
                  <a:pt x="5115" y="2402"/>
                  <a:pt x="4604" y="2235"/>
                </a:cubicBezTo>
                <a:cubicBezTo>
                  <a:pt x="4416" y="2176"/>
                  <a:pt x="4228" y="2133"/>
                  <a:pt x="4040" y="2099"/>
                </a:cubicBezTo>
                <a:cubicBezTo>
                  <a:pt x="4005" y="1910"/>
                  <a:pt x="3963" y="1723"/>
                  <a:pt x="3904" y="1535"/>
                </a:cubicBezTo>
                <a:cubicBezTo>
                  <a:pt x="3738" y="1024"/>
                  <a:pt x="3514" y="513"/>
                  <a:pt x="3069"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 name="TextBox 3">
            <a:extLst>
              <a:ext uri="{FF2B5EF4-FFF2-40B4-BE49-F238E27FC236}">
                <a16:creationId xmlns:a16="http://schemas.microsoft.com/office/drawing/2014/main" id="{D37AB0C9-EE53-E16F-97C4-84D2141DFF6E}"/>
              </a:ext>
            </a:extLst>
          </p:cNvPr>
          <p:cNvSpPr txBox="1"/>
          <p:nvPr/>
        </p:nvSpPr>
        <p:spPr>
          <a:xfrm>
            <a:off x="887534" y="724651"/>
            <a:ext cx="7180174" cy="430887"/>
          </a:xfrm>
          <a:prstGeom prst="rect">
            <a:avLst/>
          </a:prstGeom>
          <a:noFill/>
        </p:spPr>
        <p:txBody>
          <a:bodyPr wrap="square">
            <a:spAutoFit/>
          </a:bodyPr>
          <a:lstStyle/>
          <a:p>
            <a:pPr marL="0" marR="0" algn="ctr" rtl="0">
              <a:spcBef>
                <a:spcPts val="600"/>
              </a:spcBef>
              <a:spcAft>
                <a:spcPts val="600"/>
              </a:spcAft>
              <a:buNone/>
            </a:pPr>
            <a:r>
              <a:rPr lang="en-US" sz="2200" b="1" dirty="0">
                <a:latin typeface="ADLaM Display" panose="02010000000000000000" pitchFamily="2" charset="0"/>
                <a:ea typeface="ADLaM Display" panose="02010000000000000000" pitchFamily="2" charset="0"/>
                <a:cs typeface="ADLaM Display" panose="02010000000000000000" pitchFamily="2" charset="0"/>
              </a:rPr>
              <a:t>The role of Glucocorticoids in RA </a:t>
            </a:r>
            <a:endParaRPr lang="en-US" sz="2200" dirty="0">
              <a:effectLst/>
              <a:latin typeface="ADLaM Display" panose="02010000000000000000" pitchFamily="2" charset="0"/>
              <a:ea typeface="ADLaM Display" panose="02010000000000000000" pitchFamily="2" charset="0"/>
              <a:cs typeface="ADLaM Display" panose="02010000000000000000" pitchFamily="2" charset="0"/>
            </a:endParaRPr>
          </a:p>
        </p:txBody>
      </p:sp>
    </p:spTree>
    <p:extLst>
      <p:ext uri="{BB962C8B-B14F-4D97-AF65-F5344CB8AC3E}">
        <p14:creationId xmlns:p14="http://schemas.microsoft.com/office/powerpoint/2010/main" val="409576437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1220">
          <a:extLst>
            <a:ext uri="{FF2B5EF4-FFF2-40B4-BE49-F238E27FC236}">
              <a16:creationId xmlns:a16="http://schemas.microsoft.com/office/drawing/2014/main" id="{0AAD664E-CA43-59AE-9F4F-8BA81CF61064}"/>
            </a:ext>
          </a:extLst>
        </p:cNvPr>
        <p:cNvGrpSpPr/>
        <p:nvPr/>
      </p:nvGrpSpPr>
      <p:grpSpPr>
        <a:xfrm>
          <a:off x="0" y="0"/>
          <a:ext cx="0" cy="0"/>
          <a:chOff x="0" y="0"/>
          <a:chExt cx="0" cy="0"/>
        </a:xfrm>
      </p:grpSpPr>
      <p:sp>
        <p:nvSpPr>
          <p:cNvPr id="1221" name="Google Shape;1221;p47">
            <a:extLst>
              <a:ext uri="{FF2B5EF4-FFF2-40B4-BE49-F238E27FC236}">
                <a16:creationId xmlns:a16="http://schemas.microsoft.com/office/drawing/2014/main" id="{CA58BF42-699D-7231-5251-D776A6CFD83E}"/>
              </a:ext>
            </a:extLst>
          </p:cNvPr>
          <p:cNvSpPr txBox="1">
            <a:spLocks noGrp="1"/>
          </p:cNvSpPr>
          <p:nvPr>
            <p:ph type="title"/>
          </p:nvPr>
        </p:nvSpPr>
        <p:spPr>
          <a:xfrm>
            <a:off x="587688" y="1553590"/>
            <a:ext cx="8221761" cy="2529300"/>
          </a:xfrm>
          <a:prstGeom prst="rect">
            <a:avLst/>
          </a:prstGeom>
        </p:spPr>
        <p:txBody>
          <a:bodyPr spcFirstLastPara="1" wrap="square" lIns="91425" tIns="91425" rIns="91425" bIns="91425" anchor="ctr" anchorCtr="0">
            <a:noAutofit/>
          </a:bodyPr>
          <a:lstStyle/>
          <a:p>
            <a:pPr algn="l">
              <a:lnSpc>
                <a:spcPct val="100000"/>
              </a:lnSpc>
            </a:pPr>
            <a:r>
              <a:rPr lang="en-US" sz="1800" dirty="0">
                <a:latin typeface="Fredoka One" panose="02000000000000000000" pitchFamily="2" charset="0"/>
                <a:ea typeface="ADLaM Display" panose="02010000000000000000" pitchFamily="2" charset="0"/>
                <a:cs typeface="ADLaM Display" panose="02010000000000000000" pitchFamily="2" charset="0"/>
              </a:rPr>
              <a:t>Glucocorticoids are highly effective for managing rheumatoid arthritis (RA), capable of providing long-term low-dose maintenance for severe cases and even slowing joint damage at higher doses, like DMARDs.</a:t>
            </a:r>
            <a:br>
              <a:rPr lang="en-US" sz="1800" dirty="0">
                <a:latin typeface="Fredoka One" panose="02000000000000000000" pitchFamily="2" charset="0"/>
                <a:ea typeface="ADLaM Display" panose="02010000000000000000" pitchFamily="2" charset="0"/>
                <a:cs typeface="ADLaM Display" panose="02010000000000000000" pitchFamily="2" charset="0"/>
              </a:rPr>
            </a:br>
            <a:br>
              <a:rPr lang="en-US" sz="1800" dirty="0">
                <a:latin typeface="Fredoka One" panose="02000000000000000000" pitchFamily="2" charset="0"/>
                <a:ea typeface="ADLaM Display" panose="02010000000000000000" pitchFamily="2" charset="0"/>
                <a:cs typeface="ADLaM Display" panose="02010000000000000000" pitchFamily="2" charset="0"/>
              </a:rPr>
            </a:br>
            <a:r>
              <a:rPr lang="en-US" sz="1800" dirty="0">
                <a:latin typeface="Fredoka One" panose="02000000000000000000" pitchFamily="2" charset="0"/>
                <a:ea typeface="ADLaM Display" panose="02010000000000000000" pitchFamily="2" charset="0"/>
                <a:cs typeface="ADLaM Display" panose="02010000000000000000" pitchFamily="2" charset="0"/>
              </a:rPr>
              <a:t>However, due to a wide range of serious, dose-dependent side effects (like metabolic and cardiovascular complications), their use is strictly limited to the lowest possible dose for the shortest possible duration.</a:t>
            </a:r>
            <a:endParaRPr sz="1800" b="1" u="sng" dirty="0">
              <a:latin typeface="Fredoka One" panose="02000000000000000000" pitchFamily="2" charset="0"/>
              <a:ea typeface="ADLaM Display" panose="02010000000000000000" pitchFamily="2" charset="0"/>
              <a:cs typeface="ADLaM Display" panose="02010000000000000000" pitchFamily="2" charset="0"/>
            </a:endParaRPr>
          </a:p>
        </p:txBody>
      </p:sp>
      <p:grpSp>
        <p:nvGrpSpPr>
          <p:cNvPr id="1222" name="Google Shape;1222;p47">
            <a:extLst>
              <a:ext uri="{FF2B5EF4-FFF2-40B4-BE49-F238E27FC236}">
                <a16:creationId xmlns:a16="http://schemas.microsoft.com/office/drawing/2014/main" id="{CFF9CC1D-0DBF-F028-BA90-1C829209A28E}"/>
              </a:ext>
            </a:extLst>
          </p:cNvPr>
          <p:cNvGrpSpPr/>
          <p:nvPr/>
        </p:nvGrpSpPr>
        <p:grpSpPr>
          <a:xfrm>
            <a:off x="275849" y="358731"/>
            <a:ext cx="623693" cy="542353"/>
            <a:chOff x="1082169" y="2497002"/>
            <a:chExt cx="1663996" cy="1720378"/>
          </a:xfrm>
        </p:grpSpPr>
        <p:sp>
          <p:nvSpPr>
            <p:cNvPr id="1223" name="Google Shape;1223;p47">
              <a:extLst>
                <a:ext uri="{FF2B5EF4-FFF2-40B4-BE49-F238E27FC236}">
                  <a16:creationId xmlns:a16="http://schemas.microsoft.com/office/drawing/2014/main" id="{7184FB9A-0DA1-BEB8-A2EE-9BD40A446D8F}"/>
                </a:ext>
              </a:extLst>
            </p:cNvPr>
            <p:cNvSpPr/>
            <p:nvPr/>
          </p:nvSpPr>
          <p:spPr>
            <a:xfrm rot="-1002475">
              <a:off x="1255753" y="2656719"/>
              <a:ext cx="1316828" cy="1400943"/>
            </a:xfrm>
            <a:custGeom>
              <a:avLst/>
              <a:gdLst/>
              <a:ahLst/>
              <a:cxnLst/>
              <a:rect l="l" t="t" r="r" b="b"/>
              <a:pathLst>
                <a:path w="33267" h="35392" extrusionOk="0">
                  <a:moveTo>
                    <a:pt x="16501" y="1"/>
                  </a:moveTo>
                  <a:cubicBezTo>
                    <a:pt x="15873" y="110"/>
                    <a:pt x="14762" y="293"/>
                    <a:pt x="14762" y="293"/>
                  </a:cubicBezTo>
                  <a:cubicBezTo>
                    <a:pt x="12749" y="761"/>
                    <a:pt x="10902" y="1778"/>
                    <a:pt x="9405" y="3270"/>
                  </a:cubicBezTo>
                  <a:cubicBezTo>
                    <a:pt x="7289" y="5379"/>
                    <a:pt x="6118" y="8189"/>
                    <a:pt x="6108" y="11183"/>
                  </a:cubicBezTo>
                  <a:cubicBezTo>
                    <a:pt x="6102" y="13317"/>
                    <a:pt x="6696" y="15394"/>
                    <a:pt x="7829" y="17192"/>
                  </a:cubicBezTo>
                  <a:cubicBezTo>
                    <a:pt x="8647" y="18490"/>
                    <a:pt x="9079" y="19998"/>
                    <a:pt x="9079" y="21552"/>
                  </a:cubicBezTo>
                  <a:lnTo>
                    <a:pt x="9079" y="24669"/>
                  </a:lnTo>
                  <a:lnTo>
                    <a:pt x="9118" y="25929"/>
                  </a:lnTo>
                  <a:lnTo>
                    <a:pt x="9079" y="26273"/>
                  </a:lnTo>
                  <a:lnTo>
                    <a:pt x="9079" y="28907"/>
                  </a:lnTo>
                  <a:cubicBezTo>
                    <a:pt x="9079" y="29271"/>
                    <a:pt x="8783" y="29566"/>
                    <a:pt x="8418" y="29566"/>
                  </a:cubicBezTo>
                  <a:lnTo>
                    <a:pt x="5260" y="29566"/>
                  </a:lnTo>
                  <a:cubicBezTo>
                    <a:pt x="2360" y="29566"/>
                    <a:pt x="1" y="31925"/>
                    <a:pt x="1" y="34825"/>
                  </a:cubicBezTo>
                  <a:cubicBezTo>
                    <a:pt x="1" y="35137"/>
                    <a:pt x="254" y="35392"/>
                    <a:pt x="568" y="35392"/>
                  </a:cubicBezTo>
                  <a:cubicBezTo>
                    <a:pt x="881" y="35392"/>
                    <a:pt x="1134" y="35137"/>
                    <a:pt x="1134" y="34825"/>
                  </a:cubicBezTo>
                  <a:lnTo>
                    <a:pt x="1134" y="34824"/>
                  </a:lnTo>
                  <a:lnTo>
                    <a:pt x="32132" y="34824"/>
                  </a:lnTo>
                  <a:cubicBezTo>
                    <a:pt x="32132" y="35137"/>
                    <a:pt x="32386" y="35392"/>
                    <a:pt x="32700" y="35392"/>
                  </a:cubicBezTo>
                  <a:cubicBezTo>
                    <a:pt x="33012" y="35392"/>
                    <a:pt x="33266" y="35137"/>
                    <a:pt x="33266" y="34824"/>
                  </a:cubicBezTo>
                  <a:cubicBezTo>
                    <a:pt x="33266" y="33420"/>
                    <a:pt x="32719" y="32099"/>
                    <a:pt x="31726" y="31107"/>
                  </a:cubicBezTo>
                  <a:cubicBezTo>
                    <a:pt x="30734" y="30114"/>
                    <a:pt x="29413" y="29567"/>
                    <a:pt x="28007" y="29567"/>
                  </a:cubicBezTo>
                  <a:lnTo>
                    <a:pt x="20189" y="29567"/>
                  </a:lnTo>
                  <a:cubicBezTo>
                    <a:pt x="19825" y="29567"/>
                    <a:pt x="19528" y="29271"/>
                    <a:pt x="19528" y="28907"/>
                  </a:cubicBezTo>
                  <a:lnTo>
                    <a:pt x="19528" y="25916"/>
                  </a:lnTo>
                  <a:cubicBezTo>
                    <a:pt x="19528" y="25553"/>
                    <a:pt x="19825" y="25256"/>
                    <a:pt x="20189" y="25256"/>
                  </a:cubicBezTo>
                  <a:cubicBezTo>
                    <a:pt x="20502" y="25256"/>
                    <a:pt x="20756" y="25003"/>
                    <a:pt x="20756" y="24689"/>
                  </a:cubicBezTo>
                  <a:lnTo>
                    <a:pt x="22273" y="24689"/>
                  </a:lnTo>
                  <a:cubicBezTo>
                    <a:pt x="22273" y="25003"/>
                    <a:pt x="22527" y="25256"/>
                    <a:pt x="22840" y="25256"/>
                  </a:cubicBezTo>
                  <a:lnTo>
                    <a:pt x="24457" y="25256"/>
                  </a:lnTo>
                  <a:cubicBezTo>
                    <a:pt x="26005" y="25256"/>
                    <a:pt x="27282" y="24094"/>
                    <a:pt x="27428" y="22553"/>
                  </a:cubicBezTo>
                  <a:lnTo>
                    <a:pt x="27777" y="18874"/>
                  </a:lnTo>
                  <a:lnTo>
                    <a:pt x="28243" y="18874"/>
                  </a:lnTo>
                  <a:cubicBezTo>
                    <a:pt x="28800" y="18874"/>
                    <a:pt x="29307" y="18590"/>
                    <a:pt x="29600" y="18115"/>
                  </a:cubicBezTo>
                  <a:cubicBezTo>
                    <a:pt x="29891" y="17639"/>
                    <a:pt x="29914" y="17059"/>
                    <a:pt x="29663" y="16563"/>
                  </a:cubicBezTo>
                  <a:lnTo>
                    <a:pt x="28544" y="14356"/>
                  </a:lnTo>
                  <a:lnTo>
                    <a:pt x="28546" y="11219"/>
                  </a:lnTo>
                  <a:cubicBezTo>
                    <a:pt x="28546" y="5964"/>
                    <a:pt x="24928" y="1470"/>
                    <a:pt x="20024" y="330"/>
                  </a:cubicBezTo>
                  <a:cubicBezTo>
                    <a:pt x="18622" y="4"/>
                    <a:pt x="19051" y="233"/>
                    <a:pt x="18416" y="58"/>
                  </a:cubicBezTo>
                  <a:cubicBezTo>
                    <a:pt x="18414" y="58"/>
                    <a:pt x="18412" y="59"/>
                    <a:pt x="18409" y="59"/>
                  </a:cubicBezTo>
                  <a:cubicBezTo>
                    <a:pt x="18347" y="59"/>
                    <a:pt x="18049" y="1"/>
                    <a:pt x="18007" y="1"/>
                  </a:cubicBezTo>
                  <a:close/>
                </a:path>
              </a:pathLst>
            </a:custGeom>
            <a:solidFill>
              <a:schemeClr val="accent2"/>
            </a:solidFill>
            <a:ln w="114300" cap="flat" cmpd="sng">
              <a:solidFill>
                <a:schemeClr val="accent2"/>
              </a:solidFill>
              <a:prstDash val="solid"/>
              <a:round/>
              <a:headEnd type="none" w="sm" len="sm"/>
              <a:tailEnd type="none" w="sm" len="sm"/>
            </a:ln>
            <a:effectLst>
              <a:outerShdw dist="76200" dir="1800000" algn="bl" rotWithShape="0">
                <a:schemeClr val="lt2"/>
              </a:outerShdw>
            </a:effectLst>
          </p:spPr>
          <p:txBody>
            <a:bodyPr spcFirstLastPara="1" wrap="square" lIns="91425" tIns="91425" rIns="91425" bIns="91425" anchor="ctr" anchorCtr="0">
              <a:noAutofit/>
            </a:bodyPr>
            <a:lstStyle/>
            <a:p>
              <a:pPr marL="0" marR="0" lvl="0" indent="0" algn="l" rtl="0">
                <a:lnSpc>
                  <a:spcPct val="100000"/>
                </a:lnSpc>
                <a:spcBef>
                  <a:spcPts val="0"/>
                </a:spcBef>
                <a:spcAft>
                  <a:spcPts val="0"/>
                </a:spcAft>
                <a:buNone/>
              </a:pPr>
              <a:endParaRPr/>
            </a:p>
          </p:txBody>
        </p:sp>
        <p:sp>
          <p:nvSpPr>
            <p:cNvPr id="1224" name="Google Shape;1224;p47">
              <a:extLst>
                <a:ext uri="{FF2B5EF4-FFF2-40B4-BE49-F238E27FC236}">
                  <a16:creationId xmlns:a16="http://schemas.microsoft.com/office/drawing/2014/main" id="{DDC8D190-04E0-175E-AB28-9C49C8207F3D}"/>
                </a:ext>
              </a:extLst>
            </p:cNvPr>
            <p:cNvSpPr/>
            <p:nvPr/>
          </p:nvSpPr>
          <p:spPr>
            <a:xfrm rot="-1002475">
              <a:off x="1278198" y="2679168"/>
              <a:ext cx="1271901" cy="1356055"/>
            </a:xfrm>
            <a:custGeom>
              <a:avLst/>
              <a:gdLst/>
              <a:ahLst/>
              <a:cxnLst/>
              <a:rect l="l" t="t" r="r" b="b"/>
              <a:pathLst>
                <a:path w="32132" h="34258" extrusionOk="0">
                  <a:moveTo>
                    <a:pt x="16761" y="0"/>
                  </a:moveTo>
                  <a:cubicBezTo>
                    <a:pt x="10884" y="0"/>
                    <a:pt x="6127" y="4741"/>
                    <a:pt x="6108" y="10618"/>
                  </a:cubicBezTo>
                  <a:cubicBezTo>
                    <a:pt x="6102" y="12715"/>
                    <a:pt x="6701" y="14672"/>
                    <a:pt x="7741" y="16323"/>
                  </a:cubicBezTo>
                  <a:cubicBezTo>
                    <a:pt x="8620" y="17718"/>
                    <a:pt x="9079" y="19337"/>
                    <a:pt x="9079" y="20986"/>
                  </a:cubicBezTo>
                  <a:lnTo>
                    <a:pt x="9079" y="28340"/>
                  </a:lnTo>
                  <a:cubicBezTo>
                    <a:pt x="9079" y="29017"/>
                    <a:pt x="8529" y="29567"/>
                    <a:pt x="7851" y="29567"/>
                  </a:cubicBezTo>
                  <a:lnTo>
                    <a:pt x="4693" y="29567"/>
                  </a:lnTo>
                  <a:cubicBezTo>
                    <a:pt x="2101" y="29567"/>
                    <a:pt x="1" y="31667"/>
                    <a:pt x="1" y="34258"/>
                  </a:cubicBezTo>
                  <a:lnTo>
                    <a:pt x="32131" y="34258"/>
                  </a:lnTo>
                  <a:cubicBezTo>
                    <a:pt x="32131" y="31667"/>
                    <a:pt x="30032" y="29567"/>
                    <a:pt x="27440" y="29567"/>
                  </a:cubicBezTo>
                  <a:lnTo>
                    <a:pt x="19622" y="29567"/>
                  </a:lnTo>
                  <a:cubicBezTo>
                    <a:pt x="18944" y="29567"/>
                    <a:pt x="18395" y="29017"/>
                    <a:pt x="18395" y="28339"/>
                  </a:cubicBezTo>
                  <a:lnTo>
                    <a:pt x="18395" y="25349"/>
                  </a:lnTo>
                  <a:cubicBezTo>
                    <a:pt x="18395" y="24671"/>
                    <a:pt x="18944" y="24122"/>
                    <a:pt x="19622" y="24122"/>
                  </a:cubicBezTo>
                  <a:lnTo>
                    <a:pt x="23890" y="24122"/>
                  </a:lnTo>
                  <a:cubicBezTo>
                    <a:pt x="25137" y="24122"/>
                    <a:pt x="26179" y="23174"/>
                    <a:pt x="26297" y="21933"/>
                  </a:cubicBezTo>
                  <a:lnTo>
                    <a:pt x="26694" y="17739"/>
                  </a:lnTo>
                  <a:lnTo>
                    <a:pt x="27676" y="17739"/>
                  </a:lnTo>
                  <a:cubicBezTo>
                    <a:pt x="28440" y="17739"/>
                    <a:pt x="28935" y="16934"/>
                    <a:pt x="28590" y="16252"/>
                  </a:cubicBezTo>
                  <a:lnTo>
                    <a:pt x="27410" y="13924"/>
                  </a:lnTo>
                  <a:lnTo>
                    <a:pt x="27412" y="10652"/>
                  </a:lnTo>
                  <a:cubicBezTo>
                    <a:pt x="27412" y="4770"/>
                    <a:pt x="22643" y="1"/>
                    <a:pt x="16761"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25" name="Google Shape;1225;p47">
              <a:extLst>
                <a:ext uri="{FF2B5EF4-FFF2-40B4-BE49-F238E27FC236}">
                  <a16:creationId xmlns:a16="http://schemas.microsoft.com/office/drawing/2014/main" id="{F4C80E51-3024-8303-CE10-02F7191EAF1A}"/>
                </a:ext>
              </a:extLst>
            </p:cNvPr>
            <p:cNvSpPr/>
            <p:nvPr/>
          </p:nvSpPr>
          <p:spPr>
            <a:xfrm rot="-1002475">
              <a:off x="1517787" y="2809192"/>
              <a:ext cx="566046" cy="422120"/>
            </a:xfrm>
            <a:custGeom>
              <a:avLst/>
              <a:gdLst/>
              <a:ahLst/>
              <a:cxnLst/>
              <a:rect l="l" t="t" r="r" b="b"/>
              <a:pathLst>
                <a:path w="14300" h="10664" extrusionOk="0">
                  <a:moveTo>
                    <a:pt x="7108" y="1"/>
                  </a:moveTo>
                  <a:cubicBezTo>
                    <a:pt x="3183" y="1"/>
                    <a:pt x="0" y="3182"/>
                    <a:pt x="0" y="7109"/>
                  </a:cubicBezTo>
                  <a:lnTo>
                    <a:pt x="0" y="9508"/>
                  </a:lnTo>
                  <a:cubicBezTo>
                    <a:pt x="0" y="10145"/>
                    <a:pt x="517" y="10663"/>
                    <a:pt x="1156" y="10663"/>
                  </a:cubicBezTo>
                  <a:lnTo>
                    <a:pt x="2112" y="10663"/>
                  </a:lnTo>
                  <a:cubicBezTo>
                    <a:pt x="2499" y="10663"/>
                    <a:pt x="2860" y="10469"/>
                    <a:pt x="3074" y="10148"/>
                  </a:cubicBezTo>
                  <a:lnTo>
                    <a:pt x="3929" y="8864"/>
                  </a:lnTo>
                  <a:lnTo>
                    <a:pt x="9030" y="8864"/>
                  </a:lnTo>
                  <a:cubicBezTo>
                    <a:pt x="10564" y="8864"/>
                    <a:pt x="11809" y="7620"/>
                    <a:pt x="11809" y="6085"/>
                  </a:cubicBezTo>
                  <a:cubicBezTo>
                    <a:pt x="13184" y="6085"/>
                    <a:pt x="14300" y="4969"/>
                    <a:pt x="14300" y="3594"/>
                  </a:cubicBezTo>
                  <a:cubicBezTo>
                    <a:pt x="14300" y="1609"/>
                    <a:pt x="12691" y="1"/>
                    <a:pt x="10707"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26" name="Google Shape;1226;p47">
              <a:extLst>
                <a:ext uri="{FF2B5EF4-FFF2-40B4-BE49-F238E27FC236}">
                  <a16:creationId xmlns:a16="http://schemas.microsoft.com/office/drawing/2014/main" id="{B066B768-BE95-5C05-AD0E-F107DDEA5C59}"/>
                </a:ext>
              </a:extLst>
            </p:cNvPr>
            <p:cNvSpPr/>
            <p:nvPr/>
          </p:nvSpPr>
          <p:spPr>
            <a:xfrm rot="-1002475">
              <a:off x="2105720" y="3486731"/>
              <a:ext cx="588727" cy="446107"/>
            </a:xfrm>
            <a:custGeom>
              <a:avLst/>
              <a:gdLst/>
              <a:ahLst/>
              <a:cxnLst/>
              <a:rect l="l" t="t" r="r" b="b"/>
              <a:pathLst>
                <a:path w="14873" h="11270" extrusionOk="0">
                  <a:moveTo>
                    <a:pt x="1795" y="1"/>
                  </a:moveTo>
                  <a:cubicBezTo>
                    <a:pt x="805" y="1"/>
                    <a:pt x="1" y="805"/>
                    <a:pt x="1" y="1794"/>
                  </a:cubicBezTo>
                  <a:lnTo>
                    <a:pt x="1" y="4785"/>
                  </a:lnTo>
                  <a:cubicBezTo>
                    <a:pt x="1" y="5774"/>
                    <a:pt x="805" y="6578"/>
                    <a:pt x="1795" y="6578"/>
                  </a:cubicBezTo>
                  <a:lnTo>
                    <a:pt x="9613" y="6578"/>
                  </a:lnTo>
                  <a:cubicBezTo>
                    <a:pt x="10716" y="6578"/>
                    <a:pt x="11751" y="7008"/>
                    <a:pt x="12531" y="7787"/>
                  </a:cubicBezTo>
                  <a:cubicBezTo>
                    <a:pt x="13309" y="8565"/>
                    <a:pt x="13739" y="9601"/>
                    <a:pt x="13739" y="10703"/>
                  </a:cubicBezTo>
                  <a:cubicBezTo>
                    <a:pt x="13739" y="11016"/>
                    <a:pt x="13992" y="11270"/>
                    <a:pt x="14306" y="11270"/>
                  </a:cubicBezTo>
                  <a:cubicBezTo>
                    <a:pt x="14619" y="11270"/>
                    <a:pt x="14872" y="11016"/>
                    <a:pt x="14872" y="10703"/>
                  </a:cubicBezTo>
                  <a:cubicBezTo>
                    <a:pt x="14872" y="9297"/>
                    <a:pt x="14325" y="7977"/>
                    <a:pt x="13332" y="6985"/>
                  </a:cubicBezTo>
                  <a:cubicBezTo>
                    <a:pt x="12339" y="5992"/>
                    <a:pt x="11019" y="5445"/>
                    <a:pt x="9613" y="5445"/>
                  </a:cubicBezTo>
                  <a:lnTo>
                    <a:pt x="1795" y="5445"/>
                  </a:lnTo>
                  <a:cubicBezTo>
                    <a:pt x="1431" y="5445"/>
                    <a:pt x="1134" y="5149"/>
                    <a:pt x="1134" y="4785"/>
                  </a:cubicBezTo>
                  <a:lnTo>
                    <a:pt x="1134" y="1794"/>
                  </a:lnTo>
                  <a:cubicBezTo>
                    <a:pt x="1134" y="1431"/>
                    <a:pt x="1431" y="1134"/>
                    <a:pt x="1795" y="1134"/>
                  </a:cubicBezTo>
                  <a:cubicBezTo>
                    <a:pt x="2108" y="1134"/>
                    <a:pt x="2362" y="881"/>
                    <a:pt x="2362" y="567"/>
                  </a:cubicBezTo>
                  <a:cubicBezTo>
                    <a:pt x="2362" y="254"/>
                    <a:pt x="2108" y="1"/>
                    <a:pt x="179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27" name="Google Shape;1227;p47">
              <a:extLst>
                <a:ext uri="{FF2B5EF4-FFF2-40B4-BE49-F238E27FC236}">
                  <a16:creationId xmlns:a16="http://schemas.microsoft.com/office/drawing/2014/main" id="{1951DF70-D500-28BB-28BC-C1D5CF0AC3DB}"/>
                </a:ext>
              </a:extLst>
            </p:cNvPr>
            <p:cNvSpPr/>
            <p:nvPr/>
          </p:nvSpPr>
          <p:spPr>
            <a:xfrm rot="-1002475">
              <a:off x="1258555" y="2675798"/>
              <a:ext cx="1184104" cy="1400943"/>
            </a:xfrm>
            <a:custGeom>
              <a:avLst/>
              <a:gdLst/>
              <a:ahLst/>
              <a:cxnLst/>
              <a:rect l="l" t="t" r="r" b="b"/>
              <a:pathLst>
                <a:path w="29914" h="35392" extrusionOk="0">
                  <a:moveTo>
                    <a:pt x="16501" y="1"/>
                  </a:moveTo>
                  <a:cubicBezTo>
                    <a:pt x="15873" y="110"/>
                    <a:pt x="14762" y="294"/>
                    <a:pt x="14760" y="294"/>
                  </a:cubicBezTo>
                  <a:cubicBezTo>
                    <a:pt x="12748" y="761"/>
                    <a:pt x="10901" y="1778"/>
                    <a:pt x="9404" y="3270"/>
                  </a:cubicBezTo>
                  <a:cubicBezTo>
                    <a:pt x="7288" y="5380"/>
                    <a:pt x="6118" y="8190"/>
                    <a:pt x="6108" y="11184"/>
                  </a:cubicBezTo>
                  <a:cubicBezTo>
                    <a:pt x="6101" y="13318"/>
                    <a:pt x="6696" y="15395"/>
                    <a:pt x="7829" y="17192"/>
                  </a:cubicBezTo>
                  <a:cubicBezTo>
                    <a:pt x="8647" y="18491"/>
                    <a:pt x="9078" y="19998"/>
                    <a:pt x="9078" y="21553"/>
                  </a:cubicBezTo>
                  <a:lnTo>
                    <a:pt x="9078" y="24671"/>
                  </a:lnTo>
                  <a:lnTo>
                    <a:pt x="9117" y="25929"/>
                  </a:lnTo>
                  <a:lnTo>
                    <a:pt x="9078" y="26273"/>
                  </a:lnTo>
                  <a:lnTo>
                    <a:pt x="9078" y="28907"/>
                  </a:lnTo>
                  <a:cubicBezTo>
                    <a:pt x="9078" y="29271"/>
                    <a:pt x="8783" y="29567"/>
                    <a:pt x="8418" y="29567"/>
                  </a:cubicBezTo>
                  <a:lnTo>
                    <a:pt x="5259" y="29567"/>
                  </a:lnTo>
                  <a:cubicBezTo>
                    <a:pt x="2359" y="29567"/>
                    <a:pt x="1" y="31926"/>
                    <a:pt x="1" y="34825"/>
                  </a:cubicBezTo>
                  <a:cubicBezTo>
                    <a:pt x="1" y="35138"/>
                    <a:pt x="254" y="35392"/>
                    <a:pt x="568" y="35392"/>
                  </a:cubicBezTo>
                  <a:cubicBezTo>
                    <a:pt x="881" y="35392"/>
                    <a:pt x="1134" y="35138"/>
                    <a:pt x="1134" y="34825"/>
                  </a:cubicBezTo>
                  <a:cubicBezTo>
                    <a:pt x="1134" y="32551"/>
                    <a:pt x="2984" y="30700"/>
                    <a:pt x="5259" y="30700"/>
                  </a:cubicBezTo>
                  <a:lnTo>
                    <a:pt x="8418" y="30700"/>
                  </a:lnTo>
                  <a:cubicBezTo>
                    <a:pt x="9407" y="30700"/>
                    <a:pt x="10213" y="29896"/>
                    <a:pt x="10213" y="28907"/>
                  </a:cubicBezTo>
                  <a:lnTo>
                    <a:pt x="10213" y="27408"/>
                  </a:lnTo>
                  <a:lnTo>
                    <a:pt x="10213" y="25804"/>
                  </a:lnTo>
                  <a:lnTo>
                    <a:pt x="10213" y="21553"/>
                  </a:lnTo>
                  <a:cubicBezTo>
                    <a:pt x="10213" y="19785"/>
                    <a:pt x="9719" y="18068"/>
                    <a:pt x="8787" y="16587"/>
                  </a:cubicBezTo>
                  <a:cubicBezTo>
                    <a:pt x="7770" y="14973"/>
                    <a:pt x="7236" y="13105"/>
                    <a:pt x="7242" y="11187"/>
                  </a:cubicBezTo>
                  <a:cubicBezTo>
                    <a:pt x="7250" y="8496"/>
                    <a:pt x="8303" y="5970"/>
                    <a:pt x="10204" y="4074"/>
                  </a:cubicBezTo>
                  <a:cubicBezTo>
                    <a:pt x="12105" y="2181"/>
                    <a:pt x="14630" y="1137"/>
                    <a:pt x="17318" y="1134"/>
                  </a:cubicBezTo>
                  <a:lnTo>
                    <a:pt x="17337" y="1134"/>
                  </a:lnTo>
                  <a:cubicBezTo>
                    <a:pt x="22893" y="1140"/>
                    <a:pt x="27411" y="5662"/>
                    <a:pt x="27411" y="11219"/>
                  </a:cubicBezTo>
                  <a:lnTo>
                    <a:pt x="27409" y="14491"/>
                  </a:lnTo>
                  <a:cubicBezTo>
                    <a:pt x="27409" y="14580"/>
                    <a:pt x="27430" y="14668"/>
                    <a:pt x="27471" y="14748"/>
                  </a:cubicBezTo>
                  <a:lnTo>
                    <a:pt x="28651" y="17076"/>
                  </a:lnTo>
                  <a:cubicBezTo>
                    <a:pt x="28755" y="17282"/>
                    <a:pt x="28673" y="17456"/>
                    <a:pt x="28633" y="17522"/>
                  </a:cubicBezTo>
                  <a:cubicBezTo>
                    <a:pt x="28593" y="17587"/>
                    <a:pt x="28474" y="17740"/>
                    <a:pt x="28242" y="17740"/>
                  </a:cubicBezTo>
                  <a:lnTo>
                    <a:pt x="27261" y="17740"/>
                  </a:lnTo>
                  <a:cubicBezTo>
                    <a:pt x="26969" y="17740"/>
                    <a:pt x="26724" y="17963"/>
                    <a:pt x="26697" y="18254"/>
                  </a:cubicBezTo>
                  <a:lnTo>
                    <a:pt x="26299" y="22446"/>
                  </a:lnTo>
                  <a:cubicBezTo>
                    <a:pt x="26209" y="23402"/>
                    <a:pt x="25417" y="24123"/>
                    <a:pt x="24457" y="24123"/>
                  </a:cubicBezTo>
                  <a:lnTo>
                    <a:pt x="22840" y="24123"/>
                  </a:lnTo>
                  <a:cubicBezTo>
                    <a:pt x="22526" y="24123"/>
                    <a:pt x="22273" y="24377"/>
                    <a:pt x="22273" y="24689"/>
                  </a:cubicBezTo>
                  <a:cubicBezTo>
                    <a:pt x="22273" y="25003"/>
                    <a:pt x="22526" y="25257"/>
                    <a:pt x="22840" y="25257"/>
                  </a:cubicBezTo>
                  <a:lnTo>
                    <a:pt x="24457" y="25257"/>
                  </a:lnTo>
                  <a:cubicBezTo>
                    <a:pt x="26005" y="25257"/>
                    <a:pt x="27282" y="24094"/>
                    <a:pt x="27428" y="22553"/>
                  </a:cubicBezTo>
                  <a:lnTo>
                    <a:pt x="27777" y="18874"/>
                  </a:lnTo>
                  <a:lnTo>
                    <a:pt x="28242" y="18874"/>
                  </a:lnTo>
                  <a:cubicBezTo>
                    <a:pt x="28800" y="18874"/>
                    <a:pt x="29307" y="18590"/>
                    <a:pt x="29600" y="18115"/>
                  </a:cubicBezTo>
                  <a:cubicBezTo>
                    <a:pt x="29891" y="17639"/>
                    <a:pt x="29914" y="17060"/>
                    <a:pt x="29661" y="16563"/>
                  </a:cubicBezTo>
                  <a:lnTo>
                    <a:pt x="28544" y="14356"/>
                  </a:lnTo>
                  <a:lnTo>
                    <a:pt x="28546" y="11219"/>
                  </a:lnTo>
                  <a:cubicBezTo>
                    <a:pt x="28546" y="5964"/>
                    <a:pt x="24928" y="1470"/>
                    <a:pt x="20024" y="330"/>
                  </a:cubicBezTo>
                  <a:cubicBezTo>
                    <a:pt x="18622" y="4"/>
                    <a:pt x="19051" y="234"/>
                    <a:pt x="18416" y="58"/>
                  </a:cubicBezTo>
                  <a:cubicBezTo>
                    <a:pt x="18414" y="58"/>
                    <a:pt x="18412" y="59"/>
                    <a:pt x="18409" y="59"/>
                  </a:cubicBezTo>
                  <a:cubicBezTo>
                    <a:pt x="18347" y="59"/>
                    <a:pt x="18049" y="1"/>
                    <a:pt x="18007"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28" name="Google Shape;1228;p47">
              <a:extLst>
                <a:ext uri="{FF2B5EF4-FFF2-40B4-BE49-F238E27FC236}">
                  <a16:creationId xmlns:a16="http://schemas.microsoft.com/office/drawing/2014/main" id="{FD8B60CB-899E-189A-6455-8F6B0D1CE1ED}"/>
                </a:ext>
              </a:extLst>
            </p:cNvPr>
            <p:cNvSpPr/>
            <p:nvPr/>
          </p:nvSpPr>
          <p:spPr>
            <a:xfrm rot="-1002475">
              <a:off x="1495332" y="2786710"/>
              <a:ext cx="610933" cy="467007"/>
            </a:xfrm>
            <a:custGeom>
              <a:avLst/>
              <a:gdLst/>
              <a:ahLst/>
              <a:cxnLst/>
              <a:rect l="l" t="t" r="r" b="b"/>
              <a:pathLst>
                <a:path w="15434" h="11798" extrusionOk="0">
                  <a:moveTo>
                    <a:pt x="9688" y="1"/>
                  </a:moveTo>
                  <a:cubicBezTo>
                    <a:pt x="9374" y="1"/>
                    <a:pt x="9121" y="254"/>
                    <a:pt x="9121" y="568"/>
                  </a:cubicBezTo>
                  <a:cubicBezTo>
                    <a:pt x="9121" y="881"/>
                    <a:pt x="9374" y="1134"/>
                    <a:pt x="9688" y="1134"/>
                  </a:cubicBezTo>
                  <a:lnTo>
                    <a:pt x="11274" y="1134"/>
                  </a:lnTo>
                  <a:cubicBezTo>
                    <a:pt x="12943" y="1134"/>
                    <a:pt x="14300" y="2492"/>
                    <a:pt x="14300" y="4161"/>
                  </a:cubicBezTo>
                  <a:cubicBezTo>
                    <a:pt x="14300" y="5030"/>
                    <a:pt x="13721" y="5767"/>
                    <a:pt x="12928" y="6005"/>
                  </a:cubicBezTo>
                  <a:cubicBezTo>
                    <a:pt x="12879" y="5505"/>
                    <a:pt x="12725" y="4834"/>
                    <a:pt x="12287" y="4314"/>
                  </a:cubicBezTo>
                  <a:cubicBezTo>
                    <a:pt x="12486" y="3967"/>
                    <a:pt x="12579" y="3582"/>
                    <a:pt x="12560" y="3174"/>
                  </a:cubicBezTo>
                  <a:cubicBezTo>
                    <a:pt x="12547" y="2870"/>
                    <a:pt x="12299" y="2633"/>
                    <a:pt x="11995" y="2633"/>
                  </a:cubicBezTo>
                  <a:cubicBezTo>
                    <a:pt x="11986" y="2633"/>
                    <a:pt x="11977" y="2633"/>
                    <a:pt x="11968" y="2633"/>
                  </a:cubicBezTo>
                  <a:cubicBezTo>
                    <a:pt x="11655" y="2648"/>
                    <a:pt x="11413" y="2913"/>
                    <a:pt x="11428" y="3225"/>
                  </a:cubicBezTo>
                  <a:cubicBezTo>
                    <a:pt x="11443" y="3572"/>
                    <a:pt x="11289" y="3872"/>
                    <a:pt x="10956" y="4140"/>
                  </a:cubicBezTo>
                  <a:cubicBezTo>
                    <a:pt x="10668" y="4372"/>
                    <a:pt x="10358" y="4483"/>
                    <a:pt x="10348" y="4487"/>
                  </a:cubicBezTo>
                  <a:cubicBezTo>
                    <a:pt x="10052" y="4588"/>
                    <a:pt x="9894" y="4909"/>
                    <a:pt x="9994" y="5204"/>
                  </a:cubicBezTo>
                  <a:cubicBezTo>
                    <a:pt x="10073" y="5441"/>
                    <a:pt x="10294" y="5591"/>
                    <a:pt x="10531" y="5591"/>
                  </a:cubicBezTo>
                  <a:cubicBezTo>
                    <a:pt x="10591" y="5591"/>
                    <a:pt x="10651" y="5581"/>
                    <a:pt x="10712" y="5560"/>
                  </a:cubicBezTo>
                  <a:cubicBezTo>
                    <a:pt x="10755" y="5546"/>
                    <a:pt x="11110" y="5421"/>
                    <a:pt x="11498" y="5150"/>
                  </a:cubicBezTo>
                  <a:cubicBezTo>
                    <a:pt x="11809" y="5617"/>
                    <a:pt x="11834" y="6323"/>
                    <a:pt x="11810" y="6602"/>
                  </a:cubicBezTo>
                  <a:cubicBezTo>
                    <a:pt x="11810" y="6610"/>
                    <a:pt x="11810" y="6617"/>
                    <a:pt x="11809" y="6626"/>
                  </a:cubicBezTo>
                  <a:cubicBezTo>
                    <a:pt x="11809" y="6634"/>
                    <a:pt x="11808" y="6644"/>
                    <a:pt x="11808" y="6653"/>
                  </a:cubicBezTo>
                  <a:cubicBezTo>
                    <a:pt x="11808" y="7872"/>
                    <a:pt x="10816" y="8864"/>
                    <a:pt x="9597" y="8864"/>
                  </a:cubicBezTo>
                  <a:lnTo>
                    <a:pt x="4495" y="8864"/>
                  </a:lnTo>
                  <a:cubicBezTo>
                    <a:pt x="4305" y="8864"/>
                    <a:pt x="4128" y="8960"/>
                    <a:pt x="4023" y="9118"/>
                  </a:cubicBezTo>
                  <a:lnTo>
                    <a:pt x="3168" y="10401"/>
                  </a:lnTo>
                  <a:cubicBezTo>
                    <a:pt x="3058" y="10566"/>
                    <a:pt x="2876" y="10663"/>
                    <a:pt x="2678" y="10663"/>
                  </a:cubicBezTo>
                  <a:lnTo>
                    <a:pt x="1722" y="10663"/>
                  </a:lnTo>
                  <a:cubicBezTo>
                    <a:pt x="1397" y="10663"/>
                    <a:pt x="1133" y="10399"/>
                    <a:pt x="1133" y="10076"/>
                  </a:cubicBezTo>
                  <a:lnTo>
                    <a:pt x="1133" y="7677"/>
                  </a:lnTo>
                  <a:cubicBezTo>
                    <a:pt x="1133" y="6032"/>
                    <a:pt x="1746" y="4459"/>
                    <a:pt x="2858" y="3249"/>
                  </a:cubicBezTo>
                  <a:cubicBezTo>
                    <a:pt x="3964" y="2047"/>
                    <a:pt x="5466" y="1305"/>
                    <a:pt x="7085" y="1160"/>
                  </a:cubicBezTo>
                  <a:cubicBezTo>
                    <a:pt x="7399" y="1133"/>
                    <a:pt x="7628" y="858"/>
                    <a:pt x="7601" y="547"/>
                  </a:cubicBezTo>
                  <a:cubicBezTo>
                    <a:pt x="7574" y="252"/>
                    <a:pt x="7328" y="30"/>
                    <a:pt x="7039" y="30"/>
                  </a:cubicBezTo>
                  <a:cubicBezTo>
                    <a:pt x="7022" y="30"/>
                    <a:pt x="7004" y="31"/>
                    <a:pt x="6986" y="32"/>
                  </a:cubicBezTo>
                  <a:cubicBezTo>
                    <a:pt x="5084" y="201"/>
                    <a:pt x="3321" y="1071"/>
                    <a:pt x="2025" y="2483"/>
                  </a:cubicBezTo>
                  <a:cubicBezTo>
                    <a:pt x="719" y="3902"/>
                    <a:pt x="1" y="5747"/>
                    <a:pt x="1" y="7677"/>
                  </a:cubicBezTo>
                  <a:lnTo>
                    <a:pt x="1" y="10076"/>
                  </a:lnTo>
                  <a:cubicBezTo>
                    <a:pt x="1" y="11025"/>
                    <a:pt x="773" y="11798"/>
                    <a:pt x="1722" y="11798"/>
                  </a:cubicBezTo>
                  <a:lnTo>
                    <a:pt x="2679" y="11798"/>
                  </a:lnTo>
                  <a:cubicBezTo>
                    <a:pt x="3256" y="11798"/>
                    <a:pt x="3793" y="11511"/>
                    <a:pt x="4112" y="11030"/>
                  </a:cubicBezTo>
                  <a:lnTo>
                    <a:pt x="4800" y="9999"/>
                  </a:lnTo>
                  <a:lnTo>
                    <a:pt x="9597" y="9999"/>
                  </a:lnTo>
                  <a:cubicBezTo>
                    <a:pt x="11264" y="9999"/>
                    <a:pt x="12650" y="8772"/>
                    <a:pt x="12902" y="7175"/>
                  </a:cubicBezTo>
                  <a:cubicBezTo>
                    <a:pt x="14338" y="6924"/>
                    <a:pt x="15434" y="5668"/>
                    <a:pt x="15434" y="4162"/>
                  </a:cubicBezTo>
                  <a:cubicBezTo>
                    <a:pt x="15434" y="1868"/>
                    <a:pt x="13568" y="1"/>
                    <a:pt x="11274"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29" name="Google Shape;1229;p47">
              <a:extLst>
                <a:ext uri="{FF2B5EF4-FFF2-40B4-BE49-F238E27FC236}">
                  <a16:creationId xmlns:a16="http://schemas.microsoft.com/office/drawing/2014/main" id="{D68996C4-0CA9-3A1F-A877-0815F7416A3B}"/>
                </a:ext>
              </a:extLst>
            </p:cNvPr>
            <p:cNvSpPr/>
            <p:nvPr/>
          </p:nvSpPr>
          <p:spPr>
            <a:xfrm rot="-1002475">
              <a:off x="1625186" y="3048514"/>
              <a:ext cx="134822" cy="82453"/>
            </a:xfrm>
            <a:custGeom>
              <a:avLst/>
              <a:gdLst/>
              <a:ahLst/>
              <a:cxnLst/>
              <a:rect l="l" t="t" r="r" b="b"/>
              <a:pathLst>
                <a:path w="3406" h="2083" extrusionOk="0">
                  <a:moveTo>
                    <a:pt x="2760" y="1"/>
                  </a:moveTo>
                  <a:cubicBezTo>
                    <a:pt x="2547" y="1"/>
                    <a:pt x="2344" y="121"/>
                    <a:pt x="2247" y="325"/>
                  </a:cubicBezTo>
                  <a:cubicBezTo>
                    <a:pt x="2098" y="638"/>
                    <a:pt x="1822" y="830"/>
                    <a:pt x="1402" y="911"/>
                  </a:cubicBezTo>
                  <a:cubicBezTo>
                    <a:pt x="1247" y="940"/>
                    <a:pt x="1100" y="949"/>
                    <a:pt x="981" y="949"/>
                  </a:cubicBezTo>
                  <a:cubicBezTo>
                    <a:pt x="817" y="949"/>
                    <a:pt x="706" y="933"/>
                    <a:pt x="701" y="931"/>
                  </a:cubicBezTo>
                  <a:cubicBezTo>
                    <a:pt x="670" y="927"/>
                    <a:pt x="640" y="924"/>
                    <a:pt x="610" y="924"/>
                  </a:cubicBezTo>
                  <a:cubicBezTo>
                    <a:pt x="338" y="924"/>
                    <a:pt x="97" y="1121"/>
                    <a:pt x="51" y="1400"/>
                  </a:cubicBezTo>
                  <a:cubicBezTo>
                    <a:pt x="1" y="1708"/>
                    <a:pt x="210" y="2000"/>
                    <a:pt x="519" y="2050"/>
                  </a:cubicBezTo>
                  <a:cubicBezTo>
                    <a:pt x="549" y="2056"/>
                    <a:pt x="726" y="2083"/>
                    <a:pt x="980" y="2083"/>
                  </a:cubicBezTo>
                  <a:cubicBezTo>
                    <a:pt x="1150" y="2083"/>
                    <a:pt x="1354" y="2071"/>
                    <a:pt x="1573" y="2033"/>
                  </a:cubicBezTo>
                  <a:cubicBezTo>
                    <a:pt x="2373" y="1890"/>
                    <a:pt x="2959" y="1468"/>
                    <a:pt x="3272" y="811"/>
                  </a:cubicBezTo>
                  <a:cubicBezTo>
                    <a:pt x="3406" y="528"/>
                    <a:pt x="3285" y="190"/>
                    <a:pt x="3002" y="56"/>
                  </a:cubicBezTo>
                  <a:cubicBezTo>
                    <a:pt x="2924" y="19"/>
                    <a:pt x="2841" y="1"/>
                    <a:pt x="2760"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242" name="Google Shape;1242;p47">
            <a:extLst>
              <a:ext uri="{FF2B5EF4-FFF2-40B4-BE49-F238E27FC236}">
                <a16:creationId xmlns:a16="http://schemas.microsoft.com/office/drawing/2014/main" id="{79A1ECD5-7C5E-1A8D-CF6A-054BF2CCA44A}"/>
              </a:ext>
            </a:extLst>
          </p:cNvPr>
          <p:cNvSpPr/>
          <p:nvPr/>
        </p:nvSpPr>
        <p:spPr>
          <a:xfrm rot="-9388557">
            <a:off x="5248733" y="647732"/>
            <a:ext cx="112800" cy="112818"/>
          </a:xfrm>
          <a:custGeom>
            <a:avLst/>
            <a:gdLst/>
            <a:ahLst/>
            <a:cxnLst/>
            <a:rect l="l" t="t" r="r" b="b"/>
            <a:pathLst>
              <a:path w="6138" h="6139" extrusionOk="0">
                <a:moveTo>
                  <a:pt x="3069" y="0"/>
                </a:moveTo>
                <a:cubicBezTo>
                  <a:pt x="2625" y="513"/>
                  <a:pt x="2402" y="1024"/>
                  <a:pt x="2235" y="1535"/>
                </a:cubicBezTo>
                <a:cubicBezTo>
                  <a:pt x="2177" y="1722"/>
                  <a:pt x="2134" y="1909"/>
                  <a:pt x="2099" y="2097"/>
                </a:cubicBezTo>
                <a:cubicBezTo>
                  <a:pt x="1912" y="2131"/>
                  <a:pt x="1723" y="2173"/>
                  <a:pt x="1536" y="2233"/>
                </a:cubicBezTo>
                <a:cubicBezTo>
                  <a:pt x="1023" y="2398"/>
                  <a:pt x="512" y="2623"/>
                  <a:pt x="1" y="3070"/>
                </a:cubicBezTo>
                <a:cubicBezTo>
                  <a:pt x="512" y="3517"/>
                  <a:pt x="1023" y="3740"/>
                  <a:pt x="1536" y="3907"/>
                </a:cubicBezTo>
                <a:cubicBezTo>
                  <a:pt x="1722" y="3966"/>
                  <a:pt x="1909" y="4008"/>
                  <a:pt x="2096" y="4042"/>
                </a:cubicBezTo>
                <a:cubicBezTo>
                  <a:pt x="2132" y="4230"/>
                  <a:pt x="2173" y="4417"/>
                  <a:pt x="2232" y="4604"/>
                </a:cubicBezTo>
                <a:cubicBezTo>
                  <a:pt x="2399" y="5115"/>
                  <a:pt x="2622" y="5627"/>
                  <a:pt x="3069" y="6138"/>
                </a:cubicBezTo>
                <a:cubicBezTo>
                  <a:pt x="3517" y="5627"/>
                  <a:pt x="3741" y="5115"/>
                  <a:pt x="3906" y="4604"/>
                </a:cubicBezTo>
                <a:cubicBezTo>
                  <a:pt x="3966" y="4416"/>
                  <a:pt x="4008" y="4229"/>
                  <a:pt x="4042" y="4040"/>
                </a:cubicBezTo>
                <a:cubicBezTo>
                  <a:pt x="4230" y="4005"/>
                  <a:pt x="4416" y="3963"/>
                  <a:pt x="4604" y="3904"/>
                </a:cubicBezTo>
                <a:cubicBezTo>
                  <a:pt x="5115" y="3737"/>
                  <a:pt x="5626" y="3514"/>
                  <a:pt x="6138" y="3070"/>
                </a:cubicBezTo>
                <a:cubicBezTo>
                  <a:pt x="5626" y="2625"/>
                  <a:pt x="5115" y="2402"/>
                  <a:pt x="4604" y="2235"/>
                </a:cubicBezTo>
                <a:cubicBezTo>
                  <a:pt x="4416" y="2176"/>
                  <a:pt x="4228" y="2133"/>
                  <a:pt x="4040" y="2099"/>
                </a:cubicBezTo>
                <a:cubicBezTo>
                  <a:pt x="4005" y="1910"/>
                  <a:pt x="3963" y="1723"/>
                  <a:pt x="3904" y="1535"/>
                </a:cubicBezTo>
                <a:cubicBezTo>
                  <a:pt x="3738" y="1024"/>
                  <a:pt x="3514" y="513"/>
                  <a:pt x="3069"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 name="TextBox 3">
            <a:extLst>
              <a:ext uri="{FF2B5EF4-FFF2-40B4-BE49-F238E27FC236}">
                <a16:creationId xmlns:a16="http://schemas.microsoft.com/office/drawing/2014/main" id="{3B22E151-609A-E4DD-C300-83A03E66A3CF}"/>
              </a:ext>
            </a:extLst>
          </p:cNvPr>
          <p:cNvSpPr txBox="1"/>
          <p:nvPr/>
        </p:nvSpPr>
        <p:spPr>
          <a:xfrm>
            <a:off x="981913" y="814454"/>
            <a:ext cx="7180174" cy="430887"/>
          </a:xfrm>
          <a:prstGeom prst="rect">
            <a:avLst/>
          </a:prstGeom>
          <a:noFill/>
        </p:spPr>
        <p:txBody>
          <a:bodyPr wrap="square">
            <a:spAutoFit/>
          </a:bodyPr>
          <a:lstStyle/>
          <a:p>
            <a:pPr marL="0" marR="0" algn="ctr" rtl="0">
              <a:spcBef>
                <a:spcPts val="600"/>
              </a:spcBef>
              <a:spcAft>
                <a:spcPts val="600"/>
              </a:spcAft>
              <a:buNone/>
            </a:pPr>
            <a:r>
              <a:rPr lang="en-US" sz="2200" b="1" dirty="0">
                <a:latin typeface="ADLaM Display" panose="02010000000000000000" pitchFamily="2" charset="0"/>
                <a:ea typeface="ADLaM Display" panose="02010000000000000000" pitchFamily="2" charset="0"/>
                <a:cs typeface="ADLaM Display" panose="02010000000000000000" pitchFamily="2" charset="0"/>
              </a:rPr>
              <a:t>The role of Glucocorticoids in RA </a:t>
            </a:r>
            <a:endParaRPr lang="en-US" sz="2200" dirty="0">
              <a:effectLst/>
              <a:latin typeface="ADLaM Display" panose="02010000000000000000" pitchFamily="2" charset="0"/>
              <a:ea typeface="ADLaM Display" panose="02010000000000000000" pitchFamily="2" charset="0"/>
              <a:cs typeface="ADLaM Display" panose="02010000000000000000" pitchFamily="2" charset="0"/>
            </a:endParaRPr>
          </a:p>
        </p:txBody>
      </p:sp>
    </p:spTree>
    <p:extLst>
      <p:ext uri="{BB962C8B-B14F-4D97-AF65-F5344CB8AC3E}">
        <p14:creationId xmlns:p14="http://schemas.microsoft.com/office/powerpoint/2010/main" val="3140536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1220">
          <a:extLst>
            <a:ext uri="{FF2B5EF4-FFF2-40B4-BE49-F238E27FC236}">
              <a16:creationId xmlns:a16="http://schemas.microsoft.com/office/drawing/2014/main" id="{FD6179FE-BB33-F65F-5443-653968F2CF1C}"/>
            </a:ext>
          </a:extLst>
        </p:cNvPr>
        <p:cNvGrpSpPr/>
        <p:nvPr/>
      </p:nvGrpSpPr>
      <p:grpSpPr>
        <a:xfrm>
          <a:off x="0" y="0"/>
          <a:ext cx="0" cy="0"/>
          <a:chOff x="0" y="0"/>
          <a:chExt cx="0" cy="0"/>
        </a:xfrm>
      </p:grpSpPr>
      <p:sp>
        <p:nvSpPr>
          <p:cNvPr id="1221" name="Google Shape;1221;p47">
            <a:extLst>
              <a:ext uri="{FF2B5EF4-FFF2-40B4-BE49-F238E27FC236}">
                <a16:creationId xmlns:a16="http://schemas.microsoft.com/office/drawing/2014/main" id="{7CE5D5A5-8BFD-03CF-EBE4-49FB9E47D6EA}"/>
              </a:ext>
            </a:extLst>
          </p:cNvPr>
          <p:cNvSpPr txBox="1">
            <a:spLocks noGrp="1"/>
          </p:cNvSpPr>
          <p:nvPr>
            <p:ph type="title"/>
          </p:nvPr>
        </p:nvSpPr>
        <p:spPr>
          <a:xfrm>
            <a:off x="351076" y="635954"/>
            <a:ext cx="5163563" cy="3479400"/>
          </a:xfrm>
          <a:prstGeom prst="rect">
            <a:avLst/>
          </a:prstGeom>
        </p:spPr>
        <p:txBody>
          <a:bodyPr spcFirstLastPara="1" wrap="square" lIns="91425" tIns="91425" rIns="91425" bIns="91425" anchor="ctr" anchorCtr="0">
            <a:noAutofit/>
          </a:bodyPr>
          <a:lstStyle/>
          <a:p>
            <a:pPr algn="l">
              <a:lnSpc>
                <a:spcPct val="100000"/>
              </a:lnSpc>
            </a:pPr>
            <a:r>
              <a:rPr lang="en-US" sz="1800" dirty="0">
                <a:latin typeface="Fredoka One" panose="02000000000000000000" pitchFamily="2" charset="0"/>
                <a:ea typeface="ADLaM Display" panose="02010000000000000000" pitchFamily="2" charset="0"/>
                <a:cs typeface="ADLaM Display" panose="02010000000000000000" pitchFamily="2" charset="0"/>
              </a:rPr>
              <a:t>N-</a:t>
            </a:r>
            <a:r>
              <a:rPr lang="en-US" sz="1800" dirty="0" err="1">
                <a:latin typeface="Fredoka One" panose="02000000000000000000" pitchFamily="2" charset="0"/>
                <a:ea typeface="ADLaM Display" panose="02010000000000000000" pitchFamily="2" charset="0"/>
                <a:cs typeface="ADLaM Display" panose="02010000000000000000" pitchFamily="2" charset="0"/>
              </a:rPr>
              <a:t>Palmitoylethanolamine</a:t>
            </a:r>
            <a:r>
              <a:rPr lang="en-US" sz="1800" dirty="0">
                <a:latin typeface="Fredoka One" panose="02000000000000000000" pitchFamily="2" charset="0"/>
                <a:ea typeface="ADLaM Display" panose="02010000000000000000" pitchFamily="2" charset="0"/>
                <a:cs typeface="ADLaM Display" panose="02010000000000000000" pitchFamily="2" charset="0"/>
              </a:rPr>
              <a:t> (PEA) is an endogenous lipid mediator, chemically composed of palmitic acid and ethanolamine, which is naturally produced within the human body and found in dietary sources such as egg yolks, soybeans, and peanuts. </a:t>
            </a:r>
            <a:br>
              <a:rPr lang="en-US" sz="1800" dirty="0">
                <a:latin typeface="Fredoka One" panose="02000000000000000000" pitchFamily="2" charset="0"/>
                <a:ea typeface="ADLaM Display" panose="02010000000000000000" pitchFamily="2" charset="0"/>
                <a:cs typeface="ADLaM Display" panose="02010000000000000000" pitchFamily="2" charset="0"/>
              </a:rPr>
            </a:br>
            <a:br>
              <a:rPr lang="en-US" sz="1800" dirty="0">
                <a:latin typeface="Fredoka One" panose="02000000000000000000" pitchFamily="2" charset="0"/>
                <a:ea typeface="ADLaM Display" panose="02010000000000000000" pitchFamily="2" charset="0"/>
                <a:cs typeface="ADLaM Display" panose="02010000000000000000" pitchFamily="2" charset="0"/>
              </a:rPr>
            </a:br>
            <a:endParaRPr sz="1800" b="1" u="sng" dirty="0">
              <a:latin typeface="Fredoka One" panose="02000000000000000000" pitchFamily="2" charset="0"/>
              <a:ea typeface="ADLaM Display" panose="02010000000000000000" pitchFamily="2" charset="0"/>
              <a:cs typeface="ADLaM Display" panose="02010000000000000000" pitchFamily="2" charset="0"/>
            </a:endParaRPr>
          </a:p>
        </p:txBody>
      </p:sp>
      <p:grpSp>
        <p:nvGrpSpPr>
          <p:cNvPr id="1222" name="Google Shape;1222;p47">
            <a:extLst>
              <a:ext uri="{FF2B5EF4-FFF2-40B4-BE49-F238E27FC236}">
                <a16:creationId xmlns:a16="http://schemas.microsoft.com/office/drawing/2014/main" id="{4662DC10-8716-9F97-EE38-9182E5663CF5}"/>
              </a:ext>
            </a:extLst>
          </p:cNvPr>
          <p:cNvGrpSpPr/>
          <p:nvPr/>
        </p:nvGrpSpPr>
        <p:grpSpPr>
          <a:xfrm>
            <a:off x="122278" y="87555"/>
            <a:ext cx="623693" cy="542353"/>
            <a:chOff x="1082169" y="2497002"/>
            <a:chExt cx="1663996" cy="1720378"/>
          </a:xfrm>
        </p:grpSpPr>
        <p:sp>
          <p:nvSpPr>
            <p:cNvPr id="1223" name="Google Shape;1223;p47">
              <a:extLst>
                <a:ext uri="{FF2B5EF4-FFF2-40B4-BE49-F238E27FC236}">
                  <a16:creationId xmlns:a16="http://schemas.microsoft.com/office/drawing/2014/main" id="{E86C4941-DDD6-7D43-99DE-2B03299BEFB3}"/>
                </a:ext>
              </a:extLst>
            </p:cNvPr>
            <p:cNvSpPr/>
            <p:nvPr/>
          </p:nvSpPr>
          <p:spPr>
            <a:xfrm rot="-1002475">
              <a:off x="1255753" y="2656719"/>
              <a:ext cx="1316828" cy="1400943"/>
            </a:xfrm>
            <a:custGeom>
              <a:avLst/>
              <a:gdLst/>
              <a:ahLst/>
              <a:cxnLst/>
              <a:rect l="l" t="t" r="r" b="b"/>
              <a:pathLst>
                <a:path w="33267" h="35392" extrusionOk="0">
                  <a:moveTo>
                    <a:pt x="16501" y="1"/>
                  </a:moveTo>
                  <a:cubicBezTo>
                    <a:pt x="15873" y="110"/>
                    <a:pt x="14762" y="293"/>
                    <a:pt x="14762" y="293"/>
                  </a:cubicBezTo>
                  <a:cubicBezTo>
                    <a:pt x="12749" y="761"/>
                    <a:pt x="10902" y="1778"/>
                    <a:pt x="9405" y="3270"/>
                  </a:cubicBezTo>
                  <a:cubicBezTo>
                    <a:pt x="7289" y="5379"/>
                    <a:pt x="6118" y="8189"/>
                    <a:pt x="6108" y="11183"/>
                  </a:cubicBezTo>
                  <a:cubicBezTo>
                    <a:pt x="6102" y="13317"/>
                    <a:pt x="6696" y="15394"/>
                    <a:pt x="7829" y="17192"/>
                  </a:cubicBezTo>
                  <a:cubicBezTo>
                    <a:pt x="8647" y="18490"/>
                    <a:pt x="9079" y="19998"/>
                    <a:pt x="9079" y="21552"/>
                  </a:cubicBezTo>
                  <a:lnTo>
                    <a:pt x="9079" y="24669"/>
                  </a:lnTo>
                  <a:lnTo>
                    <a:pt x="9118" y="25929"/>
                  </a:lnTo>
                  <a:lnTo>
                    <a:pt x="9079" y="26273"/>
                  </a:lnTo>
                  <a:lnTo>
                    <a:pt x="9079" y="28907"/>
                  </a:lnTo>
                  <a:cubicBezTo>
                    <a:pt x="9079" y="29271"/>
                    <a:pt x="8783" y="29566"/>
                    <a:pt x="8418" y="29566"/>
                  </a:cubicBezTo>
                  <a:lnTo>
                    <a:pt x="5260" y="29566"/>
                  </a:lnTo>
                  <a:cubicBezTo>
                    <a:pt x="2360" y="29566"/>
                    <a:pt x="1" y="31925"/>
                    <a:pt x="1" y="34825"/>
                  </a:cubicBezTo>
                  <a:cubicBezTo>
                    <a:pt x="1" y="35137"/>
                    <a:pt x="254" y="35392"/>
                    <a:pt x="568" y="35392"/>
                  </a:cubicBezTo>
                  <a:cubicBezTo>
                    <a:pt x="881" y="35392"/>
                    <a:pt x="1134" y="35137"/>
                    <a:pt x="1134" y="34825"/>
                  </a:cubicBezTo>
                  <a:lnTo>
                    <a:pt x="1134" y="34824"/>
                  </a:lnTo>
                  <a:lnTo>
                    <a:pt x="32132" y="34824"/>
                  </a:lnTo>
                  <a:cubicBezTo>
                    <a:pt x="32132" y="35137"/>
                    <a:pt x="32386" y="35392"/>
                    <a:pt x="32700" y="35392"/>
                  </a:cubicBezTo>
                  <a:cubicBezTo>
                    <a:pt x="33012" y="35392"/>
                    <a:pt x="33266" y="35137"/>
                    <a:pt x="33266" y="34824"/>
                  </a:cubicBezTo>
                  <a:cubicBezTo>
                    <a:pt x="33266" y="33420"/>
                    <a:pt x="32719" y="32099"/>
                    <a:pt x="31726" y="31107"/>
                  </a:cubicBezTo>
                  <a:cubicBezTo>
                    <a:pt x="30734" y="30114"/>
                    <a:pt x="29413" y="29567"/>
                    <a:pt x="28007" y="29567"/>
                  </a:cubicBezTo>
                  <a:lnTo>
                    <a:pt x="20189" y="29567"/>
                  </a:lnTo>
                  <a:cubicBezTo>
                    <a:pt x="19825" y="29567"/>
                    <a:pt x="19528" y="29271"/>
                    <a:pt x="19528" y="28907"/>
                  </a:cubicBezTo>
                  <a:lnTo>
                    <a:pt x="19528" y="25916"/>
                  </a:lnTo>
                  <a:cubicBezTo>
                    <a:pt x="19528" y="25553"/>
                    <a:pt x="19825" y="25256"/>
                    <a:pt x="20189" y="25256"/>
                  </a:cubicBezTo>
                  <a:cubicBezTo>
                    <a:pt x="20502" y="25256"/>
                    <a:pt x="20756" y="25003"/>
                    <a:pt x="20756" y="24689"/>
                  </a:cubicBezTo>
                  <a:lnTo>
                    <a:pt x="22273" y="24689"/>
                  </a:lnTo>
                  <a:cubicBezTo>
                    <a:pt x="22273" y="25003"/>
                    <a:pt x="22527" y="25256"/>
                    <a:pt x="22840" y="25256"/>
                  </a:cubicBezTo>
                  <a:lnTo>
                    <a:pt x="24457" y="25256"/>
                  </a:lnTo>
                  <a:cubicBezTo>
                    <a:pt x="26005" y="25256"/>
                    <a:pt x="27282" y="24094"/>
                    <a:pt x="27428" y="22553"/>
                  </a:cubicBezTo>
                  <a:lnTo>
                    <a:pt x="27777" y="18874"/>
                  </a:lnTo>
                  <a:lnTo>
                    <a:pt x="28243" y="18874"/>
                  </a:lnTo>
                  <a:cubicBezTo>
                    <a:pt x="28800" y="18874"/>
                    <a:pt x="29307" y="18590"/>
                    <a:pt x="29600" y="18115"/>
                  </a:cubicBezTo>
                  <a:cubicBezTo>
                    <a:pt x="29891" y="17639"/>
                    <a:pt x="29914" y="17059"/>
                    <a:pt x="29663" y="16563"/>
                  </a:cubicBezTo>
                  <a:lnTo>
                    <a:pt x="28544" y="14356"/>
                  </a:lnTo>
                  <a:lnTo>
                    <a:pt x="28546" y="11219"/>
                  </a:lnTo>
                  <a:cubicBezTo>
                    <a:pt x="28546" y="5964"/>
                    <a:pt x="24928" y="1470"/>
                    <a:pt x="20024" y="330"/>
                  </a:cubicBezTo>
                  <a:cubicBezTo>
                    <a:pt x="18622" y="4"/>
                    <a:pt x="19051" y="233"/>
                    <a:pt x="18416" y="58"/>
                  </a:cubicBezTo>
                  <a:cubicBezTo>
                    <a:pt x="18414" y="58"/>
                    <a:pt x="18412" y="59"/>
                    <a:pt x="18409" y="59"/>
                  </a:cubicBezTo>
                  <a:cubicBezTo>
                    <a:pt x="18347" y="59"/>
                    <a:pt x="18049" y="1"/>
                    <a:pt x="18007" y="1"/>
                  </a:cubicBezTo>
                  <a:close/>
                </a:path>
              </a:pathLst>
            </a:custGeom>
            <a:solidFill>
              <a:schemeClr val="accent2"/>
            </a:solidFill>
            <a:ln w="114300" cap="flat" cmpd="sng">
              <a:solidFill>
                <a:schemeClr val="accent2"/>
              </a:solidFill>
              <a:prstDash val="solid"/>
              <a:round/>
              <a:headEnd type="none" w="sm" len="sm"/>
              <a:tailEnd type="none" w="sm" len="sm"/>
            </a:ln>
            <a:effectLst>
              <a:outerShdw dist="76200" dir="1800000" algn="bl" rotWithShape="0">
                <a:schemeClr val="lt2"/>
              </a:outerShdw>
            </a:effectLst>
          </p:spPr>
          <p:txBody>
            <a:bodyPr spcFirstLastPara="1" wrap="square" lIns="91425" tIns="91425" rIns="91425" bIns="91425" anchor="ctr" anchorCtr="0">
              <a:noAutofit/>
            </a:bodyPr>
            <a:lstStyle/>
            <a:p>
              <a:pPr marL="0" marR="0" lvl="0" indent="0" algn="l" rtl="0">
                <a:lnSpc>
                  <a:spcPct val="100000"/>
                </a:lnSpc>
                <a:spcBef>
                  <a:spcPts val="0"/>
                </a:spcBef>
                <a:spcAft>
                  <a:spcPts val="0"/>
                </a:spcAft>
                <a:buNone/>
              </a:pPr>
              <a:endParaRPr/>
            </a:p>
          </p:txBody>
        </p:sp>
        <p:sp>
          <p:nvSpPr>
            <p:cNvPr id="1224" name="Google Shape;1224;p47">
              <a:extLst>
                <a:ext uri="{FF2B5EF4-FFF2-40B4-BE49-F238E27FC236}">
                  <a16:creationId xmlns:a16="http://schemas.microsoft.com/office/drawing/2014/main" id="{8A23D1C8-CCC7-6A40-F421-B28340EB44AE}"/>
                </a:ext>
              </a:extLst>
            </p:cNvPr>
            <p:cNvSpPr/>
            <p:nvPr/>
          </p:nvSpPr>
          <p:spPr>
            <a:xfrm rot="-1002475">
              <a:off x="1278198" y="2679168"/>
              <a:ext cx="1271901" cy="1356055"/>
            </a:xfrm>
            <a:custGeom>
              <a:avLst/>
              <a:gdLst/>
              <a:ahLst/>
              <a:cxnLst/>
              <a:rect l="l" t="t" r="r" b="b"/>
              <a:pathLst>
                <a:path w="32132" h="34258" extrusionOk="0">
                  <a:moveTo>
                    <a:pt x="16761" y="0"/>
                  </a:moveTo>
                  <a:cubicBezTo>
                    <a:pt x="10884" y="0"/>
                    <a:pt x="6127" y="4741"/>
                    <a:pt x="6108" y="10618"/>
                  </a:cubicBezTo>
                  <a:cubicBezTo>
                    <a:pt x="6102" y="12715"/>
                    <a:pt x="6701" y="14672"/>
                    <a:pt x="7741" y="16323"/>
                  </a:cubicBezTo>
                  <a:cubicBezTo>
                    <a:pt x="8620" y="17718"/>
                    <a:pt x="9079" y="19337"/>
                    <a:pt x="9079" y="20986"/>
                  </a:cubicBezTo>
                  <a:lnTo>
                    <a:pt x="9079" y="28340"/>
                  </a:lnTo>
                  <a:cubicBezTo>
                    <a:pt x="9079" y="29017"/>
                    <a:pt x="8529" y="29567"/>
                    <a:pt x="7851" y="29567"/>
                  </a:cubicBezTo>
                  <a:lnTo>
                    <a:pt x="4693" y="29567"/>
                  </a:lnTo>
                  <a:cubicBezTo>
                    <a:pt x="2101" y="29567"/>
                    <a:pt x="1" y="31667"/>
                    <a:pt x="1" y="34258"/>
                  </a:cubicBezTo>
                  <a:lnTo>
                    <a:pt x="32131" y="34258"/>
                  </a:lnTo>
                  <a:cubicBezTo>
                    <a:pt x="32131" y="31667"/>
                    <a:pt x="30032" y="29567"/>
                    <a:pt x="27440" y="29567"/>
                  </a:cubicBezTo>
                  <a:lnTo>
                    <a:pt x="19622" y="29567"/>
                  </a:lnTo>
                  <a:cubicBezTo>
                    <a:pt x="18944" y="29567"/>
                    <a:pt x="18395" y="29017"/>
                    <a:pt x="18395" y="28339"/>
                  </a:cubicBezTo>
                  <a:lnTo>
                    <a:pt x="18395" y="25349"/>
                  </a:lnTo>
                  <a:cubicBezTo>
                    <a:pt x="18395" y="24671"/>
                    <a:pt x="18944" y="24122"/>
                    <a:pt x="19622" y="24122"/>
                  </a:cubicBezTo>
                  <a:lnTo>
                    <a:pt x="23890" y="24122"/>
                  </a:lnTo>
                  <a:cubicBezTo>
                    <a:pt x="25137" y="24122"/>
                    <a:pt x="26179" y="23174"/>
                    <a:pt x="26297" y="21933"/>
                  </a:cubicBezTo>
                  <a:lnTo>
                    <a:pt x="26694" y="17739"/>
                  </a:lnTo>
                  <a:lnTo>
                    <a:pt x="27676" y="17739"/>
                  </a:lnTo>
                  <a:cubicBezTo>
                    <a:pt x="28440" y="17739"/>
                    <a:pt x="28935" y="16934"/>
                    <a:pt x="28590" y="16252"/>
                  </a:cubicBezTo>
                  <a:lnTo>
                    <a:pt x="27410" y="13924"/>
                  </a:lnTo>
                  <a:lnTo>
                    <a:pt x="27412" y="10652"/>
                  </a:lnTo>
                  <a:cubicBezTo>
                    <a:pt x="27412" y="4770"/>
                    <a:pt x="22643" y="1"/>
                    <a:pt x="16761"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25" name="Google Shape;1225;p47">
              <a:extLst>
                <a:ext uri="{FF2B5EF4-FFF2-40B4-BE49-F238E27FC236}">
                  <a16:creationId xmlns:a16="http://schemas.microsoft.com/office/drawing/2014/main" id="{BA73C421-8390-284C-7C35-05DEECCECAE8}"/>
                </a:ext>
              </a:extLst>
            </p:cNvPr>
            <p:cNvSpPr/>
            <p:nvPr/>
          </p:nvSpPr>
          <p:spPr>
            <a:xfrm rot="-1002475">
              <a:off x="1517787" y="2809192"/>
              <a:ext cx="566046" cy="422120"/>
            </a:xfrm>
            <a:custGeom>
              <a:avLst/>
              <a:gdLst/>
              <a:ahLst/>
              <a:cxnLst/>
              <a:rect l="l" t="t" r="r" b="b"/>
              <a:pathLst>
                <a:path w="14300" h="10664" extrusionOk="0">
                  <a:moveTo>
                    <a:pt x="7108" y="1"/>
                  </a:moveTo>
                  <a:cubicBezTo>
                    <a:pt x="3183" y="1"/>
                    <a:pt x="0" y="3182"/>
                    <a:pt x="0" y="7109"/>
                  </a:cubicBezTo>
                  <a:lnTo>
                    <a:pt x="0" y="9508"/>
                  </a:lnTo>
                  <a:cubicBezTo>
                    <a:pt x="0" y="10145"/>
                    <a:pt x="517" y="10663"/>
                    <a:pt x="1156" y="10663"/>
                  </a:cubicBezTo>
                  <a:lnTo>
                    <a:pt x="2112" y="10663"/>
                  </a:lnTo>
                  <a:cubicBezTo>
                    <a:pt x="2499" y="10663"/>
                    <a:pt x="2860" y="10469"/>
                    <a:pt x="3074" y="10148"/>
                  </a:cubicBezTo>
                  <a:lnTo>
                    <a:pt x="3929" y="8864"/>
                  </a:lnTo>
                  <a:lnTo>
                    <a:pt x="9030" y="8864"/>
                  </a:lnTo>
                  <a:cubicBezTo>
                    <a:pt x="10564" y="8864"/>
                    <a:pt x="11809" y="7620"/>
                    <a:pt x="11809" y="6085"/>
                  </a:cubicBezTo>
                  <a:cubicBezTo>
                    <a:pt x="13184" y="6085"/>
                    <a:pt x="14300" y="4969"/>
                    <a:pt x="14300" y="3594"/>
                  </a:cubicBezTo>
                  <a:cubicBezTo>
                    <a:pt x="14300" y="1609"/>
                    <a:pt x="12691" y="1"/>
                    <a:pt x="10707"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26" name="Google Shape;1226;p47">
              <a:extLst>
                <a:ext uri="{FF2B5EF4-FFF2-40B4-BE49-F238E27FC236}">
                  <a16:creationId xmlns:a16="http://schemas.microsoft.com/office/drawing/2014/main" id="{C5988C40-4089-DAAE-4B87-D40DF2A14E2F}"/>
                </a:ext>
              </a:extLst>
            </p:cNvPr>
            <p:cNvSpPr/>
            <p:nvPr/>
          </p:nvSpPr>
          <p:spPr>
            <a:xfrm rot="-1002475">
              <a:off x="2105720" y="3486731"/>
              <a:ext cx="588727" cy="446107"/>
            </a:xfrm>
            <a:custGeom>
              <a:avLst/>
              <a:gdLst/>
              <a:ahLst/>
              <a:cxnLst/>
              <a:rect l="l" t="t" r="r" b="b"/>
              <a:pathLst>
                <a:path w="14873" h="11270" extrusionOk="0">
                  <a:moveTo>
                    <a:pt x="1795" y="1"/>
                  </a:moveTo>
                  <a:cubicBezTo>
                    <a:pt x="805" y="1"/>
                    <a:pt x="1" y="805"/>
                    <a:pt x="1" y="1794"/>
                  </a:cubicBezTo>
                  <a:lnTo>
                    <a:pt x="1" y="4785"/>
                  </a:lnTo>
                  <a:cubicBezTo>
                    <a:pt x="1" y="5774"/>
                    <a:pt x="805" y="6578"/>
                    <a:pt x="1795" y="6578"/>
                  </a:cubicBezTo>
                  <a:lnTo>
                    <a:pt x="9613" y="6578"/>
                  </a:lnTo>
                  <a:cubicBezTo>
                    <a:pt x="10716" y="6578"/>
                    <a:pt x="11751" y="7008"/>
                    <a:pt x="12531" y="7787"/>
                  </a:cubicBezTo>
                  <a:cubicBezTo>
                    <a:pt x="13309" y="8565"/>
                    <a:pt x="13739" y="9601"/>
                    <a:pt x="13739" y="10703"/>
                  </a:cubicBezTo>
                  <a:cubicBezTo>
                    <a:pt x="13739" y="11016"/>
                    <a:pt x="13992" y="11270"/>
                    <a:pt x="14306" y="11270"/>
                  </a:cubicBezTo>
                  <a:cubicBezTo>
                    <a:pt x="14619" y="11270"/>
                    <a:pt x="14872" y="11016"/>
                    <a:pt x="14872" y="10703"/>
                  </a:cubicBezTo>
                  <a:cubicBezTo>
                    <a:pt x="14872" y="9297"/>
                    <a:pt x="14325" y="7977"/>
                    <a:pt x="13332" y="6985"/>
                  </a:cubicBezTo>
                  <a:cubicBezTo>
                    <a:pt x="12339" y="5992"/>
                    <a:pt x="11019" y="5445"/>
                    <a:pt x="9613" y="5445"/>
                  </a:cubicBezTo>
                  <a:lnTo>
                    <a:pt x="1795" y="5445"/>
                  </a:lnTo>
                  <a:cubicBezTo>
                    <a:pt x="1431" y="5445"/>
                    <a:pt x="1134" y="5149"/>
                    <a:pt x="1134" y="4785"/>
                  </a:cubicBezTo>
                  <a:lnTo>
                    <a:pt x="1134" y="1794"/>
                  </a:lnTo>
                  <a:cubicBezTo>
                    <a:pt x="1134" y="1431"/>
                    <a:pt x="1431" y="1134"/>
                    <a:pt x="1795" y="1134"/>
                  </a:cubicBezTo>
                  <a:cubicBezTo>
                    <a:pt x="2108" y="1134"/>
                    <a:pt x="2362" y="881"/>
                    <a:pt x="2362" y="567"/>
                  </a:cubicBezTo>
                  <a:cubicBezTo>
                    <a:pt x="2362" y="254"/>
                    <a:pt x="2108" y="1"/>
                    <a:pt x="179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27" name="Google Shape;1227;p47">
              <a:extLst>
                <a:ext uri="{FF2B5EF4-FFF2-40B4-BE49-F238E27FC236}">
                  <a16:creationId xmlns:a16="http://schemas.microsoft.com/office/drawing/2014/main" id="{2943A996-DE9D-42EB-9521-D3BBDC20F6C4}"/>
                </a:ext>
              </a:extLst>
            </p:cNvPr>
            <p:cNvSpPr/>
            <p:nvPr/>
          </p:nvSpPr>
          <p:spPr>
            <a:xfrm rot="-1002475">
              <a:off x="1258555" y="2675798"/>
              <a:ext cx="1184104" cy="1400943"/>
            </a:xfrm>
            <a:custGeom>
              <a:avLst/>
              <a:gdLst/>
              <a:ahLst/>
              <a:cxnLst/>
              <a:rect l="l" t="t" r="r" b="b"/>
              <a:pathLst>
                <a:path w="29914" h="35392" extrusionOk="0">
                  <a:moveTo>
                    <a:pt x="16501" y="1"/>
                  </a:moveTo>
                  <a:cubicBezTo>
                    <a:pt x="15873" y="110"/>
                    <a:pt x="14762" y="294"/>
                    <a:pt x="14760" y="294"/>
                  </a:cubicBezTo>
                  <a:cubicBezTo>
                    <a:pt x="12748" y="761"/>
                    <a:pt x="10901" y="1778"/>
                    <a:pt x="9404" y="3270"/>
                  </a:cubicBezTo>
                  <a:cubicBezTo>
                    <a:pt x="7288" y="5380"/>
                    <a:pt x="6118" y="8190"/>
                    <a:pt x="6108" y="11184"/>
                  </a:cubicBezTo>
                  <a:cubicBezTo>
                    <a:pt x="6101" y="13318"/>
                    <a:pt x="6696" y="15395"/>
                    <a:pt x="7829" y="17192"/>
                  </a:cubicBezTo>
                  <a:cubicBezTo>
                    <a:pt x="8647" y="18491"/>
                    <a:pt x="9078" y="19998"/>
                    <a:pt x="9078" y="21553"/>
                  </a:cubicBezTo>
                  <a:lnTo>
                    <a:pt x="9078" y="24671"/>
                  </a:lnTo>
                  <a:lnTo>
                    <a:pt x="9117" y="25929"/>
                  </a:lnTo>
                  <a:lnTo>
                    <a:pt x="9078" y="26273"/>
                  </a:lnTo>
                  <a:lnTo>
                    <a:pt x="9078" y="28907"/>
                  </a:lnTo>
                  <a:cubicBezTo>
                    <a:pt x="9078" y="29271"/>
                    <a:pt x="8783" y="29567"/>
                    <a:pt x="8418" y="29567"/>
                  </a:cubicBezTo>
                  <a:lnTo>
                    <a:pt x="5259" y="29567"/>
                  </a:lnTo>
                  <a:cubicBezTo>
                    <a:pt x="2359" y="29567"/>
                    <a:pt x="1" y="31926"/>
                    <a:pt x="1" y="34825"/>
                  </a:cubicBezTo>
                  <a:cubicBezTo>
                    <a:pt x="1" y="35138"/>
                    <a:pt x="254" y="35392"/>
                    <a:pt x="568" y="35392"/>
                  </a:cubicBezTo>
                  <a:cubicBezTo>
                    <a:pt x="881" y="35392"/>
                    <a:pt x="1134" y="35138"/>
                    <a:pt x="1134" y="34825"/>
                  </a:cubicBezTo>
                  <a:cubicBezTo>
                    <a:pt x="1134" y="32551"/>
                    <a:pt x="2984" y="30700"/>
                    <a:pt x="5259" y="30700"/>
                  </a:cubicBezTo>
                  <a:lnTo>
                    <a:pt x="8418" y="30700"/>
                  </a:lnTo>
                  <a:cubicBezTo>
                    <a:pt x="9407" y="30700"/>
                    <a:pt x="10213" y="29896"/>
                    <a:pt x="10213" y="28907"/>
                  </a:cubicBezTo>
                  <a:lnTo>
                    <a:pt x="10213" y="27408"/>
                  </a:lnTo>
                  <a:lnTo>
                    <a:pt x="10213" y="25804"/>
                  </a:lnTo>
                  <a:lnTo>
                    <a:pt x="10213" y="21553"/>
                  </a:lnTo>
                  <a:cubicBezTo>
                    <a:pt x="10213" y="19785"/>
                    <a:pt x="9719" y="18068"/>
                    <a:pt x="8787" y="16587"/>
                  </a:cubicBezTo>
                  <a:cubicBezTo>
                    <a:pt x="7770" y="14973"/>
                    <a:pt x="7236" y="13105"/>
                    <a:pt x="7242" y="11187"/>
                  </a:cubicBezTo>
                  <a:cubicBezTo>
                    <a:pt x="7250" y="8496"/>
                    <a:pt x="8303" y="5970"/>
                    <a:pt x="10204" y="4074"/>
                  </a:cubicBezTo>
                  <a:cubicBezTo>
                    <a:pt x="12105" y="2181"/>
                    <a:pt x="14630" y="1137"/>
                    <a:pt x="17318" y="1134"/>
                  </a:cubicBezTo>
                  <a:lnTo>
                    <a:pt x="17337" y="1134"/>
                  </a:lnTo>
                  <a:cubicBezTo>
                    <a:pt x="22893" y="1140"/>
                    <a:pt x="27411" y="5662"/>
                    <a:pt x="27411" y="11219"/>
                  </a:cubicBezTo>
                  <a:lnTo>
                    <a:pt x="27409" y="14491"/>
                  </a:lnTo>
                  <a:cubicBezTo>
                    <a:pt x="27409" y="14580"/>
                    <a:pt x="27430" y="14668"/>
                    <a:pt x="27471" y="14748"/>
                  </a:cubicBezTo>
                  <a:lnTo>
                    <a:pt x="28651" y="17076"/>
                  </a:lnTo>
                  <a:cubicBezTo>
                    <a:pt x="28755" y="17282"/>
                    <a:pt x="28673" y="17456"/>
                    <a:pt x="28633" y="17522"/>
                  </a:cubicBezTo>
                  <a:cubicBezTo>
                    <a:pt x="28593" y="17587"/>
                    <a:pt x="28474" y="17740"/>
                    <a:pt x="28242" y="17740"/>
                  </a:cubicBezTo>
                  <a:lnTo>
                    <a:pt x="27261" y="17740"/>
                  </a:lnTo>
                  <a:cubicBezTo>
                    <a:pt x="26969" y="17740"/>
                    <a:pt x="26724" y="17963"/>
                    <a:pt x="26697" y="18254"/>
                  </a:cubicBezTo>
                  <a:lnTo>
                    <a:pt x="26299" y="22446"/>
                  </a:lnTo>
                  <a:cubicBezTo>
                    <a:pt x="26209" y="23402"/>
                    <a:pt x="25417" y="24123"/>
                    <a:pt x="24457" y="24123"/>
                  </a:cubicBezTo>
                  <a:lnTo>
                    <a:pt x="22840" y="24123"/>
                  </a:lnTo>
                  <a:cubicBezTo>
                    <a:pt x="22526" y="24123"/>
                    <a:pt x="22273" y="24377"/>
                    <a:pt x="22273" y="24689"/>
                  </a:cubicBezTo>
                  <a:cubicBezTo>
                    <a:pt x="22273" y="25003"/>
                    <a:pt x="22526" y="25257"/>
                    <a:pt x="22840" y="25257"/>
                  </a:cubicBezTo>
                  <a:lnTo>
                    <a:pt x="24457" y="25257"/>
                  </a:lnTo>
                  <a:cubicBezTo>
                    <a:pt x="26005" y="25257"/>
                    <a:pt x="27282" y="24094"/>
                    <a:pt x="27428" y="22553"/>
                  </a:cubicBezTo>
                  <a:lnTo>
                    <a:pt x="27777" y="18874"/>
                  </a:lnTo>
                  <a:lnTo>
                    <a:pt x="28242" y="18874"/>
                  </a:lnTo>
                  <a:cubicBezTo>
                    <a:pt x="28800" y="18874"/>
                    <a:pt x="29307" y="18590"/>
                    <a:pt x="29600" y="18115"/>
                  </a:cubicBezTo>
                  <a:cubicBezTo>
                    <a:pt x="29891" y="17639"/>
                    <a:pt x="29914" y="17060"/>
                    <a:pt x="29661" y="16563"/>
                  </a:cubicBezTo>
                  <a:lnTo>
                    <a:pt x="28544" y="14356"/>
                  </a:lnTo>
                  <a:lnTo>
                    <a:pt x="28546" y="11219"/>
                  </a:lnTo>
                  <a:cubicBezTo>
                    <a:pt x="28546" y="5964"/>
                    <a:pt x="24928" y="1470"/>
                    <a:pt x="20024" y="330"/>
                  </a:cubicBezTo>
                  <a:cubicBezTo>
                    <a:pt x="18622" y="4"/>
                    <a:pt x="19051" y="234"/>
                    <a:pt x="18416" y="58"/>
                  </a:cubicBezTo>
                  <a:cubicBezTo>
                    <a:pt x="18414" y="58"/>
                    <a:pt x="18412" y="59"/>
                    <a:pt x="18409" y="59"/>
                  </a:cubicBezTo>
                  <a:cubicBezTo>
                    <a:pt x="18347" y="59"/>
                    <a:pt x="18049" y="1"/>
                    <a:pt x="18007"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28" name="Google Shape;1228;p47">
              <a:extLst>
                <a:ext uri="{FF2B5EF4-FFF2-40B4-BE49-F238E27FC236}">
                  <a16:creationId xmlns:a16="http://schemas.microsoft.com/office/drawing/2014/main" id="{3F980B26-E5FA-9921-03DA-21B8AD2BD107}"/>
                </a:ext>
              </a:extLst>
            </p:cNvPr>
            <p:cNvSpPr/>
            <p:nvPr/>
          </p:nvSpPr>
          <p:spPr>
            <a:xfrm rot="-1002475">
              <a:off x="1495332" y="2786710"/>
              <a:ext cx="610933" cy="467007"/>
            </a:xfrm>
            <a:custGeom>
              <a:avLst/>
              <a:gdLst/>
              <a:ahLst/>
              <a:cxnLst/>
              <a:rect l="l" t="t" r="r" b="b"/>
              <a:pathLst>
                <a:path w="15434" h="11798" extrusionOk="0">
                  <a:moveTo>
                    <a:pt x="9688" y="1"/>
                  </a:moveTo>
                  <a:cubicBezTo>
                    <a:pt x="9374" y="1"/>
                    <a:pt x="9121" y="254"/>
                    <a:pt x="9121" y="568"/>
                  </a:cubicBezTo>
                  <a:cubicBezTo>
                    <a:pt x="9121" y="881"/>
                    <a:pt x="9374" y="1134"/>
                    <a:pt x="9688" y="1134"/>
                  </a:cubicBezTo>
                  <a:lnTo>
                    <a:pt x="11274" y="1134"/>
                  </a:lnTo>
                  <a:cubicBezTo>
                    <a:pt x="12943" y="1134"/>
                    <a:pt x="14300" y="2492"/>
                    <a:pt x="14300" y="4161"/>
                  </a:cubicBezTo>
                  <a:cubicBezTo>
                    <a:pt x="14300" y="5030"/>
                    <a:pt x="13721" y="5767"/>
                    <a:pt x="12928" y="6005"/>
                  </a:cubicBezTo>
                  <a:cubicBezTo>
                    <a:pt x="12879" y="5505"/>
                    <a:pt x="12725" y="4834"/>
                    <a:pt x="12287" y="4314"/>
                  </a:cubicBezTo>
                  <a:cubicBezTo>
                    <a:pt x="12486" y="3967"/>
                    <a:pt x="12579" y="3582"/>
                    <a:pt x="12560" y="3174"/>
                  </a:cubicBezTo>
                  <a:cubicBezTo>
                    <a:pt x="12547" y="2870"/>
                    <a:pt x="12299" y="2633"/>
                    <a:pt x="11995" y="2633"/>
                  </a:cubicBezTo>
                  <a:cubicBezTo>
                    <a:pt x="11986" y="2633"/>
                    <a:pt x="11977" y="2633"/>
                    <a:pt x="11968" y="2633"/>
                  </a:cubicBezTo>
                  <a:cubicBezTo>
                    <a:pt x="11655" y="2648"/>
                    <a:pt x="11413" y="2913"/>
                    <a:pt x="11428" y="3225"/>
                  </a:cubicBezTo>
                  <a:cubicBezTo>
                    <a:pt x="11443" y="3572"/>
                    <a:pt x="11289" y="3872"/>
                    <a:pt x="10956" y="4140"/>
                  </a:cubicBezTo>
                  <a:cubicBezTo>
                    <a:pt x="10668" y="4372"/>
                    <a:pt x="10358" y="4483"/>
                    <a:pt x="10348" y="4487"/>
                  </a:cubicBezTo>
                  <a:cubicBezTo>
                    <a:pt x="10052" y="4588"/>
                    <a:pt x="9894" y="4909"/>
                    <a:pt x="9994" y="5204"/>
                  </a:cubicBezTo>
                  <a:cubicBezTo>
                    <a:pt x="10073" y="5441"/>
                    <a:pt x="10294" y="5591"/>
                    <a:pt x="10531" y="5591"/>
                  </a:cubicBezTo>
                  <a:cubicBezTo>
                    <a:pt x="10591" y="5591"/>
                    <a:pt x="10651" y="5581"/>
                    <a:pt x="10712" y="5560"/>
                  </a:cubicBezTo>
                  <a:cubicBezTo>
                    <a:pt x="10755" y="5546"/>
                    <a:pt x="11110" y="5421"/>
                    <a:pt x="11498" y="5150"/>
                  </a:cubicBezTo>
                  <a:cubicBezTo>
                    <a:pt x="11809" y="5617"/>
                    <a:pt x="11834" y="6323"/>
                    <a:pt x="11810" y="6602"/>
                  </a:cubicBezTo>
                  <a:cubicBezTo>
                    <a:pt x="11810" y="6610"/>
                    <a:pt x="11810" y="6617"/>
                    <a:pt x="11809" y="6626"/>
                  </a:cubicBezTo>
                  <a:cubicBezTo>
                    <a:pt x="11809" y="6634"/>
                    <a:pt x="11808" y="6644"/>
                    <a:pt x="11808" y="6653"/>
                  </a:cubicBezTo>
                  <a:cubicBezTo>
                    <a:pt x="11808" y="7872"/>
                    <a:pt x="10816" y="8864"/>
                    <a:pt x="9597" y="8864"/>
                  </a:cubicBezTo>
                  <a:lnTo>
                    <a:pt x="4495" y="8864"/>
                  </a:lnTo>
                  <a:cubicBezTo>
                    <a:pt x="4305" y="8864"/>
                    <a:pt x="4128" y="8960"/>
                    <a:pt x="4023" y="9118"/>
                  </a:cubicBezTo>
                  <a:lnTo>
                    <a:pt x="3168" y="10401"/>
                  </a:lnTo>
                  <a:cubicBezTo>
                    <a:pt x="3058" y="10566"/>
                    <a:pt x="2876" y="10663"/>
                    <a:pt x="2678" y="10663"/>
                  </a:cubicBezTo>
                  <a:lnTo>
                    <a:pt x="1722" y="10663"/>
                  </a:lnTo>
                  <a:cubicBezTo>
                    <a:pt x="1397" y="10663"/>
                    <a:pt x="1133" y="10399"/>
                    <a:pt x="1133" y="10076"/>
                  </a:cubicBezTo>
                  <a:lnTo>
                    <a:pt x="1133" y="7677"/>
                  </a:lnTo>
                  <a:cubicBezTo>
                    <a:pt x="1133" y="6032"/>
                    <a:pt x="1746" y="4459"/>
                    <a:pt x="2858" y="3249"/>
                  </a:cubicBezTo>
                  <a:cubicBezTo>
                    <a:pt x="3964" y="2047"/>
                    <a:pt x="5466" y="1305"/>
                    <a:pt x="7085" y="1160"/>
                  </a:cubicBezTo>
                  <a:cubicBezTo>
                    <a:pt x="7399" y="1133"/>
                    <a:pt x="7628" y="858"/>
                    <a:pt x="7601" y="547"/>
                  </a:cubicBezTo>
                  <a:cubicBezTo>
                    <a:pt x="7574" y="252"/>
                    <a:pt x="7328" y="30"/>
                    <a:pt x="7039" y="30"/>
                  </a:cubicBezTo>
                  <a:cubicBezTo>
                    <a:pt x="7022" y="30"/>
                    <a:pt x="7004" y="31"/>
                    <a:pt x="6986" y="32"/>
                  </a:cubicBezTo>
                  <a:cubicBezTo>
                    <a:pt x="5084" y="201"/>
                    <a:pt x="3321" y="1071"/>
                    <a:pt x="2025" y="2483"/>
                  </a:cubicBezTo>
                  <a:cubicBezTo>
                    <a:pt x="719" y="3902"/>
                    <a:pt x="1" y="5747"/>
                    <a:pt x="1" y="7677"/>
                  </a:cubicBezTo>
                  <a:lnTo>
                    <a:pt x="1" y="10076"/>
                  </a:lnTo>
                  <a:cubicBezTo>
                    <a:pt x="1" y="11025"/>
                    <a:pt x="773" y="11798"/>
                    <a:pt x="1722" y="11798"/>
                  </a:cubicBezTo>
                  <a:lnTo>
                    <a:pt x="2679" y="11798"/>
                  </a:lnTo>
                  <a:cubicBezTo>
                    <a:pt x="3256" y="11798"/>
                    <a:pt x="3793" y="11511"/>
                    <a:pt x="4112" y="11030"/>
                  </a:cubicBezTo>
                  <a:lnTo>
                    <a:pt x="4800" y="9999"/>
                  </a:lnTo>
                  <a:lnTo>
                    <a:pt x="9597" y="9999"/>
                  </a:lnTo>
                  <a:cubicBezTo>
                    <a:pt x="11264" y="9999"/>
                    <a:pt x="12650" y="8772"/>
                    <a:pt x="12902" y="7175"/>
                  </a:cubicBezTo>
                  <a:cubicBezTo>
                    <a:pt x="14338" y="6924"/>
                    <a:pt x="15434" y="5668"/>
                    <a:pt x="15434" y="4162"/>
                  </a:cubicBezTo>
                  <a:cubicBezTo>
                    <a:pt x="15434" y="1868"/>
                    <a:pt x="13568" y="1"/>
                    <a:pt x="11274"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29" name="Google Shape;1229;p47">
              <a:extLst>
                <a:ext uri="{FF2B5EF4-FFF2-40B4-BE49-F238E27FC236}">
                  <a16:creationId xmlns:a16="http://schemas.microsoft.com/office/drawing/2014/main" id="{58CC45BD-542C-7DF7-338E-6522B84369A1}"/>
                </a:ext>
              </a:extLst>
            </p:cNvPr>
            <p:cNvSpPr/>
            <p:nvPr/>
          </p:nvSpPr>
          <p:spPr>
            <a:xfrm rot="-1002475">
              <a:off x="1625186" y="3048514"/>
              <a:ext cx="134822" cy="82453"/>
            </a:xfrm>
            <a:custGeom>
              <a:avLst/>
              <a:gdLst/>
              <a:ahLst/>
              <a:cxnLst/>
              <a:rect l="l" t="t" r="r" b="b"/>
              <a:pathLst>
                <a:path w="3406" h="2083" extrusionOk="0">
                  <a:moveTo>
                    <a:pt x="2760" y="1"/>
                  </a:moveTo>
                  <a:cubicBezTo>
                    <a:pt x="2547" y="1"/>
                    <a:pt x="2344" y="121"/>
                    <a:pt x="2247" y="325"/>
                  </a:cubicBezTo>
                  <a:cubicBezTo>
                    <a:pt x="2098" y="638"/>
                    <a:pt x="1822" y="830"/>
                    <a:pt x="1402" y="911"/>
                  </a:cubicBezTo>
                  <a:cubicBezTo>
                    <a:pt x="1247" y="940"/>
                    <a:pt x="1100" y="949"/>
                    <a:pt x="981" y="949"/>
                  </a:cubicBezTo>
                  <a:cubicBezTo>
                    <a:pt x="817" y="949"/>
                    <a:pt x="706" y="933"/>
                    <a:pt x="701" y="931"/>
                  </a:cubicBezTo>
                  <a:cubicBezTo>
                    <a:pt x="670" y="927"/>
                    <a:pt x="640" y="924"/>
                    <a:pt x="610" y="924"/>
                  </a:cubicBezTo>
                  <a:cubicBezTo>
                    <a:pt x="338" y="924"/>
                    <a:pt x="97" y="1121"/>
                    <a:pt x="51" y="1400"/>
                  </a:cubicBezTo>
                  <a:cubicBezTo>
                    <a:pt x="1" y="1708"/>
                    <a:pt x="210" y="2000"/>
                    <a:pt x="519" y="2050"/>
                  </a:cubicBezTo>
                  <a:cubicBezTo>
                    <a:pt x="549" y="2056"/>
                    <a:pt x="726" y="2083"/>
                    <a:pt x="980" y="2083"/>
                  </a:cubicBezTo>
                  <a:cubicBezTo>
                    <a:pt x="1150" y="2083"/>
                    <a:pt x="1354" y="2071"/>
                    <a:pt x="1573" y="2033"/>
                  </a:cubicBezTo>
                  <a:cubicBezTo>
                    <a:pt x="2373" y="1890"/>
                    <a:pt x="2959" y="1468"/>
                    <a:pt x="3272" y="811"/>
                  </a:cubicBezTo>
                  <a:cubicBezTo>
                    <a:pt x="3406" y="528"/>
                    <a:pt x="3285" y="190"/>
                    <a:pt x="3002" y="56"/>
                  </a:cubicBezTo>
                  <a:cubicBezTo>
                    <a:pt x="2924" y="19"/>
                    <a:pt x="2841" y="1"/>
                    <a:pt x="2760"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237" name="Google Shape;1237;p47">
            <a:extLst>
              <a:ext uri="{FF2B5EF4-FFF2-40B4-BE49-F238E27FC236}">
                <a16:creationId xmlns:a16="http://schemas.microsoft.com/office/drawing/2014/main" id="{E1F89382-0B0D-D46F-2BC6-5BB417BAC0D5}"/>
              </a:ext>
            </a:extLst>
          </p:cNvPr>
          <p:cNvSpPr/>
          <p:nvPr/>
        </p:nvSpPr>
        <p:spPr>
          <a:xfrm rot="-5839392">
            <a:off x="8045340" y="1438775"/>
            <a:ext cx="112801" cy="112819"/>
          </a:xfrm>
          <a:custGeom>
            <a:avLst/>
            <a:gdLst/>
            <a:ahLst/>
            <a:cxnLst/>
            <a:rect l="l" t="t" r="r" b="b"/>
            <a:pathLst>
              <a:path w="6138" h="6139" extrusionOk="0">
                <a:moveTo>
                  <a:pt x="3069" y="0"/>
                </a:moveTo>
                <a:cubicBezTo>
                  <a:pt x="2625" y="513"/>
                  <a:pt x="2402" y="1024"/>
                  <a:pt x="2235" y="1535"/>
                </a:cubicBezTo>
                <a:cubicBezTo>
                  <a:pt x="2177" y="1722"/>
                  <a:pt x="2134" y="1909"/>
                  <a:pt x="2099" y="2097"/>
                </a:cubicBezTo>
                <a:cubicBezTo>
                  <a:pt x="1912" y="2131"/>
                  <a:pt x="1723" y="2173"/>
                  <a:pt x="1536" y="2233"/>
                </a:cubicBezTo>
                <a:cubicBezTo>
                  <a:pt x="1023" y="2398"/>
                  <a:pt x="512" y="2623"/>
                  <a:pt x="1" y="3070"/>
                </a:cubicBezTo>
                <a:cubicBezTo>
                  <a:pt x="512" y="3517"/>
                  <a:pt x="1023" y="3740"/>
                  <a:pt x="1536" y="3907"/>
                </a:cubicBezTo>
                <a:cubicBezTo>
                  <a:pt x="1722" y="3966"/>
                  <a:pt x="1909" y="4008"/>
                  <a:pt x="2096" y="4042"/>
                </a:cubicBezTo>
                <a:cubicBezTo>
                  <a:pt x="2132" y="4230"/>
                  <a:pt x="2173" y="4417"/>
                  <a:pt x="2232" y="4604"/>
                </a:cubicBezTo>
                <a:cubicBezTo>
                  <a:pt x="2399" y="5115"/>
                  <a:pt x="2622" y="5627"/>
                  <a:pt x="3069" y="6138"/>
                </a:cubicBezTo>
                <a:cubicBezTo>
                  <a:pt x="3517" y="5627"/>
                  <a:pt x="3741" y="5115"/>
                  <a:pt x="3906" y="4604"/>
                </a:cubicBezTo>
                <a:cubicBezTo>
                  <a:pt x="3966" y="4416"/>
                  <a:pt x="4008" y="4229"/>
                  <a:pt x="4042" y="4040"/>
                </a:cubicBezTo>
                <a:cubicBezTo>
                  <a:pt x="4230" y="4005"/>
                  <a:pt x="4416" y="3963"/>
                  <a:pt x="4604" y="3904"/>
                </a:cubicBezTo>
                <a:cubicBezTo>
                  <a:pt x="5115" y="3737"/>
                  <a:pt x="5626" y="3514"/>
                  <a:pt x="6138" y="3070"/>
                </a:cubicBezTo>
                <a:cubicBezTo>
                  <a:pt x="5626" y="2625"/>
                  <a:pt x="5115" y="2402"/>
                  <a:pt x="4604" y="2235"/>
                </a:cubicBezTo>
                <a:cubicBezTo>
                  <a:pt x="4416" y="2176"/>
                  <a:pt x="4228" y="2133"/>
                  <a:pt x="4040" y="2099"/>
                </a:cubicBezTo>
                <a:cubicBezTo>
                  <a:pt x="4005" y="1910"/>
                  <a:pt x="3963" y="1723"/>
                  <a:pt x="3904" y="1535"/>
                </a:cubicBezTo>
                <a:cubicBezTo>
                  <a:pt x="3738" y="1024"/>
                  <a:pt x="3514" y="513"/>
                  <a:pt x="3069"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42" name="Google Shape;1242;p47">
            <a:extLst>
              <a:ext uri="{FF2B5EF4-FFF2-40B4-BE49-F238E27FC236}">
                <a16:creationId xmlns:a16="http://schemas.microsoft.com/office/drawing/2014/main" id="{FD5A40B9-1200-12C6-28C8-3057974B1A35}"/>
              </a:ext>
            </a:extLst>
          </p:cNvPr>
          <p:cNvSpPr/>
          <p:nvPr/>
        </p:nvSpPr>
        <p:spPr>
          <a:xfrm rot="-9388557">
            <a:off x="5248733" y="647732"/>
            <a:ext cx="112800" cy="112818"/>
          </a:xfrm>
          <a:custGeom>
            <a:avLst/>
            <a:gdLst/>
            <a:ahLst/>
            <a:cxnLst/>
            <a:rect l="l" t="t" r="r" b="b"/>
            <a:pathLst>
              <a:path w="6138" h="6139" extrusionOk="0">
                <a:moveTo>
                  <a:pt x="3069" y="0"/>
                </a:moveTo>
                <a:cubicBezTo>
                  <a:pt x="2625" y="513"/>
                  <a:pt x="2402" y="1024"/>
                  <a:pt x="2235" y="1535"/>
                </a:cubicBezTo>
                <a:cubicBezTo>
                  <a:pt x="2177" y="1722"/>
                  <a:pt x="2134" y="1909"/>
                  <a:pt x="2099" y="2097"/>
                </a:cubicBezTo>
                <a:cubicBezTo>
                  <a:pt x="1912" y="2131"/>
                  <a:pt x="1723" y="2173"/>
                  <a:pt x="1536" y="2233"/>
                </a:cubicBezTo>
                <a:cubicBezTo>
                  <a:pt x="1023" y="2398"/>
                  <a:pt x="512" y="2623"/>
                  <a:pt x="1" y="3070"/>
                </a:cubicBezTo>
                <a:cubicBezTo>
                  <a:pt x="512" y="3517"/>
                  <a:pt x="1023" y="3740"/>
                  <a:pt x="1536" y="3907"/>
                </a:cubicBezTo>
                <a:cubicBezTo>
                  <a:pt x="1722" y="3966"/>
                  <a:pt x="1909" y="4008"/>
                  <a:pt x="2096" y="4042"/>
                </a:cubicBezTo>
                <a:cubicBezTo>
                  <a:pt x="2132" y="4230"/>
                  <a:pt x="2173" y="4417"/>
                  <a:pt x="2232" y="4604"/>
                </a:cubicBezTo>
                <a:cubicBezTo>
                  <a:pt x="2399" y="5115"/>
                  <a:pt x="2622" y="5627"/>
                  <a:pt x="3069" y="6138"/>
                </a:cubicBezTo>
                <a:cubicBezTo>
                  <a:pt x="3517" y="5627"/>
                  <a:pt x="3741" y="5115"/>
                  <a:pt x="3906" y="4604"/>
                </a:cubicBezTo>
                <a:cubicBezTo>
                  <a:pt x="3966" y="4416"/>
                  <a:pt x="4008" y="4229"/>
                  <a:pt x="4042" y="4040"/>
                </a:cubicBezTo>
                <a:cubicBezTo>
                  <a:pt x="4230" y="4005"/>
                  <a:pt x="4416" y="3963"/>
                  <a:pt x="4604" y="3904"/>
                </a:cubicBezTo>
                <a:cubicBezTo>
                  <a:pt x="5115" y="3737"/>
                  <a:pt x="5626" y="3514"/>
                  <a:pt x="6138" y="3070"/>
                </a:cubicBezTo>
                <a:cubicBezTo>
                  <a:pt x="5626" y="2625"/>
                  <a:pt x="5115" y="2402"/>
                  <a:pt x="4604" y="2235"/>
                </a:cubicBezTo>
                <a:cubicBezTo>
                  <a:pt x="4416" y="2176"/>
                  <a:pt x="4228" y="2133"/>
                  <a:pt x="4040" y="2099"/>
                </a:cubicBezTo>
                <a:cubicBezTo>
                  <a:pt x="4005" y="1910"/>
                  <a:pt x="3963" y="1723"/>
                  <a:pt x="3904" y="1535"/>
                </a:cubicBezTo>
                <a:cubicBezTo>
                  <a:pt x="3738" y="1024"/>
                  <a:pt x="3514" y="513"/>
                  <a:pt x="3069"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 name="TextBox 3">
            <a:extLst>
              <a:ext uri="{FF2B5EF4-FFF2-40B4-BE49-F238E27FC236}">
                <a16:creationId xmlns:a16="http://schemas.microsoft.com/office/drawing/2014/main" id="{0AED1E35-109B-8D1F-6215-01902CFABAC0}"/>
              </a:ext>
            </a:extLst>
          </p:cNvPr>
          <p:cNvSpPr txBox="1"/>
          <p:nvPr/>
        </p:nvSpPr>
        <p:spPr>
          <a:xfrm>
            <a:off x="829513" y="637460"/>
            <a:ext cx="7180174" cy="430887"/>
          </a:xfrm>
          <a:prstGeom prst="rect">
            <a:avLst/>
          </a:prstGeom>
          <a:noFill/>
        </p:spPr>
        <p:txBody>
          <a:bodyPr wrap="square">
            <a:spAutoFit/>
          </a:bodyPr>
          <a:lstStyle/>
          <a:p>
            <a:pPr marL="0" marR="0" algn="ctr" rtl="0">
              <a:spcBef>
                <a:spcPts val="600"/>
              </a:spcBef>
              <a:spcAft>
                <a:spcPts val="600"/>
              </a:spcAft>
              <a:buNone/>
            </a:pPr>
            <a:r>
              <a:rPr lang="en-US" sz="2200" b="1" dirty="0">
                <a:latin typeface="ADLaM Display" panose="02010000000000000000" pitchFamily="2" charset="0"/>
                <a:ea typeface="ADLaM Display" panose="02010000000000000000" pitchFamily="2" charset="0"/>
                <a:cs typeface="ADLaM Display" panose="02010000000000000000" pitchFamily="2" charset="0"/>
              </a:rPr>
              <a:t>What is PEA</a:t>
            </a:r>
            <a:endParaRPr lang="en-US" sz="2200" dirty="0">
              <a:effectLst/>
              <a:latin typeface="ADLaM Display" panose="02010000000000000000" pitchFamily="2" charset="0"/>
              <a:ea typeface="ADLaM Display" panose="02010000000000000000" pitchFamily="2" charset="0"/>
              <a:cs typeface="ADLaM Display" panose="02010000000000000000" pitchFamily="2" charset="0"/>
            </a:endParaRPr>
          </a:p>
        </p:txBody>
      </p:sp>
      <p:sp>
        <p:nvSpPr>
          <p:cNvPr id="2" name="AutoShape 2" descr="Output image">
            <a:extLst>
              <a:ext uri="{FF2B5EF4-FFF2-40B4-BE49-F238E27FC236}">
                <a16:creationId xmlns:a16="http://schemas.microsoft.com/office/drawing/2014/main" id="{AA441D69-3B17-00E3-DADD-56C3ADAA6066}"/>
              </a:ext>
            </a:extLst>
          </p:cNvPr>
          <p:cNvSpPr>
            <a:spLocks noChangeAspect="1" noChangeArrowheads="1"/>
          </p:cNvSpPr>
          <p:nvPr/>
        </p:nvSpPr>
        <p:spPr bwMode="auto">
          <a:xfrm>
            <a:off x="4419600" y="241935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3" name="AutoShape 4" descr="Output image">
            <a:extLst>
              <a:ext uri="{FF2B5EF4-FFF2-40B4-BE49-F238E27FC236}">
                <a16:creationId xmlns:a16="http://schemas.microsoft.com/office/drawing/2014/main" id="{6EB24382-BA44-0048-BD1E-1768B654E59E}"/>
              </a:ext>
            </a:extLst>
          </p:cNvPr>
          <p:cNvSpPr>
            <a:spLocks noChangeAspect="1" noChangeArrowheads="1"/>
          </p:cNvSpPr>
          <p:nvPr/>
        </p:nvSpPr>
        <p:spPr bwMode="auto">
          <a:xfrm>
            <a:off x="4572000" y="257175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pic>
        <p:nvPicPr>
          <p:cNvPr id="6" name="Picture 5">
            <a:extLst>
              <a:ext uri="{FF2B5EF4-FFF2-40B4-BE49-F238E27FC236}">
                <a16:creationId xmlns:a16="http://schemas.microsoft.com/office/drawing/2014/main" id="{CDB31B7E-0DE6-E097-A11A-49E38A5ED23C}"/>
              </a:ext>
            </a:extLst>
          </p:cNvPr>
          <p:cNvPicPr>
            <a:picLocks noChangeAspect="1"/>
          </p:cNvPicPr>
          <p:nvPr/>
        </p:nvPicPr>
        <p:blipFill>
          <a:blip r:embed="rId3"/>
          <a:stretch>
            <a:fillRect/>
          </a:stretch>
        </p:blipFill>
        <p:spPr>
          <a:xfrm>
            <a:off x="5667038" y="1130203"/>
            <a:ext cx="3085329" cy="2056885"/>
          </a:xfrm>
          <a:prstGeom prst="roundRect">
            <a:avLst>
              <a:gd name="adj" fmla="val 50000"/>
            </a:avLst>
          </a:prstGeom>
          <a:ln>
            <a:noFill/>
          </a:ln>
          <a:effectLst>
            <a:outerShdw blurRad="76200" dist="38100" dir="7800000" algn="tl" rotWithShape="0">
              <a:srgbClr val="000000">
                <a:alpha val="40000"/>
              </a:srgbClr>
            </a:outerShdw>
          </a:effectLst>
          <a:scene3d>
            <a:camera prst="orthographicFront"/>
            <a:lightRig rig="contrasting" dir="t">
              <a:rot lat="0" lon="0" rev="4200000"/>
            </a:lightRig>
          </a:scene3d>
          <a:sp3d prstMaterial="plastic">
            <a:bevelT w="381000" h="114300" prst="relaxedInset"/>
            <a:contourClr>
              <a:srgbClr val="969696"/>
            </a:contourClr>
          </a:sp3d>
        </p:spPr>
      </p:pic>
      <p:sp>
        <p:nvSpPr>
          <p:cNvPr id="7" name="Google Shape;769;p36">
            <a:extLst>
              <a:ext uri="{FF2B5EF4-FFF2-40B4-BE49-F238E27FC236}">
                <a16:creationId xmlns:a16="http://schemas.microsoft.com/office/drawing/2014/main" id="{E776398F-AA9B-8746-969E-F622DAE7695F}"/>
              </a:ext>
            </a:extLst>
          </p:cNvPr>
          <p:cNvSpPr txBox="1">
            <a:spLocks/>
          </p:cNvSpPr>
          <p:nvPr/>
        </p:nvSpPr>
        <p:spPr>
          <a:xfrm>
            <a:off x="4481272" y="3953616"/>
            <a:ext cx="4602339" cy="1119951"/>
          </a:xfrm>
          <a:prstGeom prst="rect">
            <a:avLst/>
          </a:prstGeom>
          <a:solidFill>
            <a:schemeClr val="accent2"/>
          </a:solidFill>
          <a:ln>
            <a:noFill/>
          </a:ln>
          <a:effectLst>
            <a:outerShdw dist="95250" dir="3000000" algn="bl" rotWithShape="0">
              <a:schemeClr val="lt2"/>
            </a:outerShdw>
          </a:effectLst>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L="457200" marR="0" lvl="0" indent="-317500" algn="l" rtl="0">
              <a:lnSpc>
                <a:spcPct val="100000"/>
              </a:lnSpc>
              <a:spcBef>
                <a:spcPts val="0"/>
              </a:spcBef>
              <a:spcAft>
                <a:spcPts val="0"/>
              </a:spcAft>
              <a:buClr>
                <a:schemeClr val="dk1"/>
              </a:buClr>
              <a:buSzPts val="1400"/>
              <a:buFont typeface="Nunito"/>
              <a:buNone/>
              <a:defRPr sz="1600" b="0" i="0" u="none" strike="noStrike" cap="none">
                <a:solidFill>
                  <a:schemeClr val="dk1"/>
                </a:solidFill>
                <a:latin typeface="Nunito"/>
                <a:ea typeface="Nunito"/>
                <a:cs typeface="Nunito"/>
                <a:sym typeface="Nunito"/>
              </a:defRPr>
            </a:lvl1pPr>
            <a:lvl2pPr marL="914400" marR="0" lvl="1" indent="-317500" algn="ctr" rtl="0">
              <a:lnSpc>
                <a:spcPct val="100000"/>
              </a:lnSpc>
              <a:spcBef>
                <a:spcPts val="0"/>
              </a:spcBef>
              <a:spcAft>
                <a:spcPts val="0"/>
              </a:spcAft>
              <a:buClr>
                <a:schemeClr val="dk1"/>
              </a:buClr>
              <a:buSzPts val="1800"/>
              <a:buFont typeface="Nunito"/>
              <a:buNone/>
              <a:defRPr sz="1800" b="0" i="0" u="none" strike="noStrike" cap="none">
                <a:solidFill>
                  <a:schemeClr val="dk1"/>
                </a:solidFill>
                <a:latin typeface="Nunito"/>
                <a:ea typeface="Nunito"/>
                <a:cs typeface="Nunito"/>
                <a:sym typeface="Nunito"/>
              </a:defRPr>
            </a:lvl2pPr>
            <a:lvl3pPr marL="1371600" marR="0" lvl="2" indent="-317500" algn="ctr" rtl="0">
              <a:lnSpc>
                <a:spcPct val="100000"/>
              </a:lnSpc>
              <a:spcBef>
                <a:spcPts val="0"/>
              </a:spcBef>
              <a:spcAft>
                <a:spcPts val="0"/>
              </a:spcAft>
              <a:buClr>
                <a:schemeClr val="dk1"/>
              </a:buClr>
              <a:buSzPts val="1800"/>
              <a:buFont typeface="Nunito"/>
              <a:buNone/>
              <a:defRPr sz="1800" b="0" i="0" u="none" strike="noStrike" cap="none">
                <a:solidFill>
                  <a:schemeClr val="dk1"/>
                </a:solidFill>
                <a:latin typeface="Nunito"/>
                <a:ea typeface="Nunito"/>
                <a:cs typeface="Nunito"/>
                <a:sym typeface="Nunito"/>
              </a:defRPr>
            </a:lvl3pPr>
            <a:lvl4pPr marL="1828800" marR="0" lvl="3" indent="-317500" algn="ctr" rtl="0">
              <a:lnSpc>
                <a:spcPct val="100000"/>
              </a:lnSpc>
              <a:spcBef>
                <a:spcPts val="0"/>
              </a:spcBef>
              <a:spcAft>
                <a:spcPts val="0"/>
              </a:spcAft>
              <a:buClr>
                <a:schemeClr val="dk1"/>
              </a:buClr>
              <a:buSzPts val="1800"/>
              <a:buFont typeface="Nunito"/>
              <a:buNone/>
              <a:defRPr sz="1800" b="0" i="0" u="none" strike="noStrike" cap="none">
                <a:solidFill>
                  <a:schemeClr val="dk1"/>
                </a:solidFill>
                <a:latin typeface="Nunito"/>
                <a:ea typeface="Nunito"/>
                <a:cs typeface="Nunito"/>
                <a:sym typeface="Nunito"/>
              </a:defRPr>
            </a:lvl4pPr>
            <a:lvl5pPr marL="2286000" marR="0" lvl="4" indent="-317500" algn="ctr" rtl="0">
              <a:lnSpc>
                <a:spcPct val="100000"/>
              </a:lnSpc>
              <a:spcBef>
                <a:spcPts val="0"/>
              </a:spcBef>
              <a:spcAft>
                <a:spcPts val="0"/>
              </a:spcAft>
              <a:buClr>
                <a:schemeClr val="dk1"/>
              </a:buClr>
              <a:buSzPts val="1800"/>
              <a:buFont typeface="Nunito"/>
              <a:buNone/>
              <a:defRPr sz="1800" b="0" i="0" u="none" strike="noStrike" cap="none">
                <a:solidFill>
                  <a:schemeClr val="dk1"/>
                </a:solidFill>
                <a:latin typeface="Nunito"/>
                <a:ea typeface="Nunito"/>
                <a:cs typeface="Nunito"/>
                <a:sym typeface="Nunito"/>
              </a:defRPr>
            </a:lvl5pPr>
            <a:lvl6pPr marL="2743200" marR="0" lvl="5" indent="-317500" algn="ctr" rtl="0">
              <a:lnSpc>
                <a:spcPct val="100000"/>
              </a:lnSpc>
              <a:spcBef>
                <a:spcPts val="0"/>
              </a:spcBef>
              <a:spcAft>
                <a:spcPts val="0"/>
              </a:spcAft>
              <a:buClr>
                <a:schemeClr val="dk1"/>
              </a:buClr>
              <a:buSzPts val="1800"/>
              <a:buFont typeface="Nunito"/>
              <a:buNone/>
              <a:defRPr sz="1800" b="0" i="0" u="none" strike="noStrike" cap="none">
                <a:solidFill>
                  <a:schemeClr val="dk1"/>
                </a:solidFill>
                <a:latin typeface="Nunito"/>
                <a:ea typeface="Nunito"/>
                <a:cs typeface="Nunito"/>
                <a:sym typeface="Nunito"/>
              </a:defRPr>
            </a:lvl6pPr>
            <a:lvl7pPr marL="3200400" marR="0" lvl="6" indent="-317500" algn="ctr" rtl="0">
              <a:lnSpc>
                <a:spcPct val="100000"/>
              </a:lnSpc>
              <a:spcBef>
                <a:spcPts val="0"/>
              </a:spcBef>
              <a:spcAft>
                <a:spcPts val="0"/>
              </a:spcAft>
              <a:buClr>
                <a:schemeClr val="dk1"/>
              </a:buClr>
              <a:buSzPts val="1800"/>
              <a:buFont typeface="Nunito"/>
              <a:buNone/>
              <a:defRPr sz="1800" b="0" i="0" u="none" strike="noStrike" cap="none">
                <a:solidFill>
                  <a:schemeClr val="dk1"/>
                </a:solidFill>
                <a:latin typeface="Nunito"/>
                <a:ea typeface="Nunito"/>
                <a:cs typeface="Nunito"/>
                <a:sym typeface="Nunito"/>
              </a:defRPr>
            </a:lvl7pPr>
            <a:lvl8pPr marL="3657600" marR="0" lvl="7" indent="-317500" algn="ctr" rtl="0">
              <a:lnSpc>
                <a:spcPct val="100000"/>
              </a:lnSpc>
              <a:spcBef>
                <a:spcPts val="0"/>
              </a:spcBef>
              <a:spcAft>
                <a:spcPts val="0"/>
              </a:spcAft>
              <a:buClr>
                <a:schemeClr val="dk1"/>
              </a:buClr>
              <a:buSzPts val="1800"/>
              <a:buFont typeface="Nunito"/>
              <a:buNone/>
              <a:defRPr sz="1800" b="0" i="0" u="none" strike="noStrike" cap="none">
                <a:solidFill>
                  <a:schemeClr val="dk1"/>
                </a:solidFill>
                <a:latin typeface="Nunito"/>
                <a:ea typeface="Nunito"/>
                <a:cs typeface="Nunito"/>
                <a:sym typeface="Nunito"/>
              </a:defRPr>
            </a:lvl8pPr>
            <a:lvl9pPr marL="4114800" marR="0" lvl="8" indent="-317500" algn="ctr" rtl="0">
              <a:lnSpc>
                <a:spcPct val="100000"/>
              </a:lnSpc>
              <a:spcBef>
                <a:spcPts val="0"/>
              </a:spcBef>
              <a:spcAft>
                <a:spcPts val="0"/>
              </a:spcAft>
              <a:buClr>
                <a:schemeClr val="dk1"/>
              </a:buClr>
              <a:buSzPts val="1800"/>
              <a:buFont typeface="Nunito"/>
              <a:buNone/>
              <a:defRPr sz="1800" b="0" i="0" u="none" strike="noStrike" cap="none">
                <a:solidFill>
                  <a:schemeClr val="dk1"/>
                </a:solidFill>
                <a:latin typeface="Nunito"/>
                <a:ea typeface="Nunito"/>
                <a:cs typeface="Nunito"/>
                <a:sym typeface="Nunito"/>
              </a:defRPr>
            </a:lvl9pPr>
          </a:lstStyle>
          <a:p>
            <a:pPr algn="ctr"/>
            <a:r>
              <a:rPr lang="en-US" dirty="0">
                <a:latin typeface="Nunito" pitchFamily="2" charset="0"/>
              </a:rPr>
              <a:t>Wang Y, Duan X, Li Z, Pan Y, Deng J. </a:t>
            </a:r>
            <a:r>
              <a:rPr lang="en-US" dirty="0" err="1">
                <a:latin typeface="Nunito" pitchFamily="2" charset="0"/>
              </a:rPr>
              <a:t>Palmitoylethanolamide</a:t>
            </a:r>
            <a:r>
              <a:rPr lang="en-US" dirty="0">
                <a:latin typeface="Nunito" pitchFamily="2" charset="0"/>
              </a:rPr>
              <a:t> in the Treatment of Pain and Its Clinical Application Prospects. Drug Des Devel Ther. 2025;19:6897-6923.</a:t>
            </a:r>
            <a:endParaRPr lang="en-US" sz="1200" dirty="0">
              <a:latin typeface="Nunito" pitchFamily="2" charset="0"/>
            </a:endParaRPr>
          </a:p>
        </p:txBody>
      </p:sp>
    </p:spTree>
    <p:extLst>
      <p:ext uri="{BB962C8B-B14F-4D97-AF65-F5344CB8AC3E}">
        <p14:creationId xmlns:p14="http://schemas.microsoft.com/office/powerpoint/2010/main" val="293205166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1220">
          <a:extLst>
            <a:ext uri="{FF2B5EF4-FFF2-40B4-BE49-F238E27FC236}">
              <a16:creationId xmlns:a16="http://schemas.microsoft.com/office/drawing/2014/main" id="{5D4C3AF3-69AC-2E78-7DA2-BDE85A156615}"/>
            </a:ext>
          </a:extLst>
        </p:cNvPr>
        <p:cNvGrpSpPr/>
        <p:nvPr/>
      </p:nvGrpSpPr>
      <p:grpSpPr>
        <a:xfrm>
          <a:off x="0" y="0"/>
          <a:ext cx="0" cy="0"/>
          <a:chOff x="0" y="0"/>
          <a:chExt cx="0" cy="0"/>
        </a:xfrm>
      </p:grpSpPr>
      <p:sp>
        <p:nvSpPr>
          <p:cNvPr id="1221" name="Google Shape;1221;p47">
            <a:extLst>
              <a:ext uri="{FF2B5EF4-FFF2-40B4-BE49-F238E27FC236}">
                <a16:creationId xmlns:a16="http://schemas.microsoft.com/office/drawing/2014/main" id="{45F95200-20B1-58D3-A5C1-A3B97AE93354}"/>
              </a:ext>
            </a:extLst>
          </p:cNvPr>
          <p:cNvSpPr txBox="1">
            <a:spLocks noGrp="1"/>
          </p:cNvSpPr>
          <p:nvPr>
            <p:ph type="title"/>
          </p:nvPr>
        </p:nvSpPr>
        <p:spPr>
          <a:xfrm>
            <a:off x="561161" y="1273520"/>
            <a:ext cx="5699807" cy="2610243"/>
          </a:xfrm>
          <a:prstGeom prst="rect">
            <a:avLst/>
          </a:prstGeom>
        </p:spPr>
        <p:txBody>
          <a:bodyPr spcFirstLastPara="1" wrap="square" lIns="91425" tIns="91425" rIns="91425" bIns="91425" anchor="ctr" anchorCtr="0">
            <a:noAutofit/>
          </a:bodyPr>
          <a:lstStyle/>
          <a:p>
            <a:pPr algn="l">
              <a:lnSpc>
                <a:spcPct val="100000"/>
              </a:lnSpc>
            </a:pPr>
            <a:r>
              <a:rPr lang="en-US" sz="1600" dirty="0">
                <a:latin typeface="Fredoka One" panose="02000000000000000000" pitchFamily="2" charset="0"/>
                <a:ea typeface="ADLaM Display" panose="02010000000000000000" pitchFamily="2" charset="0"/>
                <a:cs typeface="ADLaM Display" panose="02010000000000000000" pitchFamily="2" charset="0"/>
              </a:rPr>
              <a:t>PEA is a promising nutraceutical because it is both effective (</a:t>
            </a:r>
            <a:r>
              <a:rPr lang="en-US" sz="1600" u="sng" dirty="0">
                <a:latin typeface="Fredoka One" panose="02000000000000000000" pitchFamily="2" charset="0"/>
                <a:ea typeface="ADLaM Display" panose="02010000000000000000" pitchFamily="2" charset="0"/>
                <a:cs typeface="ADLaM Display" panose="02010000000000000000" pitchFamily="2" charset="0"/>
              </a:rPr>
              <a:t>with anti-inflammatory, analgesic, and neuroprotective actions) and very safe, even for vulnerable populations.</a:t>
            </a:r>
            <a:br>
              <a:rPr lang="en-US" sz="1600" u="sng" dirty="0">
                <a:latin typeface="Fredoka One" panose="02000000000000000000" pitchFamily="2" charset="0"/>
                <a:ea typeface="ADLaM Display" panose="02010000000000000000" pitchFamily="2" charset="0"/>
                <a:cs typeface="ADLaM Display" panose="02010000000000000000" pitchFamily="2" charset="0"/>
              </a:rPr>
            </a:br>
            <a:br>
              <a:rPr lang="en-US" sz="1600" dirty="0">
                <a:latin typeface="Fredoka One" panose="02000000000000000000" pitchFamily="2" charset="0"/>
                <a:ea typeface="ADLaM Display" panose="02010000000000000000" pitchFamily="2" charset="0"/>
                <a:cs typeface="ADLaM Display" panose="02010000000000000000" pitchFamily="2" charset="0"/>
              </a:rPr>
            </a:br>
            <a:r>
              <a:rPr lang="en-US" sz="1600" dirty="0">
                <a:latin typeface="Fredoka One" panose="02000000000000000000" pitchFamily="2" charset="0"/>
                <a:ea typeface="ADLaM Display" panose="02010000000000000000" pitchFamily="2" charset="0"/>
                <a:cs typeface="ADLaM Display" panose="02010000000000000000" pitchFamily="2" charset="0"/>
              </a:rPr>
              <a:t>This excellent safety profile makes it ideal not just as a standalone treatment, </a:t>
            </a:r>
            <a:r>
              <a:rPr lang="en-US" sz="1600" u="sng" dirty="0">
                <a:latin typeface="Fredoka One" panose="02000000000000000000" pitchFamily="2" charset="0"/>
                <a:ea typeface="ADLaM Display" panose="02010000000000000000" pitchFamily="2" charset="0"/>
                <a:cs typeface="ADLaM Display" panose="02010000000000000000" pitchFamily="2" charset="0"/>
              </a:rPr>
              <a:t>but also as an adjunct therapy. </a:t>
            </a:r>
            <a:r>
              <a:rPr lang="en-US" sz="1600" dirty="0">
                <a:latin typeface="Fredoka One" panose="02000000000000000000" pitchFamily="2" charset="0"/>
                <a:ea typeface="ADLaM Display" panose="02010000000000000000" pitchFamily="2" charset="0"/>
                <a:cs typeface="ADLaM Display" panose="02010000000000000000" pitchFamily="2" charset="0"/>
              </a:rPr>
              <a:t>When used in combination, </a:t>
            </a:r>
            <a:r>
              <a:rPr lang="en-US" sz="1600" u="sng" dirty="0">
                <a:latin typeface="Fredoka One" panose="02000000000000000000" pitchFamily="2" charset="0"/>
                <a:ea typeface="ADLaM Display" panose="02010000000000000000" pitchFamily="2" charset="0"/>
                <a:cs typeface="ADLaM Display" panose="02010000000000000000" pitchFamily="2" charset="0"/>
              </a:rPr>
              <a:t>PEA can lower the required dose of stronger drugs like NSAIDs and opioids, thereby reducing their side effects.</a:t>
            </a:r>
            <a:endParaRPr sz="1600" u="sng" dirty="0">
              <a:latin typeface="Fredoka One" panose="02000000000000000000" pitchFamily="2" charset="0"/>
              <a:ea typeface="ADLaM Display" panose="02010000000000000000" pitchFamily="2" charset="0"/>
              <a:cs typeface="ADLaM Display" panose="02010000000000000000" pitchFamily="2" charset="0"/>
            </a:endParaRPr>
          </a:p>
        </p:txBody>
      </p:sp>
      <p:grpSp>
        <p:nvGrpSpPr>
          <p:cNvPr id="1222" name="Google Shape;1222;p47">
            <a:extLst>
              <a:ext uri="{FF2B5EF4-FFF2-40B4-BE49-F238E27FC236}">
                <a16:creationId xmlns:a16="http://schemas.microsoft.com/office/drawing/2014/main" id="{049D701F-DAE0-E8BD-1BBC-D6DBA0CF59ED}"/>
              </a:ext>
            </a:extLst>
          </p:cNvPr>
          <p:cNvGrpSpPr/>
          <p:nvPr/>
        </p:nvGrpSpPr>
        <p:grpSpPr>
          <a:xfrm>
            <a:off x="122278" y="87555"/>
            <a:ext cx="623693" cy="542353"/>
            <a:chOff x="1082169" y="2497002"/>
            <a:chExt cx="1663996" cy="1720378"/>
          </a:xfrm>
        </p:grpSpPr>
        <p:sp>
          <p:nvSpPr>
            <p:cNvPr id="1223" name="Google Shape;1223;p47">
              <a:extLst>
                <a:ext uri="{FF2B5EF4-FFF2-40B4-BE49-F238E27FC236}">
                  <a16:creationId xmlns:a16="http://schemas.microsoft.com/office/drawing/2014/main" id="{7026B9A0-A66E-4B3C-CC77-41C05478BCE5}"/>
                </a:ext>
              </a:extLst>
            </p:cNvPr>
            <p:cNvSpPr/>
            <p:nvPr/>
          </p:nvSpPr>
          <p:spPr>
            <a:xfrm rot="-1002475">
              <a:off x="1255753" y="2656719"/>
              <a:ext cx="1316828" cy="1400943"/>
            </a:xfrm>
            <a:custGeom>
              <a:avLst/>
              <a:gdLst/>
              <a:ahLst/>
              <a:cxnLst/>
              <a:rect l="l" t="t" r="r" b="b"/>
              <a:pathLst>
                <a:path w="33267" h="35392" extrusionOk="0">
                  <a:moveTo>
                    <a:pt x="16501" y="1"/>
                  </a:moveTo>
                  <a:cubicBezTo>
                    <a:pt x="15873" y="110"/>
                    <a:pt x="14762" y="293"/>
                    <a:pt x="14762" y="293"/>
                  </a:cubicBezTo>
                  <a:cubicBezTo>
                    <a:pt x="12749" y="761"/>
                    <a:pt x="10902" y="1778"/>
                    <a:pt x="9405" y="3270"/>
                  </a:cubicBezTo>
                  <a:cubicBezTo>
                    <a:pt x="7289" y="5379"/>
                    <a:pt x="6118" y="8189"/>
                    <a:pt x="6108" y="11183"/>
                  </a:cubicBezTo>
                  <a:cubicBezTo>
                    <a:pt x="6102" y="13317"/>
                    <a:pt x="6696" y="15394"/>
                    <a:pt x="7829" y="17192"/>
                  </a:cubicBezTo>
                  <a:cubicBezTo>
                    <a:pt x="8647" y="18490"/>
                    <a:pt x="9079" y="19998"/>
                    <a:pt x="9079" y="21552"/>
                  </a:cubicBezTo>
                  <a:lnTo>
                    <a:pt x="9079" y="24669"/>
                  </a:lnTo>
                  <a:lnTo>
                    <a:pt x="9118" y="25929"/>
                  </a:lnTo>
                  <a:lnTo>
                    <a:pt x="9079" y="26273"/>
                  </a:lnTo>
                  <a:lnTo>
                    <a:pt x="9079" y="28907"/>
                  </a:lnTo>
                  <a:cubicBezTo>
                    <a:pt x="9079" y="29271"/>
                    <a:pt x="8783" y="29566"/>
                    <a:pt x="8418" y="29566"/>
                  </a:cubicBezTo>
                  <a:lnTo>
                    <a:pt x="5260" y="29566"/>
                  </a:lnTo>
                  <a:cubicBezTo>
                    <a:pt x="2360" y="29566"/>
                    <a:pt x="1" y="31925"/>
                    <a:pt x="1" y="34825"/>
                  </a:cubicBezTo>
                  <a:cubicBezTo>
                    <a:pt x="1" y="35137"/>
                    <a:pt x="254" y="35392"/>
                    <a:pt x="568" y="35392"/>
                  </a:cubicBezTo>
                  <a:cubicBezTo>
                    <a:pt x="881" y="35392"/>
                    <a:pt x="1134" y="35137"/>
                    <a:pt x="1134" y="34825"/>
                  </a:cubicBezTo>
                  <a:lnTo>
                    <a:pt x="1134" y="34824"/>
                  </a:lnTo>
                  <a:lnTo>
                    <a:pt x="32132" y="34824"/>
                  </a:lnTo>
                  <a:cubicBezTo>
                    <a:pt x="32132" y="35137"/>
                    <a:pt x="32386" y="35392"/>
                    <a:pt x="32700" y="35392"/>
                  </a:cubicBezTo>
                  <a:cubicBezTo>
                    <a:pt x="33012" y="35392"/>
                    <a:pt x="33266" y="35137"/>
                    <a:pt x="33266" y="34824"/>
                  </a:cubicBezTo>
                  <a:cubicBezTo>
                    <a:pt x="33266" y="33420"/>
                    <a:pt x="32719" y="32099"/>
                    <a:pt x="31726" y="31107"/>
                  </a:cubicBezTo>
                  <a:cubicBezTo>
                    <a:pt x="30734" y="30114"/>
                    <a:pt x="29413" y="29567"/>
                    <a:pt x="28007" y="29567"/>
                  </a:cubicBezTo>
                  <a:lnTo>
                    <a:pt x="20189" y="29567"/>
                  </a:lnTo>
                  <a:cubicBezTo>
                    <a:pt x="19825" y="29567"/>
                    <a:pt x="19528" y="29271"/>
                    <a:pt x="19528" y="28907"/>
                  </a:cubicBezTo>
                  <a:lnTo>
                    <a:pt x="19528" y="25916"/>
                  </a:lnTo>
                  <a:cubicBezTo>
                    <a:pt x="19528" y="25553"/>
                    <a:pt x="19825" y="25256"/>
                    <a:pt x="20189" y="25256"/>
                  </a:cubicBezTo>
                  <a:cubicBezTo>
                    <a:pt x="20502" y="25256"/>
                    <a:pt x="20756" y="25003"/>
                    <a:pt x="20756" y="24689"/>
                  </a:cubicBezTo>
                  <a:lnTo>
                    <a:pt x="22273" y="24689"/>
                  </a:lnTo>
                  <a:cubicBezTo>
                    <a:pt x="22273" y="25003"/>
                    <a:pt x="22527" y="25256"/>
                    <a:pt x="22840" y="25256"/>
                  </a:cubicBezTo>
                  <a:lnTo>
                    <a:pt x="24457" y="25256"/>
                  </a:lnTo>
                  <a:cubicBezTo>
                    <a:pt x="26005" y="25256"/>
                    <a:pt x="27282" y="24094"/>
                    <a:pt x="27428" y="22553"/>
                  </a:cubicBezTo>
                  <a:lnTo>
                    <a:pt x="27777" y="18874"/>
                  </a:lnTo>
                  <a:lnTo>
                    <a:pt x="28243" y="18874"/>
                  </a:lnTo>
                  <a:cubicBezTo>
                    <a:pt x="28800" y="18874"/>
                    <a:pt x="29307" y="18590"/>
                    <a:pt x="29600" y="18115"/>
                  </a:cubicBezTo>
                  <a:cubicBezTo>
                    <a:pt x="29891" y="17639"/>
                    <a:pt x="29914" y="17059"/>
                    <a:pt x="29663" y="16563"/>
                  </a:cubicBezTo>
                  <a:lnTo>
                    <a:pt x="28544" y="14356"/>
                  </a:lnTo>
                  <a:lnTo>
                    <a:pt x="28546" y="11219"/>
                  </a:lnTo>
                  <a:cubicBezTo>
                    <a:pt x="28546" y="5964"/>
                    <a:pt x="24928" y="1470"/>
                    <a:pt x="20024" y="330"/>
                  </a:cubicBezTo>
                  <a:cubicBezTo>
                    <a:pt x="18622" y="4"/>
                    <a:pt x="19051" y="233"/>
                    <a:pt x="18416" y="58"/>
                  </a:cubicBezTo>
                  <a:cubicBezTo>
                    <a:pt x="18414" y="58"/>
                    <a:pt x="18412" y="59"/>
                    <a:pt x="18409" y="59"/>
                  </a:cubicBezTo>
                  <a:cubicBezTo>
                    <a:pt x="18347" y="59"/>
                    <a:pt x="18049" y="1"/>
                    <a:pt x="18007" y="1"/>
                  </a:cubicBezTo>
                  <a:close/>
                </a:path>
              </a:pathLst>
            </a:custGeom>
            <a:solidFill>
              <a:schemeClr val="accent2"/>
            </a:solidFill>
            <a:ln w="114300" cap="flat" cmpd="sng">
              <a:solidFill>
                <a:schemeClr val="accent2"/>
              </a:solidFill>
              <a:prstDash val="solid"/>
              <a:round/>
              <a:headEnd type="none" w="sm" len="sm"/>
              <a:tailEnd type="none" w="sm" len="sm"/>
            </a:ln>
            <a:effectLst>
              <a:outerShdw dist="76200" dir="1800000" algn="bl" rotWithShape="0">
                <a:schemeClr val="lt2"/>
              </a:outerShdw>
            </a:effectLst>
          </p:spPr>
          <p:txBody>
            <a:bodyPr spcFirstLastPara="1" wrap="square" lIns="91425" tIns="91425" rIns="91425" bIns="91425" anchor="ctr" anchorCtr="0">
              <a:noAutofit/>
            </a:bodyPr>
            <a:lstStyle/>
            <a:p>
              <a:pPr marL="0" marR="0" lvl="0" indent="0" algn="l" rtl="0">
                <a:lnSpc>
                  <a:spcPct val="100000"/>
                </a:lnSpc>
                <a:spcBef>
                  <a:spcPts val="0"/>
                </a:spcBef>
                <a:spcAft>
                  <a:spcPts val="0"/>
                </a:spcAft>
                <a:buNone/>
              </a:pPr>
              <a:endParaRPr/>
            </a:p>
          </p:txBody>
        </p:sp>
        <p:sp>
          <p:nvSpPr>
            <p:cNvPr id="1224" name="Google Shape;1224;p47">
              <a:extLst>
                <a:ext uri="{FF2B5EF4-FFF2-40B4-BE49-F238E27FC236}">
                  <a16:creationId xmlns:a16="http://schemas.microsoft.com/office/drawing/2014/main" id="{0E31A7A6-6822-22E7-1C35-FB9DCD726608}"/>
                </a:ext>
              </a:extLst>
            </p:cNvPr>
            <p:cNvSpPr/>
            <p:nvPr/>
          </p:nvSpPr>
          <p:spPr>
            <a:xfrm rot="-1002475">
              <a:off x="1278198" y="2679168"/>
              <a:ext cx="1271901" cy="1356055"/>
            </a:xfrm>
            <a:custGeom>
              <a:avLst/>
              <a:gdLst/>
              <a:ahLst/>
              <a:cxnLst/>
              <a:rect l="l" t="t" r="r" b="b"/>
              <a:pathLst>
                <a:path w="32132" h="34258" extrusionOk="0">
                  <a:moveTo>
                    <a:pt x="16761" y="0"/>
                  </a:moveTo>
                  <a:cubicBezTo>
                    <a:pt x="10884" y="0"/>
                    <a:pt x="6127" y="4741"/>
                    <a:pt x="6108" y="10618"/>
                  </a:cubicBezTo>
                  <a:cubicBezTo>
                    <a:pt x="6102" y="12715"/>
                    <a:pt x="6701" y="14672"/>
                    <a:pt x="7741" y="16323"/>
                  </a:cubicBezTo>
                  <a:cubicBezTo>
                    <a:pt x="8620" y="17718"/>
                    <a:pt x="9079" y="19337"/>
                    <a:pt x="9079" y="20986"/>
                  </a:cubicBezTo>
                  <a:lnTo>
                    <a:pt x="9079" y="28340"/>
                  </a:lnTo>
                  <a:cubicBezTo>
                    <a:pt x="9079" y="29017"/>
                    <a:pt x="8529" y="29567"/>
                    <a:pt x="7851" y="29567"/>
                  </a:cubicBezTo>
                  <a:lnTo>
                    <a:pt x="4693" y="29567"/>
                  </a:lnTo>
                  <a:cubicBezTo>
                    <a:pt x="2101" y="29567"/>
                    <a:pt x="1" y="31667"/>
                    <a:pt x="1" y="34258"/>
                  </a:cubicBezTo>
                  <a:lnTo>
                    <a:pt x="32131" y="34258"/>
                  </a:lnTo>
                  <a:cubicBezTo>
                    <a:pt x="32131" y="31667"/>
                    <a:pt x="30032" y="29567"/>
                    <a:pt x="27440" y="29567"/>
                  </a:cubicBezTo>
                  <a:lnTo>
                    <a:pt x="19622" y="29567"/>
                  </a:lnTo>
                  <a:cubicBezTo>
                    <a:pt x="18944" y="29567"/>
                    <a:pt x="18395" y="29017"/>
                    <a:pt x="18395" y="28339"/>
                  </a:cubicBezTo>
                  <a:lnTo>
                    <a:pt x="18395" y="25349"/>
                  </a:lnTo>
                  <a:cubicBezTo>
                    <a:pt x="18395" y="24671"/>
                    <a:pt x="18944" y="24122"/>
                    <a:pt x="19622" y="24122"/>
                  </a:cubicBezTo>
                  <a:lnTo>
                    <a:pt x="23890" y="24122"/>
                  </a:lnTo>
                  <a:cubicBezTo>
                    <a:pt x="25137" y="24122"/>
                    <a:pt x="26179" y="23174"/>
                    <a:pt x="26297" y="21933"/>
                  </a:cubicBezTo>
                  <a:lnTo>
                    <a:pt x="26694" y="17739"/>
                  </a:lnTo>
                  <a:lnTo>
                    <a:pt x="27676" y="17739"/>
                  </a:lnTo>
                  <a:cubicBezTo>
                    <a:pt x="28440" y="17739"/>
                    <a:pt x="28935" y="16934"/>
                    <a:pt x="28590" y="16252"/>
                  </a:cubicBezTo>
                  <a:lnTo>
                    <a:pt x="27410" y="13924"/>
                  </a:lnTo>
                  <a:lnTo>
                    <a:pt x="27412" y="10652"/>
                  </a:lnTo>
                  <a:cubicBezTo>
                    <a:pt x="27412" y="4770"/>
                    <a:pt x="22643" y="1"/>
                    <a:pt x="16761"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25" name="Google Shape;1225;p47">
              <a:extLst>
                <a:ext uri="{FF2B5EF4-FFF2-40B4-BE49-F238E27FC236}">
                  <a16:creationId xmlns:a16="http://schemas.microsoft.com/office/drawing/2014/main" id="{1E41B524-A85A-67C2-824B-CEB1564C0535}"/>
                </a:ext>
              </a:extLst>
            </p:cNvPr>
            <p:cNvSpPr/>
            <p:nvPr/>
          </p:nvSpPr>
          <p:spPr>
            <a:xfrm rot="-1002475">
              <a:off x="1517787" y="2809192"/>
              <a:ext cx="566046" cy="422120"/>
            </a:xfrm>
            <a:custGeom>
              <a:avLst/>
              <a:gdLst/>
              <a:ahLst/>
              <a:cxnLst/>
              <a:rect l="l" t="t" r="r" b="b"/>
              <a:pathLst>
                <a:path w="14300" h="10664" extrusionOk="0">
                  <a:moveTo>
                    <a:pt x="7108" y="1"/>
                  </a:moveTo>
                  <a:cubicBezTo>
                    <a:pt x="3183" y="1"/>
                    <a:pt x="0" y="3182"/>
                    <a:pt x="0" y="7109"/>
                  </a:cubicBezTo>
                  <a:lnTo>
                    <a:pt x="0" y="9508"/>
                  </a:lnTo>
                  <a:cubicBezTo>
                    <a:pt x="0" y="10145"/>
                    <a:pt x="517" y="10663"/>
                    <a:pt x="1156" y="10663"/>
                  </a:cubicBezTo>
                  <a:lnTo>
                    <a:pt x="2112" y="10663"/>
                  </a:lnTo>
                  <a:cubicBezTo>
                    <a:pt x="2499" y="10663"/>
                    <a:pt x="2860" y="10469"/>
                    <a:pt x="3074" y="10148"/>
                  </a:cubicBezTo>
                  <a:lnTo>
                    <a:pt x="3929" y="8864"/>
                  </a:lnTo>
                  <a:lnTo>
                    <a:pt x="9030" y="8864"/>
                  </a:lnTo>
                  <a:cubicBezTo>
                    <a:pt x="10564" y="8864"/>
                    <a:pt x="11809" y="7620"/>
                    <a:pt x="11809" y="6085"/>
                  </a:cubicBezTo>
                  <a:cubicBezTo>
                    <a:pt x="13184" y="6085"/>
                    <a:pt x="14300" y="4969"/>
                    <a:pt x="14300" y="3594"/>
                  </a:cubicBezTo>
                  <a:cubicBezTo>
                    <a:pt x="14300" y="1609"/>
                    <a:pt x="12691" y="1"/>
                    <a:pt x="10707"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26" name="Google Shape;1226;p47">
              <a:extLst>
                <a:ext uri="{FF2B5EF4-FFF2-40B4-BE49-F238E27FC236}">
                  <a16:creationId xmlns:a16="http://schemas.microsoft.com/office/drawing/2014/main" id="{603EDEA2-F2E5-8F73-2769-90C623C63FEC}"/>
                </a:ext>
              </a:extLst>
            </p:cNvPr>
            <p:cNvSpPr/>
            <p:nvPr/>
          </p:nvSpPr>
          <p:spPr>
            <a:xfrm rot="-1002475">
              <a:off x="2105720" y="3486731"/>
              <a:ext cx="588727" cy="446107"/>
            </a:xfrm>
            <a:custGeom>
              <a:avLst/>
              <a:gdLst/>
              <a:ahLst/>
              <a:cxnLst/>
              <a:rect l="l" t="t" r="r" b="b"/>
              <a:pathLst>
                <a:path w="14873" h="11270" extrusionOk="0">
                  <a:moveTo>
                    <a:pt x="1795" y="1"/>
                  </a:moveTo>
                  <a:cubicBezTo>
                    <a:pt x="805" y="1"/>
                    <a:pt x="1" y="805"/>
                    <a:pt x="1" y="1794"/>
                  </a:cubicBezTo>
                  <a:lnTo>
                    <a:pt x="1" y="4785"/>
                  </a:lnTo>
                  <a:cubicBezTo>
                    <a:pt x="1" y="5774"/>
                    <a:pt x="805" y="6578"/>
                    <a:pt x="1795" y="6578"/>
                  </a:cubicBezTo>
                  <a:lnTo>
                    <a:pt x="9613" y="6578"/>
                  </a:lnTo>
                  <a:cubicBezTo>
                    <a:pt x="10716" y="6578"/>
                    <a:pt x="11751" y="7008"/>
                    <a:pt x="12531" y="7787"/>
                  </a:cubicBezTo>
                  <a:cubicBezTo>
                    <a:pt x="13309" y="8565"/>
                    <a:pt x="13739" y="9601"/>
                    <a:pt x="13739" y="10703"/>
                  </a:cubicBezTo>
                  <a:cubicBezTo>
                    <a:pt x="13739" y="11016"/>
                    <a:pt x="13992" y="11270"/>
                    <a:pt x="14306" y="11270"/>
                  </a:cubicBezTo>
                  <a:cubicBezTo>
                    <a:pt x="14619" y="11270"/>
                    <a:pt x="14872" y="11016"/>
                    <a:pt x="14872" y="10703"/>
                  </a:cubicBezTo>
                  <a:cubicBezTo>
                    <a:pt x="14872" y="9297"/>
                    <a:pt x="14325" y="7977"/>
                    <a:pt x="13332" y="6985"/>
                  </a:cubicBezTo>
                  <a:cubicBezTo>
                    <a:pt x="12339" y="5992"/>
                    <a:pt x="11019" y="5445"/>
                    <a:pt x="9613" y="5445"/>
                  </a:cubicBezTo>
                  <a:lnTo>
                    <a:pt x="1795" y="5445"/>
                  </a:lnTo>
                  <a:cubicBezTo>
                    <a:pt x="1431" y="5445"/>
                    <a:pt x="1134" y="5149"/>
                    <a:pt x="1134" y="4785"/>
                  </a:cubicBezTo>
                  <a:lnTo>
                    <a:pt x="1134" y="1794"/>
                  </a:lnTo>
                  <a:cubicBezTo>
                    <a:pt x="1134" y="1431"/>
                    <a:pt x="1431" y="1134"/>
                    <a:pt x="1795" y="1134"/>
                  </a:cubicBezTo>
                  <a:cubicBezTo>
                    <a:pt x="2108" y="1134"/>
                    <a:pt x="2362" y="881"/>
                    <a:pt x="2362" y="567"/>
                  </a:cubicBezTo>
                  <a:cubicBezTo>
                    <a:pt x="2362" y="254"/>
                    <a:pt x="2108" y="1"/>
                    <a:pt x="179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27" name="Google Shape;1227;p47">
              <a:extLst>
                <a:ext uri="{FF2B5EF4-FFF2-40B4-BE49-F238E27FC236}">
                  <a16:creationId xmlns:a16="http://schemas.microsoft.com/office/drawing/2014/main" id="{DFD8B3EB-C9B0-5618-E019-3FDDD41ABB08}"/>
                </a:ext>
              </a:extLst>
            </p:cNvPr>
            <p:cNvSpPr/>
            <p:nvPr/>
          </p:nvSpPr>
          <p:spPr>
            <a:xfrm rot="-1002475">
              <a:off x="1258555" y="2675798"/>
              <a:ext cx="1184104" cy="1400943"/>
            </a:xfrm>
            <a:custGeom>
              <a:avLst/>
              <a:gdLst/>
              <a:ahLst/>
              <a:cxnLst/>
              <a:rect l="l" t="t" r="r" b="b"/>
              <a:pathLst>
                <a:path w="29914" h="35392" extrusionOk="0">
                  <a:moveTo>
                    <a:pt x="16501" y="1"/>
                  </a:moveTo>
                  <a:cubicBezTo>
                    <a:pt x="15873" y="110"/>
                    <a:pt x="14762" y="294"/>
                    <a:pt x="14760" y="294"/>
                  </a:cubicBezTo>
                  <a:cubicBezTo>
                    <a:pt x="12748" y="761"/>
                    <a:pt x="10901" y="1778"/>
                    <a:pt x="9404" y="3270"/>
                  </a:cubicBezTo>
                  <a:cubicBezTo>
                    <a:pt x="7288" y="5380"/>
                    <a:pt x="6118" y="8190"/>
                    <a:pt x="6108" y="11184"/>
                  </a:cubicBezTo>
                  <a:cubicBezTo>
                    <a:pt x="6101" y="13318"/>
                    <a:pt x="6696" y="15395"/>
                    <a:pt x="7829" y="17192"/>
                  </a:cubicBezTo>
                  <a:cubicBezTo>
                    <a:pt x="8647" y="18491"/>
                    <a:pt x="9078" y="19998"/>
                    <a:pt x="9078" y="21553"/>
                  </a:cubicBezTo>
                  <a:lnTo>
                    <a:pt x="9078" y="24671"/>
                  </a:lnTo>
                  <a:lnTo>
                    <a:pt x="9117" y="25929"/>
                  </a:lnTo>
                  <a:lnTo>
                    <a:pt x="9078" y="26273"/>
                  </a:lnTo>
                  <a:lnTo>
                    <a:pt x="9078" y="28907"/>
                  </a:lnTo>
                  <a:cubicBezTo>
                    <a:pt x="9078" y="29271"/>
                    <a:pt x="8783" y="29567"/>
                    <a:pt x="8418" y="29567"/>
                  </a:cubicBezTo>
                  <a:lnTo>
                    <a:pt x="5259" y="29567"/>
                  </a:lnTo>
                  <a:cubicBezTo>
                    <a:pt x="2359" y="29567"/>
                    <a:pt x="1" y="31926"/>
                    <a:pt x="1" y="34825"/>
                  </a:cubicBezTo>
                  <a:cubicBezTo>
                    <a:pt x="1" y="35138"/>
                    <a:pt x="254" y="35392"/>
                    <a:pt x="568" y="35392"/>
                  </a:cubicBezTo>
                  <a:cubicBezTo>
                    <a:pt x="881" y="35392"/>
                    <a:pt x="1134" y="35138"/>
                    <a:pt x="1134" y="34825"/>
                  </a:cubicBezTo>
                  <a:cubicBezTo>
                    <a:pt x="1134" y="32551"/>
                    <a:pt x="2984" y="30700"/>
                    <a:pt x="5259" y="30700"/>
                  </a:cubicBezTo>
                  <a:lnTo>
                    <a:pt x="8418" y="30700"/>
                  </a:lnTo>
                  <a:cubicBezTo>
                    <a:pt x="9407" y="30700"/>
                    <a:pt x="10213" y="29896"/>
                    <a:pt x="10213" y="28907"/>
                  </a:cubicBezTo>
                  <a:lnTo>
                    <a:pt x="10213" y="27408"/>
                  </a:lnTo>
                  <a:lnTo>
                    <a:pt x="10213" y="25804"/>
                  </a:lnTo>
                  <a:lnTo>
                    <a:pt x="10213" y="21553"/>
                  </a:lnTo>
                  <a:cubicBezTo>
                    <a:pt x="10213" y="19785"/>
                    <a:pt x="9719" y="18068"/>
                    <a:pt x="8787" y="16587"/>
                  </a:cubicBezTo>
                  <a:cubicBezTo>
                    <a:pt x="7770" y="14973"/>
                    <a:pt x="7236" y="13105"/>
                    <a:pt x="7242" y="11187"/>
                  </a:cubicBezTo>
                  <a:cubicBezTo>
                    <a:pt x="7250" y="8496"/>
                    <a:pt x="8303" y="5970"/>
                    <a:pt x="10204" y="4074"/>
                  </a:cubicBezTo>
                  <a:cubicBezTo>
                    <a:pt x="12105" y="2181"/>
                    <a:pt x="14630" y="1137"/>
                    <a:pt x="17318" y="1134"/>
                  </a:cubicBezTo>
                  <a:lnTo>
                    <a:pt x="17337" y="1134"/>
                  </a:lnTo>
                  <a:cubicBezTo>
                    <a:pt x="22893" y="1140"/>
                    <a:pt x="27411" y="5662"/>
                    <a:pt x="27411" y="11219"/>
                  </a:cubicBezTo>
                  <a:lnTo>
                    <a:pt x="27409" y="14491"/>
                  </a:lnTo>
                  <a:cubicBezTo>
                    <a:pt x="27409" y="14580"/>
                    <a:pt x="27430" y="14668"/>
                    <a:pt x="27471" y="14748"/>
                  </a:cubicBezTo>
                  <a:lnTo>
                    <a:pt x="28651" y="17076"/>
                  </a:lnTo>
                  <a:cubicBezTo>
                    <a:pt x="28755" y="17282"/>
                    <a:pt x="28673" y="17456"/>
                    <a:pt x="28633" y="17522"/>
                  </a:cubicBezTo>
                  <a:cubicBezTo>
                    <a:pt x="28593" y="17587"/>
                    <a:pt x="28474" y="17740"/>
                    <a:pt x="28242" y="17740"/>
                  </a:cubicBezTo>
                  <a:lnTo>
                    <a:pt x="27261" y="17740"/>
                  </a:lnTo>
                  <a:cubicBezTo>
                    <a:pt x="26969" y="17740"/>
                    <a:pt x="26724" y="17963"/>
                    <a:pt x="26697" y="18254"/>
                  </a:cubicBezTo>
                  <a:lnTo>
                    <a:pt x="26299" y="22446"/>
                  </a:lnTo>
                  <a:cubicBezTo>
                    <a:pt x="26209" y="23402"/>
                    <a:pt x="25417" y="24123"/>
                    <a:pt x="24457" y="24123"/>
                  </a:cubicBezTo>
                  <a:lnTo>
                    <a:pt x="22840" y="24123"/>
                  </a:lnTo>
                  <a:cubicBezTo>
                    <a:pt x="22526" y="24123"/>
                    <a:pt x="22273" y="24377"/>
                    <a:pt x="22273" y="24689"/>
                  </a:cubicBezTo>
                  <a:cubicBezTo>
                    <a:pt x="22273" y="25003"/>
                    <a:pt x="22526" y="25257"/>
                    <a:pt x="22840" y="25257"/>
                  </a:cubicBezTo>
                  <a:lnTo>
                    <a:pt x="24457" y="25257"/>
                  </a:lnTo>
                  <a:cubicBezTo>
                    <a:pt x="26005" y="25257"/>
                    <a:pt x="27282" y="24094"/>
                    <a:pt x="27428" y="22553"/>
                  </a:cubicBezTo>
                  <a:lnTo>
                    <a:pt x="27777" y="18874"/>
                  </a:lnTo>
                  <a:lnTo>
                    <a:pt x="28242" y="18874"/>
                  </a:lnTo>
                  <a:cubicBezTo>
                    <a:pt x="28800" y="18874"/>
                    <a:pt x="29307" y="18590"/>
                    <a:pt x="29600" y="18115"/>
                  </a:cubicBezTo>
                  <a:cubicBezTo>
                    <a:pt x="29891" y="17639"/>
                    <a:pt x="29914" y="17060"/>
                    <a:pt x="29661" y="16563"/>
                  </a:cubicBezTo>
                  <a:lnTo>
                    <a:pt x="28544" y="14356"/>
                  </a:lnTo>
                  <a:lnTo>
                    <a:pt x="28546" y="11219"/>
                  </a:lnTo>
                  <a:cubicBezTo>
                    <a:pt x="28546" y="5964"/>
                    <a:pt x="24928" y="1470"/>
                    <a:pt x="20024" y="330"/>
                  </a:cubicBezTo>
                  <a:cubicBezTo>
                    <a:pt x="18622" y="4"/>
                    <a:pt x="19051" y="234"/>
                    <a:pt x="18416" y="58"/>
                  </a:cubicBezTo>
                  <a:cubicBezTo>
                    <a:pt x="18414" y="58"/>
                    <a:pt x="18412" y="59"/>
                    <a:pt x="18409" y="59"/>
                  </a:cubicBezTo>
                  <a:cubicBezTo>
                    <a:pt x="18347" y="59"/>
                    <a:pt x="18049" y="1"/>
                    <a:pt x="18007"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28" name="Google Shape;1228;p47">
              <a:extLst>
                <a:ext uri="{FF2B5EF4-FFF2-40B4-BE49-F238E27FC236}">
                  <a16:creationId xmlns:a16="http://schemas.microsoft.com/office/drawing/2014/main" id="{6F18B47B-1B9D-9453-EF0B-0346DF6A6A95}"/>
                </a:ext>
              </a:extLst>
            </p:cNvPr>
            <p:cNvSpPr/>
            <p:nvPr/>
          </p:nvSpPr>
          <p:spPr>
            <a:xfrm rot="-1002475">
              <a:off x="1495332" y="2786710"/>
              <a:ext cx="610933" cy="467007"/>
            </a:xfrm>
            <a:custGeom>
              <a:avLst/>
              <a:gdLst/>
              <a:ahLst/>
              <a:cxnLst/>
              <a:rect l="l" t="t" r="r" b="b"/>
              <a:pathLst>
                <a:path w="15434" h="11798" extrusionOk="0">
                  <a:moveTo>
                    <a:pt x="9688" y="1"/>
                  </a:moveTo>
                  <a:cubicBezTo>
                    <a:pt x="9374" y="1"/>
                    <a:pt x="9121" y="254"/>
                    <a:pt x="9121" y="568"/>
                  </a:cubicBezTo>
                  <a:cubicBezTo>
                    <a:pt x="9121" y="881"/>
                    <a:pt x="9374" y="1134"/>
                    <a:pt x="9688" y="1134"/>
                  </a:cubicBezTo>
                  <a:lnTo>
                    <a:pt x="11274" y="1134"/>
                  </a:lnTo>
                  <a:cubicBezTo>
                    <a:pt x="12943" y="1134"/>
                    <a:pt x="14300" y="2492"/>
                    <a:pt x="14300" y="4161"/>
                  </a:cubicBezTo>
                  <a:cubicBezTo>
                    <a:pt x="14300" y="5030"/>
                    <a:pt x="13721" y="5767"/>
                    <a:pt x="12928" y="6005"/>
                  </a:cubicBezTo>
                  <a:cubicBezTo>
                    <a:pt x="12879" y="5505"/>
                    <a:pt x="12725" y="4834"/>
                    <a:pt x="12287" y="4314"/>
                  </a:cubicBezTo>
                  <a:cubicBezTo>
                    <a:pt x="12486" y="3967"/>
                    <a:pt x="12579" y="3582"/>
                    <a:pt x="12560" y="3174"/>
                  </a:cubicBezTo>
                  <a:cubicBezTo>
                    <a:pt x="12547" y="2870"/>
                    <a:pt x="12299" y="2633"/>
                    <a:pt x="11995" y="2633"/>
                  </a:cubicBezTo>
                  <a:cubicBezTo>
                    <a:pt x="11986" y="2633"/>
                    <a:pt x="11977" y="2633"/>
                    <a:pt x="11968" y="2633"/>
                  </a:cubicBezTo>
                  <a:cubicBezTo>
                    <a:pt x="11655" y="2648"/>
                    <a:pt x="11413" y="2913"/>
                    <a:pt x="11428" y="3225"/>
                  </a:cubicBezTo>
                  <a:cubicBezTo>
                    <a:pt x="11443" y="3572"/>
                    <a:pt x="11289" y="3872"/>
                    <a:pt x="10956" y="4140"/>
                  </a:cubicBezTo>
                  <a:cubicBezTo>
                    <a:pt x="10668" y="4372"/>
                    <a:pt x="10358" y="4483"/>
                    <a:pt x="10348" y="4487"/>
                  </a:cubicBezTo>
                  <a:cubicBezTo>
                    <a:pt x="10052" y="4588"/>
                    <a:pt x="9894" y="4909"/>
                    <a:pt x="9994" y="5204"/>
                  </a:cubicBezTo>
                  <a:cubicBezTo>
                    <a:pt x="10073" y="5441"/>
                    <a:pt x="10294" y="5591"/>
                    <a:pt x="10531" y="5591"/>
                  </a:cubicBezTo>
                  <a:cubicBezTo>
                    <a:pt x="10591" y="5591"/>
                    <a:pt x="10651" y="5581"/>
                    <a:pt x="10712" y="5560"/>
                  </a:cubicBezTo>
                  <a:cubicBezTo>
                    <a:pt x="10755" y="5546"/>
                    <a:pt x="11110" y="5421"/>
                    <a:pt x="11498" y="5150"/>
                  </a:cubicBezTo>
                  <a:cubicBezTo>
                    <a:pt x="11809" y="5617"/>
                    <a:pt x="11834" y="6323"/>
                    <a:pt x="11810" y="6602"/>
                  </a:cubicBezTo>
                  <a:cubicBezTo>
                    <a:pt x="11810" y="6610"/>
                    <a:pt x="11810" y="6617"/>
                    <a:pt x="11809" y="6626"/>
                  </a:cubicBezTo>
                  <a:cubicBezTo>
                    <a:pt x="11809" y="6634"/>
                    <a:pt x="11808" y="6644"/>
                    <a:pt x="11808" y="6653"/>
                  </a:cubicBezTo>
                  <a:cubicBezTo>
                    <a:pt x="11808" y="7872"/>
                    <a:pt x="10816" y="8864"/>
                    <a:pt x="9597" y="8864"/>
                  </a:cubicBezTo>
                  <a:lnTo>
                    <a:pt x="4495" y="8864"/>
                  </a:lnTo>
                  <a:cubicBezTo>
                    <a:pt x="4305" y="8864"/>
                    <a:pt x="4128" y="8960"/>
                    <a:pt x="4023" y="9118"/>
                  </a:cubicBezTo>
                  <a:lnTo>
                    <a:pt x="3168" y="10401"/>
                  </a:lnTo>
                  <a:cubicBezTo>
                    <a:pt x="3058" y="10566"/>
                    <a:pt x="2876" y="10663"/>
                    <a:pt x="2678" y="10663"/>
                  </a:cubicBezTo>
                  <a:lnTo>
                    <a:pt x="1722" y="10663"/>
                  </a:lnTo>
                  <a:cubicBezTo>
                    <a:pt x="1397" y="10663"/>
                    <a:pt x="1133" y="10399"/>
                    <a:pt x="1133" y="10076"/>
                  </a:cubicBezTo>
                  <a:lnTo>
                    <a:pt x="1133" y="7677"/>
                  </a:lnTo>
                  <a:cubicBezTo>
                    <a:pt x="1133" y="6032"/>
                    <a:pt x="1746" y="4459"/>
                    <a:pt x="2858" y="3249"/>
                  </a:cubicBezTo>
                  <a:cubicBezTo>
                    <a:pt x="3964" y="2047"/>
                    <a:pt x="5466" y="1305"/>
                    <a:pt x="7085" y="1160"/>
                  </a:cubicBezTo>
                  <a:cubicBezTo>
                    <a:pt x="7399" y="1133"/>
                    <a:pt x="7628" y="858"/>
                    <a:pt x="7601" y="547"/>
                  </a:cubicBezTo>
                  <a:cubicBezTo>
                    <a:pt x="7574" y="252"/>
                    <a:pt x="7328" y="30"/>
                    <a:pt x="7039" y="30"/>
                  </a:cubicBezTo>
                  <a:cubicBezTo>
                    <a:pt x="7022" y="30"/>
                    <a:pt x="7004" y="31"/>
                    <a:pt x="6986" y="32"/>
                  </a:cubicBezTo>
                  <a:cubicBezTo>
                    <a:pt x="5084" y="201"/>
                    <a:pt x="3321" y="1071"/>
                    <a:pt x="2025" y="2483"/>
                  </a:cubicBezTo>
                  <a:cubicBezTo>
                    <a:pt x="719" y="3902"/>
                    <a:pt x="1" y="5747"/>
                    <a:pt x="1" y="7677"/>
                  </a:cubicBezTo>
                  <a:lnTo>
                    <a:pt x="1" y="10076"/>
                  </a:lnTo>
                  <a:cubicBezTo>
                    <a:pt x="1" y="11025"/>
                    <a:pt x="773" y="11798"/>
                    <a:pt x="1722" y="11798"/>
                  </a:cubicBezTo>
                  <a:lnTo>
                    <a:pt x="2679" y="11798"/>
                  </a:lnTo>
                  <a:cubicBezTo>
                    <a:pt x="3256" y="11798"/>
                    <a:pt x="3793" y="11511"/>
                    <a:pt x="4112" y="11030"/>
                  </a:cubicBezTo>
                  <a:lnTo>
                    <a:pt x="4800" y="9999"/>
                  </a:lnTo>
                  <a:lnTo>
                    <a:pt x="9597" y="9999"/>
                  </a:lnTo>
                  <a:cubicBezTo>
                    <a:pt x="11264" y="9999"/>
                    <a:pt x="12650" y="8772"/>
                    <a:pt x="12902" y="7175"/>
                  </a:cubicBezTo>
                  <a:cubicBezTo>
                    <a:pt x="14338" y="6924"/>
                    <a:pt x="15434" y="5668"/>
                    <a:pt x="15434" y="4162"/>
                  </a:cubicBezTo>
                  <a:cubicBezTo>
                    <a:pt x="15434" y="1868"/>
                    <a:pt x="13568" y="1"/>
                    <a:pt x="11274"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29" name="Google Shape;1229;p47">
              <a:extLst>
                <a:ext uri="{FF2B5EF4-FFF2-40B4-BE49-F238E27FC236}">
                  <a16:creationId xmlns:a16="http://schemas.microsoft.com/office/drawing/2014/main" id="{80C92363-A64B-27E6-5FF7-D35A358AD990}"/>
                </a:ext>
              </a:extLst>
            </p:cNvPr>
            <p:cNvSpPr/>
            <p:nvPr/>
          </p:nvSpPr>
          <p:spPr>
            <a:xfrm rot="-1002475">
              <a:off x="1625186" y="3048514"/>
              <a:ext cx="134822" cy="82453"/>
            </a:xfrm>
            <a:custGeom>
              <a:avLst/>
              <a:gdLst/>
              <a:ahLst/>
              <a:cxnLst/>
              <a:rect l="l" t="t" r="r" b="b"/>
              <a:pathLst>
                <a:path w="3406" h="2083" extrusionOk="0">
                  <a:moveTo>
                    <a:pt x="2760" y="1"/>
                  </a:moveTo>
                  <a:cubicBezTo>
                    <a:pt x="2547" y="1"/>
                    <a:pt x="2344" y="121"/>
                    <a:pt x="2247" y="325"/>
                  </a:cubicBezTo>
                  <a:cubicBezTo>
                    <a:pt x="2098" y="638"/>
                    <a:pt x="1822" y="830"/>
                    <a:pt x="1402" y="911"/>
                  </a:cubicBezTo>
                  <a:cubicBezTo>
                    <a:pt x="1247" y="940"/>
                    <a:pt x="1100" y="949"/>
                    <a:pt x="981" y="949"/>
                  </a:cubicBezTo>
                  <a:cubicBezTo>
                    <a:pt x="817" y="949"/>
                    <a:pt x="706" y="933"/>
                    <a:pt x="701" y="931"/>
                  </a:cubicBezTo>
                  <a:cubicBezTo>
                    <a:pt x="670" y="927"/>
                    <a:pt x="640" y="924"/>
                    <a:pt x="610" y="924"/>
                  </a:cubicBezTo>
                  <a:cubicBezTo>
                    <a:pt x="338" y="924"/>
                    <a:pt x="97" y="1121"/>
                    <a:pt x="51" y="1400"/>
                  </a:cubicBezTo>
                  <a:cubicBezTo>
                    <a:pt x="1" y="1708"/>
                    <a:pt x="210" y="2000"/>
                    <a:pt x="519" y="2050"/>
                  </a:cubicBezTo>
                  <a:cubicBezTo>
                    <a:pt x="549" y="2056"/>
                    <a:pt x="726" y="2083"/>
                    <a:pt x="980" y="2083"/>
                  </a:cubicBezTo>
                  <a:cubicBezTo>
                    <a:pt x="1150" y="2083"/>
                    <a:pt x="1354" y="2071"/>
                    <a:pt x="1573" y="2033"/>
                  </a:cubicBezTo>
                  <a:cubicBezTo>
                    <a:pt x="2373" y="1890"/>
                    <a:pt x="2959" y="1468"/>
                    <a:pt x="3272" y="811"/>
                  </a:cubicBezTo>
                  <a:cubicBezTo>
                    <a:pt x="3406" y="528"/>
                    <a:pt x="3285" y="190"/>
                    <a:pt x="3002" y="56"/>
                  </a:cubicBezTo>
                  <a:cubicBezTo>
                    <a:pt x="2924" y="19"/>
                    <a:pt x="2841" y="1"/>
                    <a:pt x="2760"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242" name="Google Shape;1242;p47">
            <a:extLst>
              <a:ext uri="{FF2B5EF4-FFF2-40B4-BE49-F238E27FC236}">
                <a16:creationId xmlns:a16="http://schemas.microsoft.com/office/drawing/2014/main" id="{1A9F41A6-4767-CC34-4F36-8A9B4E4E91C1}"/>
              </a:ext>
            </a:extLst>
          </p:cNvPr>
          <p:cNvSpPr/>
          <p:nvPr/>
        </p:nvSpPr>
        <p:spPr>
          <a:xfrm rot="-9388557">
            <a:off x="5248733" y="647732"/>
            <a:ext cx="112800" cy="112818"/>
          </a:xfrm>
          <a:custGeom>
            <a:avLst/>
            <a:gdLst/>
            <a:ahLst/>
            <a:cxnLst/>
            <a:rect l="l" t="t" r="r" b="b"/>
            <a:pathLst>
              <a:path w="6138" h="6139" extrusionOk="0">
                <a:moveTo>
                  <a:pt x="3069" y="0"/>
                </a:moveTo>
                <a:cubicBezTo>
                  <a:pt x="2625" y="513"/>
                  <a:pt x="2402" y="1024"/>
                  <a:pt x="2235" y="1535"/>
                </a:cubicBezTo>
                <a:cubicBezTo>
                  <a:pt x="2177" y="1722"/>
                  <a:pt x="2134" y="1909"/>
                  <a:pt x="2099" y="2097"/>
                </a:cubicBezTo>
                <a:cubicBezTo>
                  <a:pt x="1912" y="2131"/>
                  <a:pt x="1723" y="2173"/>
                  <a:pt x="1536" y="2233"/>
                </a:cubicBezTo>
                <a:cubicBezTo>
                  <a:pt x="1023" y="2398"/>
                  <a:pt x="512" y="2623"/>
                  <a:pt x="1" y="3070"/>
                </a:cubicBezTo>
                <a:cubicBezTo>
                  <a:pt x="512" y="3517"/>
                  <a:pt x="1023" y="3740"/>
                  <a:pt x="1536" y="3907"/>
                </a:cubicBezTo>
                <a:cubicBezTo>
                  <a:pt x="1722" y="3966"/>
                  <a:pt x="1909" y="4008"/>
                  <a:pt x="2096" y="4042"/>
                </a:cubicBezTo>
                <a:cubicBezTo>
                  <a:pt x="2132" y="4230"/>
                  <a:pt x="2173" y="4417"/>
                  <a:pt x="2232" y="4604"/>
                </a:cubicBezTo>
                <a:cubicBezTo>
                  <a:pt x="2399" y="5115"/>
                  <a:pt x="2622" y="5627"/>
                  <a:pt x="3069" y="6138"/>
                </a:cubicBezTo>
                <a:cubicBezTo>
                  <a:pt x="3517" y="5627"/>
                  <a:pt x="3741" y="5115"/>
                  <a:pt x="3906" y="4604"/>
                </a:cubicBezTo>
                <a:cubicBezTo>
                  <a:pt x="3966" y="4416"/>
                  <a:pt x="4008" y="4229"/>
                  <a:pt x="4042" y="4040"/>
                </a:cubicBezTo>
                <a:cubicBezTo>
                  <a:pt x="4230" y="4005"/>
                  <a:pt x="4416" y="3963"/>
                  <a:pt x="4604" y="3904"/>
                </a:cubicBezTo>
                <a:cubicBezTo>
                  <a:pt x="5115" y="3737"/>
                  <a:pt x="5626" y="3514"/>
                  <a:pt x="6138" y="3070"/>
                </a:cubicBezTo>
                <a:cubicBezTo>
                  <a:pt x="5626" y="2625"/>
                  <a:pt x="5115" y="2402"/>
                  <a:pt x="4604" y="2235"/>
                </a:cubicBezTo>
                <a:cubicBezTo>
                  <a:pt x="4416" y="2176"/>
                  <a:pt x="4228" y="2133"/>
                  <a:pt x="4040" y="2099"/>
                </a:cubicBezTo>
                <a:cubicBezTo>
                  <a:pt x="4005" y="1910"/>
                  <a:pt x="3963" y="1723"/>
                  <a:pt x="3904" y="1535"/>
                </a:cubicBezTo>
                <a:cubicBezTo>
                  <a:pt x="3738" y="1024"/>
                  <a:pt x="3514" y="513"/>
                  <a:pt x="3069"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 name="TextBox 3">
            <a:extLst>
              <a:ext uri="{FF2B5EF4-FFF2-40B4-BE49-F238E27FC236}">
                <a16:creationId xmlns:a16="http://schemas.microsoft.com/office/drawing/2014/main" id="{D7F4282A-65B4-4F5B-D927-76116EB068D4}"/>
              </a:ext>
            </a:extLst>
          </p:cNvPr>
          <p:cNvSpPr txBox="1"/>
          <p:nvPr/>
        </p:nvSpPr>
        <p:spPr>
          <a:xfrm>
            <a:off x="686330" y="568957"/>
            <a:ext cx="7180174" cy="430887"/>
          </a:xfrm>
          <a:prstGeom prst="rect">
            <a:avLst/>
          </a:prstGeom>
          <a:noFill/>
        </p:spPr>
        <p:txBody>
          <a:bodyPr wrap="square">
            <a:spAutoFit/>
          </a:bodyPr>
          <a:lstStyle/>
          <a:p>
            <a:pPr marL="0" marR="0" algn="ctr" rtl="0">
              <a:spcBef>
                <a:spcPts val="600"/>
              </a:spcBef>
              <a:spcAft>
                <a:spcPts val="600"/>
              </a:spcAft>
              <a:buNone/>
            </a:pPr>
            <a:r>
              <a:rPr lang="en-US" sz="2200" b="1" dirty="0">
                <a:latin typeface="ADLaM Display" panose="02010000000000000000" pitchFamily="2" charset="0"/>
                <a:ea typeface="ADLaM Display" panose="02010000000000000000" pitchFamily="2" charset="0"/>
                <a:cs typeface="ADLaM Display" panose="02010000000000000000" pitchFamily="2" charset="0"/>
              </a:rPr>
              <a:t>What is PEA</a:t>
            </a:r>
            <a:endParaRPr lang="en-US" sz="2200" dirty="0">
              <a:effectLst/>
              <a:latin typeface="ADLaM Display" panose="02010000000000000000" pitchFamily="2" charset="0"/>
              <a:ea typeface="ADLaM Display" panose="02010000000000000000" pitchFamily="2" charset="0"/>
              <a:cs typeface="ADLaM Display" panose="02010000000000000000" pitchFamily="2" charset="0"/>
            </a:endParaRPr>
          </a:p>
        </p:txBody>
      </p:sp>
      <p:sp>
        <p:nvSpPr>
          <p:cNvPr id="2" name="AutoShape 2" descr="Output image">
            <a:extLst>
              <a:ext uri="{FF2B5EF4-FFF2-40B4-BE49-F238E27FC236}">
                <a16:creationId xmlns:a16="http://schemas.microsoft.com/office/drawing/2014/main" id="{4DB5C897-275D-8B01-00C7-D050E5127C50}"/>
              </a:ext>
            </a:extLst>
          </p:cNvPr>
          <p:cNvSpPr>
            <a:spLocks noChangeAspect="1" noChangeArrowheads="1"/>
          </p:cNvSpPr>
          <p:nvPr/>
        </p:nvSpPr>
        <p:spPr bwMode="auto">
          <a:xfrm>
            <a:off x="4419600" y="241935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3" name="AutoShape 4" descr="Output image">
            <a:extLst>
              <a:ext uri="{FF2B5EF4-FFF2-40B4-BE49-F238E27FC236}">
                <a16:creationId xmlns:a16="http://schemas.microsoft.com/office/drawing/2014/main" id="{9DD54A72-03DA-0C11-3590-78226C6FD06C}"/>
              </a:ext>
            </a:extLst>
          </p:cNvPr>
          <p:cNvSpPr>
            <a:spLocks noChangeAspect="1" noChangeArrowheads="1"/>
          </p:cNvSpPr>
          <p:nvPr/>
        </p:nvSpPr>
        <p:spPr bwMode="auto">
          <a:xfrm>
            <a:off x="4572000" y="257175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5" name="Google Shape;1485;p53">
            <a:extLst>
              <a:ext uri="{FF2B5EF4-FFF2-40B4-BE49-F238E27FC236}">
                <a16:creationId xmlns:a16="http://schemas.microsoft.com/office/drawing/2014/main" id="{28722AE2-5ABC-CC71-B544-C56674357CEA}"/>
              </a:ext>
            </a:extLst>
          </p:cNvPr>
          <p:cNvSpPr/>
          <p:nvPr/>
        </p:nvSpPr>
        <p:spPr>
          <a:xfrm>
            <a:off x="6430029" y="1197984"/>
            <a:ext cx="2207089" cy="2136402"/>
          </a:xfrm>
          <a:prstGeom prst="rect">
            <a:avLst/>
          </a:prstGeom>
          <a:solidFill>
            <a:schemeClr val="accent4"/>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pic>
        <p:nvPicPr>
          <p:cNvPr id="6" name="Google Shape;1487;p53">
            <a:extLst>
              <a:ext uri="{FF2B5EF4-FFF2-40B4-BE49-F238E27FC236}">
                <a16:creationId xmlns:a16="http://schemas.microsoft.com/office/drawing/2014/main" id="{7A4FC415-90B3-4194-033D-726A380655C4}"/>
              </a:ext>
            </a:extLst>
          </p:cNvPr>
          <p:cNvPicPr preferRelativeResize="0"/>
          <p:nvPr/>
        </p:nvPicPr>
        <p:blipFill rotWithShape="1">
          <a:blip r:embed="rId3">
            <a:alphaModFix/>
          </a:blip>
          <a:srcRect l="31024"/>
          <a:stretch/>
        </p:blipFill>
        <p:spPr>
          <a:xfrm>
            <a:off x="6484307" y="1252262"/>
            <a:ext cx="2098532" cy="2027846"/>
          </a:xfrm>
          <a:prstGeom prst="rect">
            <a:avLst/>
          </a:prstGeom>
          <a:noFill/>
          <a:ln w="9525" cap="flat" cmpd="sng">
            <a:solidFill>
              <a:schemeClr val="dk1"/>
            </a:solidFill>
            <a:prstDash val="solid"/>
            <a:round/>
            <a:headEnd type="none" w="sm" len="sm"/>
            <a:tailEnd type="none" w="sm" len="sm"/>
          </a:ln>
        </p:spPr>
      </p:pic>
      <p:sp>
        <p:nvSpPr>
          <p:cNvPr id="7" name="Google Shape;769;p36">
            <a:extLst>
              <a:ext uri="{FF2B5EF4-FFF2-40B4-BE49-F238E27FC236}">
                <a16:creationId xmlns:a16="http://schemas.microsoft.com/office/drawing/2014/main" id="{3F135725-6890-5820-967E-7CE4257E5E6E}"/>
              </a:ext>
            </a:extLst>
          </p:cNvPr>
          <p:cNvSpPr txBox="1">
            <a:spLocks/>
          </p:cNvSpPr>
          <p:nvPr/>
        </p:nvSpPr>
        <p:spPr>
          <a:xfrm>
            <a:off x="5594892" y="3967859"/>
            <a:ext cx="3549108" cy="1175641"/>
          </a:xfrm>
          <a:prstGeom prst="rect">
            <a:avLst/>
          </a:prstGeom>
          <a:solidFill>
            <a:schemeClr val="accent2"/>
          </a:solidFill>
          <a:ln>
            <a:noFill/>
          </a:ln>
          <a:effectLst>
            <a:outerShdw dist="95250" dir="3000000" algn="bl" rotWithShape="0">
              <a:schemeClr val="lt2"/>
            </a:outerShdw>
          </a:effectLst>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L="457200" marR="0" lvl="0" indent="-317500" algn="l" rtl="0">
              <a:lnSpc>
                <a:spcPct val="100000"/>
              </a:lnSpc>
              <a:spcBef>
                <a:spcPts val="0"/>
              </a:spcBef>
              <a:spcAft>
                <a:spcPts val="0"/>
              </a:spcAft>
              <a:buClr>
                <a:schemeClr val="dk1"/>
              </a:buClr>
              <a:buSzPts val="1400"/>
              <a:buFont typeface="Nunito"/>
              <a:buNone/>
              <a:defRPr sz="1600" b="0" i="0" u="none" strike="noStrike" cap="none">
                <a:solidFill>
                  <a:schemeClr val="dk1"/>
                </a:solidFill>
                <a:latin typeface="Nunito"/>
                <a:ea typeface="Nunito"/>
                <a:cs typeface="Nunito"/>
                <a:sym typeface="Nunito"/>
              </a:defRPr>
            </a:lvl1pPr>
            <a:lvl2pPr marL="914400" marR="0" lvl="1" indent="-317500" algn="ctr" rtl="0">
              <a:lnSpc>
                <a:spcPct val="100000"/>
              </a:lnSpc>
              <a:spcBef>
                <a:spcPts val="0"/>
              </a:spcBef>
              <a:spcAft>
                <a:spcPts val="0"/>
              </a:spcAft>
              <a:buClr>
                <a:schemeClr val="dk1"/>
              </a:buClr>
              <a:buSzPts val="1800"/>
              <a:buFont typeface="Nunito"/>
              <a:buNone/>
              <a:defRPr sz="1800" b="0" i="0" u="none" strike="noStrike" cap="none">
                <a:solidFill>
                  <a:schemeClr val="dk1"/>
                </a:solidFill>
                <a:latin typeface="Nunito"/>
                <a:ea typeface="Nunito"/>
                <a:cs typeface="Nunito"/>
                <a:sym typeface="Nunito"/>
              </a:defRPr>
            </a:lvl2pPr>
            <a:lvl3pPr marL="1371600" marR="0" lvl="2" indent="-317500" algn="ctr" rtl="0">
              <a:lnSpc>
                <a:spcPct val="100000"/>
              </a:lnSpc>
              <a:spcBef>
                <a:spcPts val="0"/>
              </a:spcBef>
              <a:spcAft>
                <a:spcPts val="0"/>
              </a:spcAft>
              <a:buClr>
                <a:schemeClr val="dk1"/>
              </a:buClr>
              <a:buSzPts val="1800"/>
              <a:buFont typeface="Nunito"/>
              <a:buNone/>
              <a:defRPr sz="1800" b="0" i="0" u="none" strike="noStrike" cap="none">
                <a:solidFill>
                  <a:schemeClr val="dk1"/>
                </a:solidFill>
                <a:latin typeface="Nunito"/>
                <a:ea typeface="Nunito"/>
                <a:cs typeface="Nunito"/>
                <a:sym typeface="Nunito"/>
              </a:defRPr>
            </a:lvl3pPr>
            <a:lvl4pPr marL="1828800" marR="0" lvl="3" indent="-317500" algn="ctr" rtl="0">
              <a:lnSpc>
                <a:spcPct val="100000"/>
              </a:lnSpc>
              <a:spcBef>
                <a:spcPts val="0"/>
              </a:spcBef>
              <a:spcAft>
                <a:spcPts val="0"/>
              </a:spcAft>
              <a:buClr>
                <a:schemeClr val="dk1"/>
              </a:buClr>
              <a:buSzPts val="1800"/>
              <a:buFont typeface="Nunito"/>
              <a:buNone/>
              <a:defRPr sz="1800" b="0" i="0" u="none" strike="noStrike" cap="none">
                <a:solidFill>
                  <a:schemeClr val="dk1"/>
                </a:solidFill>
                <a:latin typeface="Nunito"/>
                <a:ea typeface="Nunito"/>
                <a:cs typeface="Nunito"/>
                <a:sym typeface="Nunito"/>
              </a:defRPr>
            </a:lvl4pPr>
            <a:lvl5pPr marL="2286000" marR="0" lvl="4" indent="-317500" algn="ctr" rtl="0">
              <a:lnSpc>
                <a:spcPct val="100000"/>
              </a:lnSpc>
              <a:spcBef>
                <a:spcPts val="0"/>
              </a:spcBef>
              <a:spcAft>
                <a:spcPts val="0"/>
              </a:spcAft>
              <a:buClr>
                <a:schemeClr val="dk1"/>
              </a:buClr>
              <a:buSzPts val="1800"/>
              <a:buFont typeface="Nunito"/>
              <a:buNone/>
              <a:defRPr sz="1800" b="0" i="0" u="none" strike="noStrike" cap="none">
                <a:solidFill>
                  <a:schemeClr val="dk1"/>
                </a:solidFill>
                <a:latin typeface="Nunito"/>
                <a:ea typeface="Nunito"/>
                <a:cs typeface="Nunito"/>
                <a:sym typeface="Nunito"/>
              </a:defRPr>
            </a:lvl5pPr>
            <a:lvl6pPr marL="2743200" marR="0" lvl="5" indent="-317500" algn="ctr" rtl="0">
              <a:lnSpc>
                <a:spcPct val="100000"/>
              </a:lnSpc>
              <a:spcBef>
                <a:spcPts val="0"/>
              </a:spcBef>
              <a:spcAft>
                <a:spcPts val="0"/>
              </a:spcAft>
              <a:buClr>
                <a:schemeClr val="dk1"/>
              </a:buClr>
              <a:buSzPts val="1800"/>
              <a:buFont typeface="Nunito"/>
              <a:buNone/>
              <a:defRPr sz="1800" b="0" i="0" u="none" strike="noStrike" cap="none">
                <a:solidFill>
                  <a:schemeClr val="dk1"/>
                </a:solidFill>
                <a:latin typeface="Nunito"/>
                <a:ea typeface="Nunito"/>
                <a:cs typeface="Nunito"/>
                <a:sym typeface="Nunito"/>
              </a:defRPr>
            </a:lvl6pPr>
            <a:lvl7pPr marL="3200400" marR="0" lvl="6" indent="-317500" algn="ctr" rtl="0">
              <a:lnSpc>
                <a:spcPct val="100000"/>
              </a:lnSpc>
              <a:spcBef>
                <a:spcPts val="0"/>
              </a:spcBef>
              <a:spcAft>
                <a:spcPts val="0"/>
              </a:spcAft>
              <a:buClr>
                <a:schemeClr val="dk1"/>
              </a:buClr>
              <a:buSzPts val="1800"/>
              <a:buFont typeface="Nunito"/>
              <a:buNone/>
              <a:defRPr sz="1800" b="0" i="0" u="none" strike="noStrike" cap="none">
                <a:solidFill>
                  <a:schemeClr val="dk1"/>
                </a:solidFill>
                <a:latin typeface="Nunito"/>
                <a:ea typeface="Nunito"/>
                <a:cs typeface="Nunito"/>
                <a:sym typeface="Nunito"/>
              </a:defRPr>
            </a:lvl7pPr>
            <a:lvl8pPr marL="3657600" marR="0" lvl="7" indent="-317500" algn="ctr" rtl="0">
              <a:lnSpc>
                <a:spcPct val="100000"/>
              </a:lnSpc>
              <a:spcBef>
                <a:spcPts val="0"/>
              </a:spcBef>
              <a:spcAft>
                <a:spcPts val="0"/>
              </a:spcAft>
              <a:buClr>
                <a:schemeClr val="dk1"/>
              </a:buClr>
              <a:buSzPts val="1800"/>
              <a:buFont typeface="Nunito"/>
              <a:buNone/>
              <a:defRPr sz="1800" b="0" i="0" u="none" strike="noStrike" cap="none">
                <a:solidFill>
                  <a:schemeClr val="dk1"/>
                </a:solidFill>
                <a:latin typeface="Nunito"/>
                <a:ea typeface="Nunito"/>
                <a:cs typeface="Nunito"/>
                <a:sym typeface="Nunito"/>
              </a:defRPr>
            </a:lvl8pPr>
            <a:lvl9pPr marL="4114800" marR="0" lvl="8" indent="-317500" algn="ctr" rtl="0">
              <a:lnSpc>
                <a:spcPct val="100000"/>
              </a:lnSpc>
              <a:spcBef>
                <a:spcPts val="0"/>
              </a:spcBef>
              <a:spcAft>
                <a:spcPts val="0"/>
              </a:spcAft>
              <a:buClr>
                <a:schemeClr val="dk1"/>
              </a:buClr>
              <a:buSzPts val="1800"/>
              <a:buFont typeface="Nunito"/>
              <a:buNone/>
              <a:defRPr sz="1800" b="0" i="0" u="none" strike="noStrike" cap="none">
                <a:solidFill>
                  <a:schemeClr val="dk1"/>
                </a:solidFill>
                <a:latin typeface="Nunito"/>
                <a:ea typeface="Nunito"/>
                <a:cs typeface="Nunito"/>
                <a:sym typeface="Nunito"/>
              </a:defRPr>
            </a:lvl9pPr>
          </a:lstStyle>
          <a:p>
            <a:pPr algn="ctr"/>
            <a:r>
              <a:rPr lang="en-US" sz="1400" dirty="0"/>
              <a:t>Wang Y, Duan X, Li Z, Pan Y, Deng J. </a:t>
            </a:r>
            <a:r>
              <a:rPr lang="en-US" sz="1400" dirty="0" err="1"/>
              <a:t>Palmitoylethanolamide</a:t>
            </a:r>
            <a:r>
              <a:rPr lang="en-US" sz="1400" dirty="0"/>
              <a:t> in the Treatment of Pain and Its Clinical Application Prospects. Drug Des Devel Ther. 2025;19:6897-6923.</a:t>
            </a:r>
          </a:p>
        </p:txBody>
      </p:sp>
    </p:spTree>
    <p:extLst>
      <p:ext uri="{BB962C8B-B14F-4D97-AF65-F5344CB8AC3E}">
        <p14:creationId xmlns:p14="http://schemas.microsoft.com/office/powerpoint/2010/main" val="44106767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1220">
          <a:extLst>
            <a:ext uri="{FF2B5EF4-FFF2-40B4-BE49-F238E27FC236}">
              <a16:creationId xmlns:a16="http://schemas.microsoft.com/office/drawing/2014/main" id="{C6084188-95BF-46A8-6F0A-359ACC6B72FA}"/>
            </a:ext>
          </a:extLst>
        </p:cNvPr>
        <p:cNvGrpSpPr/>
        <p:nvPr/>
      </p:nvGrpSpPr>
      <p:grpSpPr>
        <a:xfrm>
          <a:off x="0" y="0"/>
          <a:ext cx="0" cy="0"/>
          <a:chOff x="0" y="0"/>
          <a:chExt cx="0" cy="0"/>
        </a:xfrm>
      </p:grpSpPr>
      <p:sp>
        <p:nvSpPr>
          <p:cNvPr id="1242" name="Google Shape;1242;p47">
            <a:extLst>
              <a:ext uri="{FF2B5EF4-FFF2-40B4-BE49-F238E27FC236}">
                <a16:creationId xmlns:a16="http://schemas.microsoft.com/office/drawing/2014/main" id="{6688F20A-1AAB-1322-730F-C7C1FABA1261}"/>
              </a:ext>
            </a:extLst>
          </p:cNvPr>
          <p:cNvSpPr/>
          <p:nvPr/>
        </p:nvSpPr>
        <p:spPr>
          <a:xfrm rot="-9388557">
            <a:off x="5248733" y="647732"/>
            <a:ext cx="112800" cy="112818"/>
          </a:xfrm>
          <a:custGeom>
            <a:avLst/>
            <a:gdLst/>
            <a:ahLst/>
            <a:cxnLst/>
            <a:rect l="l" t="t" r="r" b="b"/>
            <a:pathLst>
              <a:path w="6138" h="6139" extrusionOk="0">
                <a:moveTo>
                  <a:pt x="3069" y="0"/>
                </a:moveTo>
                <a:cubicBezTo>
                  <a:pt x="2625" y="513"/>
                  <a:pt x="2402" y="1024"/>
                  <a:pt x="2235" y="1535"/>
                </a:cubicBezTo>
                <a:cubicBezTo>
                  <a:pt x="2177" y="1722"/>
                  <a:pt x="2134" y="1909"/>
                  <a:pt x="2099" y="2097"/>
                </a:cubicBezTo>
                <a:cubicBezTo>
                  <a:pt x="1912" y="2131"/>
                  <a:pt x="1723" y="2173"/>
                  <a:pt x="1536" y="2233"/>
                </a:cubicBezTo>
                <a:cubicBezTo>
                  <a:pt x="1023" y="2398"/>
                  <a:pt x="512" y="2623"/>
                  <a:pt x="1" y="3070"/>
                </a:cubicBezTo>
                <a:cubicBezTo>
                  <a:pt x="512" y="3517"/>
                  <a:pt x="1023" y="3740"/>
                  <a:pt x="1536" y="3907"/>
                </a:cubicBezTo>
                <a:cubicBezTo>
                  <a:pt x="1722" y="3966"/>
                  <a:pt x="1909" y="4008"/>
                  <a:pt x="2096" y="4042"/>
                </a:cubicBezTo>
                <a:cubicBezTo>
                  <a:pt x="2132" y="4230"/>
                  <a:pt x="2173" y="4417"/>
                  <a:pt x="2232" y="4604"/>
                </a:cubicBezTo>
                <a:cubicBezTo>
                  <a:pt x="2399" y="5115"/>
                  <a:pt x="2622" y="5627"/>
                  <a:pt x="3069" y="6138"/>
                </a:cubicBezTo>
                <a:cubicBezTo>
                  <a:pt x="3517" y="5627"/>
                  <a:pt x="3741" y="5115"/>
                  <a:pt x="3906" y="4604"/>
                </a:cubicBezTo>
                <a:cubicBezTo>
                  <a:pt x="3966" y="4416"/>
                  <a:pt x="4008" y="4229"/>
                  <a:pt x="4042" y="4040"/>
                </a:cubicBezTo>
                <a:cubicBezTo>
                  <a:pt x="4230" y="4005"/>
                  <a:pt x="4416" y="3963"/>
                  <a:pt x="4604" y="3904"/>
                </a:cubicBezTo>
                <a:cubicBezTo>
                  <a:pt x="5115" y="3737"/>
                  <a:pt x="5626" y="3514"/>
                  <a:pt x="6138" y="3070"/>
                </a:cubicBezTo>
                <a:cubicBezTo>
                  <a:pt x="5626" y="2625"/>
                  <a:pt x="5115" y="2402"/>
                  <a:pt x="4604" y="2235"/>
                </a:cubicBezTo>
                <a:cubicBezTo>
                  <a:pt x="4416" y="2176"/>
                  <a:pt x="4228" y="2133"/>
                  <a:pt x="4040" y="2099"/>
                </a:cubicBezTo>
                <a:cubicBezTo>
                  <a:pt x="4005" y="1910"/>
                  <a:pt x="3963" y="1723"/>
                  <a:pt x="3904" y="1535"/>
                </a:cubicBezTo>
                <a:cubicBezTo>
                  <a:pt x="3738" y="1024"/>
                  <a:pt x="3514" y="513"/>
                  <a:pt x="3069"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pic>
        <p:nvPicPr>
          <p:cNvPr id="1368" name="Picture 1367">
            <a:extLst>
              <a:ext uri="{FF2B5EF4-FFF2-40B4-BE49-F238E27FC236}">
                <a16:creationId xmlns:a16="http://schemas.microsoft.com/office/drawing/2014/main" id="{7DF91E85-1A23-D924-62B8-D71B037E6D00}"/>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9473" y="55659"/>
            <a:ext cx="9078867" cy="3117489"/>
          </a:xfrm>
          <a:prstGeom prst="rect">
            <a:avLst/>
          </a:prstGeom>
          <a:ln w="127000" cap="sq">
            <a:solidFill>
              <a:srgbClr val="000000"/>
            </a:solidFill>
            <a:miter lim="800000"/>
          </a:ln>
          <a:effectLst>
            <a:outerShdw blurRad="57150" dist="50800" dir="2700000" algn="tl" rotWithShape="0">
              <a:srgbClr val="000000">
                <a:alpha val="40000"/>
              </a:srgbClr>
            </a:outerShdw>
          </a:effectLst>
        </p:spPr>
      </p:pic>
      <p:sp>
        <p:nvSpPr>
          <p:cNvPr id="2" name="Google Shape;769;p36">
            <a:extLst>
              <a:ext uri="{FF2B5EF4-FFF2-40B4-BE49-F238E27FC236}">
                <a16:creationId xmlns:a16="http://schemas.microsoft.com/office/drawing/2014/main" id="{8AB01203-A61E-8C92-2AA0-07FEFB08F0EA}"/>
              </a:ext>
            </a:extLst>
          </p:cNvPr>
          <p:cNvSpPr txBox="1">
            <a:spLocks/>
          </p:cNvSpPr>
          <p:nvPr/>
        </p:nvSpPr>
        <p:spPr>
          <a:xfrm>
            <a:off x="2697516" y="3535580"/>
            <a:ext cx="3748967" cy="1097281"/>
          </a:xfrm>
          <a:prstGeom prst="rect">
            <a:avLst/>
          </a:prstGeom>
          <a:solidFill>
            <a:schemeClr val="accent2"/>
          </a:solidFill>
          <a:ln>
            <a:noFill/>
          </a:ln>
          <a:effectLst>
            <a:outerShdw dist="95250" dir="3000000" algn="bl" rotWithShape="0">
              <a:schemeClr val="lt2"/>
            </a:outerShdw>
          </a:effectLst>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L="457200" marR="0" lvl="0" indent="-317500" algn="l" rtl="0">
              <a:lnSpc>
                <a:spcPct val="100000"/>
              </a:lnSpc>
              <a:spcBef>
                <a:spcPts val="0"/>
              </a:spcBef>
              <a:spcAft>
                <a:spcPts val="0"/>
              </a:spcAft>
              <a:buClr>
                <a:schemeClr val="dk1"/>
              </a:buClr>
              <a:buSzPts val="1400"/>
              <a:buFont typeface="Nunito"/>
              <a:buNone/>
              <a:defRPr sz="1600" b="0" i="0" u="none" strike="noStrike" cap="none">
                <a:solidFill>
                  <a:schemeClr val="dk1"/>
                </a:solidFill>
                <a:latin typeface="Nunito"/>
                <a:ea typeface="Nunito"/>
                <a:cs typeface="Nunito"/>
                <a:sym typeface="Nunito"/>
              </a:defRPr>
            </a:lvl1pPr>
            <a:lvl2pPr marL="914400" marR="0" lvl="1" indent="-317500" algn="ctr" rtl="0">
              <a:lnSpc>
                <a:spcPct val="100000"/>
              </a:lnSpc>
              <a:spcBef>
                <a:spcPts val="0"/>
              </a:spcBef>
              <a:spcAft>
                <a:spcPts val="0"/>
              </a:spcAft>
              <a:buClr>
                <a:schemeClr val="dk1"/>
              </a:buClr>
              <a:buSzPts val="1800"/>
              <a:buFont typeface="Nunito"/>
              <a:buNone/>
              <a:defRPr sz="1800" b="0" i="0" u="none" strike="noStrike" cap="none">
                <a:solidFill>
                  <a:schemeClr val="dk1"/>
                </a:solidFill>
                <a:latin typeface="Nunito"/>
                <a:ea typeface="Nunito"/>
                <a:cs typeface="Nunito"/>
                <a:sym typeface="Nunito"/>
              </a:defRPr>
            </a:lvl2pPr>
            <a:lvl3pPr marL="1371600" marR="0" lvl="2" indent="-317500" algn="ctr" rtl="0">
              <a:lnSpc>
                <a:spcPct val="100000"/>
              </a:lnSpc>
              <a:spcBef>
                <a:spcPts val="0"/>
              </a:spcBef>
              <a:spcAft>
                <a:spcPts val="0"/>
              </a:spcAft>
              <a:buClr>
                <a:schemeClr val="dk1"/>
              </a:buClr>
              <a:buSzPts val="1800"/>
              <a:buFont typeface="Nunito"/>
              <a:buNone/>
              <a:defRPr sz="1800" b="0" i="0" u="none" strike="noStrike" cap="none">
                <a:solidFill>
                  <a:schemeClr val="dk1"/>
                </a:solidFill>
                <a:latin typeface="Nunito"/>
                <a:ea typeface="Nunito"/>
                <a:cs typeface="Nunito"/>
                <a:sym typeface="Nunito"/>
              </a:defRPr>
            </a:lvl3pPr>
            <a:lvl4pPr marL="1828800" marR="0" lvl="3" indent="-317500" algn="ctr" rtl="0">
              <a:lnSpc>
                <a:spcPct val="100000"/>
              </a:lnSpc>
              <a:spcBef>
                <a:spcPts val="0"/>
              </a:spcBef>
              <a:spcAft>
                <a:spcPts val="0"/>
              </a:spcAft>
              <a:buClr>
                <a:schemeClr val="dk1"/>
              </a:buClr>
              <a:buSzPts val="1800"/>
              <a:buFont typeface="Nunito"/>
              <a:buNone/>
              <a:defRPr sz="1800" b="0" i="0" u="none" strike="noStrike" cap="none">
                <a:solidFill>
                  <a:schemeClr val="dk1"/>
                </a:solidFill>
                <a:latin typeface="Nunito"/>
                <a:ea typeface="Nunito"/>
                <a:cs typeface="Nunito"/>
                <a:sym typeface="Nunito"/>
              </a:defRPr>
            </a:lvl4pPr>
            <a:lvl5pPr marL="2286000" marR="0" lvl="4" indent="-317500" algn="ctr" rtl="0">
              <a:lnSpc>
                <a:spcPct val="100000"/>
              </a:lnSpc>
              <a:spcBef>
                <a:spcPts val="0"/>
              </a:spcBef>
              <a:spcAft>
                <a:spcPts val="0"/>
              </a:spcAft>
              <a:buClr>
                <a:schemeClr val="dk1"/>
              </a:buClr>
              <a:buSzPts val="1800"/>
              <a:buFont typeface="Nunito"/>
              <a:buNone/>
              <a:defRPr sz="1800" b="0" i="0" u="none" strike="noStrike" cap="none">
                <a:solidFill>
                  <a:schemeClr val="dk1"/>
                </a:solidFill>
                <a:latin typeface="Nunito"/>
                <a:ea typeface="Nunito"/>
                <a:cs typeface="Nunito"/>
                <a:sym typeface="Nunito"/>
              </a:defRPr>
            </a:lvl5pPr>
            <a:lvl6pPr marL="2743200" marR="0" lvl="5" indent="-317500" algn="ctr" rtl="0">
              <a:lnSpc>
                <a:spcPct val="100000"/>
              </a:lnSpc>
              <a:spcBef>
                <a:spcPts val="0"/>
              </a:spcBef>
              <a:spcAft>
                <a:spcPts val="0"/>
              </a:spcAft>
              <a:buClr>
                <a:schemeClr val="dk1"/>
              </a:buClr>
              <a:buSzPts val="1800"/>
              <a:buFont typeface="Nunito"/>
              <a:buNone/>
              <a:defRPr sz="1800" b="0" i="0" u="none" strike="noStrike" cap="none">
                <a:solidFill>
                  <a:schemeClr val="dk1"/>
                </a:solidFill>
                <a:latin typeface="Nunito"/>
                <a:ea typeface="Nunito"/>
                <a:cs typeface="Nunito"/>
                <a:sym typeface="Nunito"/>
              </a:defRPr>
            </a:lvl6pPr>
            <a:lvl7pPr marL="3200400" marR="0" lvl="6" indent="-317500" algn="ctr" rtl="0">
              <a:lnSpc>
                <a:spcPct val="100000"/>
              </a:lnSpc>
              <a:spcBef>
                <a:spcPts val="0"/>
              </a:spcBef>
              <a:spcAft>
                <a:spcPts val="0"/>
              </a:spcAft>
              <a:buClr>
                <a:schemeClr val="dk1"/>
              </a:buClr>
              <a:buSzPts val="1800"/>
              <a:buFont typeface="Nunito"/>
              <a:buNone/>
              <a:defRPr sz="1800" b="0" i="0" u="none" strike="noStrike" cap="none">
                <a:solidFill>
                  <a:schemeClr val="dk1"/>
                </a:solidFill>
                <a:latin typeface="Nunito"/>
                <a:ea typeface="Nunito"/>
                <a:cs typeface="Nunito"/>
                <a:sym typeface="Nunito"/>
              </a:defRPr>
            </a:lvl7pPr>
            <a:lvl8pPr marL="3657600" marR="0" lvl="7" indent="-317500" algn="ctr" rtl="0">
              <a:lnSpc>
                <a:spcPct val="100000"/>
              </a:lnSpc>
              <a:spcBef>
                <a:spcPts val="0"/>
              </a:spcBef>
              <a:spcAft>
                <a:spcPts val="0"/>
              </a:spcAft>
              <a:buClr>
                <a:schemeClr val="dk1"/>
              </a:buClr>
              <a:buSzPts val="1800"/>
              <a:buFont typeface="Nunito"/>
              <a:buNone/>
              <a:defRPr sz="1800" b="0" i="0" u="none" strike="noStrike" cap="none">
                <a:solidFill>
                  <a:schemeClr val="dk1"/>
                </a:solidFill>
                <a:latin typeface="Nunito"/>
                <a:ea typeface="Nunito"/>
                <a:cs typeface="Nunito"/>
                <a:sym typeface="Nunito"/>
              </a:defRPr>
            </a:lvl8pPr>
            <a:lvl9pPr marL="4114800" marR="0" lvl="8" indent="-317500" algn="ctr" rtl="0">
              <a:lnSpc>
                <a:spcPct val="100000"/>
              </a:lnSpc>
              <a:spcBef>
                <a:spcPts val="0"/>
              </a:spcBef>
              <a:spcAft>
                <a:spcPts val="0"/>
              </a:spcAft>
              <a:buClr>
                <a:schemeClr val="dk1"/>
              </a:buClr>
              <a:buSzPts val="1800"/>
              <a:buFont typeface="Nunito"/>
              <a:buNone/>
              <a:defRPr sz="1800" b="0" i="0" u="none" strike="noStrike" cap="none">
                <a:solidFill>
                  <a:schemeClr val="dk1"/>
                </a:solidFill>
                <a:latin typeface="Nunito"/>
                <a:ea typeface="Nunito"/>
                <a:cs typeface="Nunito"/>
                <a:sym typeface="Nunito"/>
              </a:defRPr>
            </a:lvl9pPr>
          </a:lstStyle>
          <a:p>
            <a:pPr algn="ctr"/>
            <a:r>
              <a:rPr lang="en-US" sz="1400" dirty="0"/>
              <a:t>Wang Y, Duan X, Li Z, Pan Y, Deng J. </a:t>
            </a:r>
            <a:r>
              <a:rPr lang="en-US" sz="1400" dirty="0" err="1"/>
              <a:t>Palmitoylethanolamide</a:t>
            </a:r>
            <a:r>
              <a:rPr lang="en-US" sz="1400" dirty="0"/>
              <a:t> in the Treatment of Pain and Its Clinical Application Prospects. Drug Des Devel Ther. 2025;19:6897-6923.</a:t>
            </a:r>
          </a:p>
        </p:txBody>
      </p:sp>
    </p:spTree>
    <p:extLst>
      <p:ext uri="{BB962C8B-B14F-4D97-AF65-F5344CB8AC3E}">
        <p14:creationId xmlns:p14="http://schemas.microsoft.com/office/powerpoint/2010/main" val="44606578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1220">
          <a:extLst>
            <a:ext uri="{FF2B5EF4-FFF2-40B4-BE49-F238E27FC236}">
              <a16:creationId xmlns:a16="http://schemas.microsoft.com/office/drawing/2014/main" id="{8BE43334-2799-1696-D430-6C7EAD1E7E08}"/>
            </a:ext>
          </a:extLst>
        </p:cNvPr>
        <p:cNvGrpSpPr/>
        <p:nvPr/>
      </p:nvGrpSpPr>
      <p:grpSpPr>
        <a:xfrm>
          <a:off x="0" y="0"/>
          <a:ext cx="0" cy="0"/>
          <a:chOff x="0" y="0"/>
          <a:chExt cx="0" cy="0"/>
        </a:xfrm>
      </p:grpSpPr>
      <p:sp>
        <p:nvSpPr>
          <p:cNvPr id="1221" name="Google Shape;1221;p47">
            <a:extLst>
              <a:ext uri="{FF2B5EF4-FFF2-40B4-BE49-F238E27FC236}">
                <a16:creationId xmlns:a16="http://schemas.microsoft.com/office/drawing/2014/main" id="{5CBC8412-C6FE-D47A-0CE8-1C95D64E83B4}"/>
              </a:ext>
            </a:extLst>
          </p:cNvPr>
          <p:cNvSpPr txBox="1">
            <a:spLocks noGrp="1"/>
          </p:cNvSpPr>
          <p:nvPr>
            <p:ph type="title"/>
          </p:nvPr>
        </p:nvSpPr>
        <p:spPr>
          <a:xfrm>
            <a:off x="616254" y="1459500"/>
            <a:ext cx="8122781" cy="2529300"/>
          </a:xfrm>
          <a:prstGeom prst="rect">
            <a:avLst/>
          </a:prstGeom>
        </p:spPr>
        <p:txBody>
          <a:bodyPr spcFirstLastPara="1" wrap="square" lIns="91425" tIns="91425" rIns="91425" bIns="91425" anchor="ctr" anchorCtr="0">
            <a:noAutofit/>
          </a:bodyPr>
          <a:lstStyle/>
          <a:p>
            <a:pPr algn="l">
              <a:lnSpc>
                <a:spcPct val="100000"/>
              </a:lnSpc>
            </a:pPr>
            <a:r>
              <a:rPr lang="en-US" sz="1800" dirty="0"/>
              <a:t>While PEA exerts its anti-inflammatory effects through multiple modes of action, its primary mechanism involves </a:t>
            </a:r>
            <a:r>
              <a:rPr lang="en-US" sz="1800" u="sng" dirty="0"/>
              <a:t>the activation of PPAR-α. </a:t>
            </a:r>
            <a:br>
              <a:rPr lang="en-US" sz="1800" dirty="0"/>
            </a:br>
            <a:br>
              <a:rPr lang="en-US" sz="1800" dirty="0"/>
            </a:br>
            <a:r>
              <a:rPr lang="en-US" sz="1800" dirty="0"/>
              <a:t>This activation regulates key signaling pathways, leading to the inhibition </a:t>
            </a:r>
            <a:r>
              <a:rPr lang="en-US" sz="1800" u="sng" dirty="0"/>
              <a:t>of both NF-</a:t>
            </a:r>
            <a:r>
              <a:rPr lang="en-US" sz="1800" u="sng" dirty="0" err="1"/>
              <a:t>κB</a:t>
            </a:r>
            <a:r>
              <a:rPr lang="en-US" sz="1800" u="sng" dirty="0"/>
              <a:t> and p38-MAPK,</a:t>
            </a:r>
            <a:r>
              <a:rPr lang="en-US" sz="1800" dirty="0"/>
              <a:t> which collectively reduce pro-inflammatory factors and modulate inflammation. </a:t>
            </a:r>
            <a:br>
              <a:rPr lang="en-US" sz="1800" dirty="0"/>
            </a:br>
            <a:br>
              <a:rPr lang="en-US" sz="1800" dirty="0"/>
            </a:br>
            <a:br>
              <a:rPr lang="en-US" sz="1800" dirty="0"/>
            </a:br>
            <a:br>
              <a:rPr lang="en-US" sz="1800" dirty="0"/>
            </a:br>
            <a:endParaRPr sz="1800" dirty="0">
              <a:latin typeface="Fredoka One" panose="02000000000000000000" pitchFamily="2" charset="0"/>
              <a:ea typeface="ADLaM Display" panose="02010000000000000000" pitchFamily="2" charset="0"/>
              <a:cs typeface="ADLaM Display" panose="02010000000000000000" pitchFamily="2" charset="0"/>
            </a:endParaRPr>
          </a:p>
        </p:txBody>
      </p:sp>
      <p:grpSp>
        <p:nvGrpSpPr>
          <p:cNvPr id="1222" name="Google Shape;1222;p47">
            <a:extLst>
              <a:ext uri="{FF2B5EF4-FFF2-40B4-BE49-F238E27FC236}">
                <a16:creationId xmlns:a16="http://schemas.microsoft.com/office/drawing/2014/main" id="{A9DAD06D-59C0-7458-3532-3A7A9C5AA624}"/>
              </a:ext>
            </a:extLst>
          </p:cNvPr>
          <p:cNvGrpSpPr/>
          <p:nvPr/>
        </p:nvGrpSpPr>
        <p:grpSpPr>
          <a:xfrm>
            <a:off x="122278" y="87555"/>
            <a:ext cx="623693" cy="542353"/>
            <a:chOff x="1082169" y="2497002"/>
            <a:chExt cx="1663996" cy="1720378"/>
          </a:xfrm>
        </p:grpSpPr>
        <p:sp>
          <p:nvSpPr>
            <p:cNvPr id="1223" name="Google Shape;1223;p47">
              <a:extLst>
                <a:ext uri="{FF2B5EF4-FFF2-40B4-BE49-F238E27FC236}">
                  <a16:creationId xmlns:a16="http://schemas.microsoft.com/office/drawing/2014/main" id="{1E9B5FB2-B172-3A59-2AF2-A6473DB27F49}"/>
                </a:ext>
              </a:extLst>
            </p:cNvPr>
            <p:cNvSpPr/>
            <p:nvPr/>
          </p:nvSpPr>
          <p:spPr>
            <a:xfrm rot="-1002475">
              <a:off x="1255753" y="2656719"/>
              <a:ext cx="1316828" cy="1400943"/>
            </a:xfrm>
            <a:custGeom>
              <a:avLst/>
              <a:gdLst/>
              <a:ahLst/>
              <a:cxnLst/>
              <a:rect l="l" t="t" r="r" b="b"/>
              <a:pathLst>
                <a:path w="33267" h="35392" extrusionOk="0">
                  <a:moveTo>
                    <a:pt x="16501" y="1"/>
                  </a:moveTo>
                  <a:cubicBezTo>
                    <a:pt x="15873" y="110"/>
                    <a:pt x="14762" y="293"/>
                    <a:pt x="14762" y="293"/>
                  </a:cubicBezTo>
                  <a:cubicBezTo>
                    <a:pt x="12749" y="761"/>
                    <a:pt x="10902" y="1778"/>
                    <a:pt x="9405" y="3270"/>
                  </a:cubicBezTo>
                  <a:cubicBezTo>
                    <a:pt x="7289" y="5379"/>
                    <a:pt x="6118" y="8189"/>
                    <a:pt x="6108" y="11183"/>
                  </a:cubicBezTo>
                  <a:cubicBezTo>
                    <a:pt x="6102" y="13317"/>
                    <a:pt x="6696" y="15394"/>
                    <a:pt x="7829" y="17192"/>
                  </a:cubicBezTo>
                  <a:cubicBezTo>
                    <a:pt x="8647" y="18490"/>
                    <a:pt x="9079" y="19998"/>
                    <a:pt x="9079" y="21552"/>
                  </a:cubicBezTo>
                  <a:lnTo>
                    <a:pt x="9079" y="24669"/>
                  </a:lnTo>
                  <a:lnTo>
                    <a:pt x="9118" y="25929"/>
                  </a:lnTo>
                  <a:lnTo>
                    <a:pt x="9079" y="26273"/>
                  </a:lnTo>
                  <a:lnTo>
                    <a:pt x="9079" y="28907"/>
                  </a:lnTo>
                  <a:cubicBezTo>
                    <a:pt x="9079" y="29271"/>
                    <a:pt x="8783" y="29566"/>
                    <a:pt x="8418" y="29566"/>
                  </a:cubicBezTo>
                  <a:lnTo>
                    <a:pt x="5260" y="29566"/>
                  </a:lnTo>
                  <a:cubicBezTo>
                    <a:pt x="2360" y="29566"/>
                    <a:pt x="1" y="31925"/>
                    <a:pt x="1" y="34825"/>
                  </a:cubicBezTo>
                  <a:cubicBezTo>
                    <a:pt x="1" y="35137"/>
                    <a:pt x="254" y="35392"/>
                    <a:pt x="568" y="35392"/>
                  </a:cubicBezTo>
                  <a:cubicBezTo>
                    <a:pt x="881" y="35392"/>
                    <a:pt x="1134" y="35137"/>
                    <a:pt x="1134" y="34825"/>
                  </a:cubicBezTo>
                  <a:lnTo>
                    <a:pt x="1134" y="34824"/>
                  </a:lnTo>
                  <a:lnTo>
                    <a:pt x="32132" y="34824"/>
                  </a:lnTo>
                  <a:cubicBezTo>
                    <a:pt x="32132" y="35137"/>
                    <a:pt x="32386" y="35392"/>
                    <a:pt x="32700" y="35392"/>
                  </a:cubicBezTo>
                  <a:cubicBezTo>
                    <a:pt x="33012" y="35392"/>
                    <a:pt x="33266" y="35137"/>
                    <a:pt x="33266" y="34824"/>
                  </a:cubicBezTo>
                  <a:cubicBezTo>
                    <a:pt x="33266" y="33420"/>
                    <a:pt x="32719" y="32099"/>
                    <a:pt x="31726" y="31107"/>
                  </a:cubicBezTo>
                  <a:cubicBezTo>
                    <a:pt x="30734" y="30114"/>
                    <a:pt x="29413" y="29567"/>
                    <a:pt x="28007" y="29567"/>
                  </a:cubicBezTo>
                  <a:lnTo>
                    <a:pt x="20189" y="29567"/>
                  </a:lnTo>
                  <a:cubicBezTo>
                    <a:pt x="19825" y="29567"/>
                    <a:pt x="19528" y="29271"/>
                    <a:pt x="19528" y="28907"/>
                  </a:cubicBezTo>
                  <a:lnTo>
                    <a:pt x="19528" y="25916"/>
                  </a:lnTo>
                  <a:cubicBezTo>
                    <a:pt x="19528" y="25553"/>
                    <a:pt x="19825" y="25256"/>
                    <a:pt x="20189" y="25256"/>
                  </a:cubicBezTo>
                  <a:cubicBezTo>
                    <a:pt x="20502" y="25256"/>
                    <a:pt x="20756" y="25003"/>
                    <a:pt x="20756" y="24689"/>
                  </a:cubicBezTo>
                  <a:lnTo>
                    <a:pt x="22273" y="24689"/>
                  </a:lnTo>
                  <a:cubicBezTo>
                    <a:pt x="22273" y="25003"/>
                    <a:pt x="22527" y="25256"/>
                    <a:pt x="22840" y="25256"/>
                  </a:cubicBezTo>
                  <a:lnTo>
                    <a:pt x="24457" y="25256"/>
                  </a:lnTo>
                  <a:cubicBezTo>
                    <a:pt x="26005" y="25256"/>
                    <a:pt x="27282" y="24094"/>
                    <a:pt x="27428" y="22553"/>
                  </a:cubicBezTo>
                  <a:lnTo>
                    <a:pt x="27777" y="18874"/>
                  </a:lnTo>
                  <a:lnTo>
                    <a:pt x="28243" y="18874"/>
                  </a:lnTo>
                  <a:cubicBezTo>
                    <a:pt x="28800" y="18874"/>
                    <a:pt x="29307" y="18590"/>
                    <a:pt x="29600" y="18115"/>
                  </a:cubicBezTo>
                  <a:cubicBezTo>
                    <a:pt x="29891" y="17639"/>
                    <a:pt x="29914" y="17059"/>
                    <a:pt x="29663" y="16563"/>
                  </a:cubicBezTo>
                  <a:lnTo>
                    <a:pt x="28544" y="14356"/>
                  </a:lnTo>
                  <a:lnTo>
                    <a:pt x="28546" y="11219"/>
                  </a:lnTo>
                  <a:cubicBezTo>
                    <a:pt x="28546" y="5964"/>
                    <a:pt x="24928" y="1470"/>
                    <a:pt x="20024" y="330"/>
                  </a:cubicBezTo>
                  <a:cubicBezTo>
                    <a:pt x="18622" y="4"/>
                    <a:pt x="19051" y="233"/>
                    <a:pt x="18416" y="58"/>
                  </a:cubicBezTo>
                  <a:cubicBezTo>
                    <a:pt x="18414" y="58"/>
                    <a:pt x="18412" y="59"/>
                    <a:pt x="18409" y="59"/>
                  </a:cubicBezTo>
                  <a:cubicBezTo>
                    <a:pt x="18347" y="59"/>
                    <a:pt x="18049" y="1"/>
                    <a:pt x="18007" y="1"/>
                  </a:cubicBezTo>
                  <a:close/>
                </a:path>
              </a:pathLst>
            </a:custGeom>
            <a:solidFill>
              <a:schemeClr val="accent2"/>
            </a:solidFill>
            <a:ln w="114300" cap="flat" cmpd="sng">
              <a:solidFill>
                <a:schemeClr val="accent2"/>
              </a:solidFill>
              <a:prstDash val="solid"/>
              <a:round/>
              <a:headEnd type="none" w="sm" len="sm"/>
              <a:tailEnd type="none" w="sm" len="sm"/>
            </a:ln>
            <a:effectLst>
              <a:outerShdw dist="76200" dir="1800000" algn="bl" rotWithShape="0">
                <a:schemeClr val="lt2"/>
              </a:outerShdw>
            </a:effectLst>
          </p:spPr>
          <p:txBody>
            <a:bodyPr spcFirstLastPara="1" wrap="square" lIns="91425" tIns="91425" rIns="91425" bIns="91425" anchor="ctr" anchorCtr="0">
              <a:noAutofit/>
            </a:bodyPr>
            <a:lstStyle/>
            <a:p>
              <a:pPr marL="0" marR="0" lvl="0" indent="0" algn="l" rtl="0">
                <a:lnSpc>
                  <a:spcPct val="100000"/>
                </a:lnSpc>
                <a:spcBef>
                  <a:spcPts val="0"/>
                </a:spcBef>
                <a:spcAft>
                  <a:spcPts val="0"/>
                </a:spcAft>
                <a:buNone/>
              </a:pPr>
              <a:endParaRPr/>
            </a:p>
          </p:txBody>
        </p:sp>
        <p:sp>
          <p:nvSpPr>
            <p:cNvPr id="1224" name="Google Shape;1224;p47">
              <a:extLst>
                <a:ext uri="{FF2B5EF4-FFF2-40B4-BE49-F238E27FC236}">
                  <a16:creationId xmlns:a16="http://schemas.microsoft.com/office/drawing/2014/main" id="{6E2FE5F8-CD7B-6C24-EFBC-B564269FB0EE}"/>
                </a:ext>
              </a:extLst>
            </p:cNvPr>
            <p:cNvSpPr/>
            <p:nvPr/>
          </p:nvSpPr>
          <p:spPr>
            <a:xfrm rot="-1002475">
              <a:off x="1278198" y="2679168"/>
              <a:ext cx="1271901" cy="1356055"/>
            </a:xfrm>
            <a:custGeom>
              <a:avLst/>
              <a:gdLst/>
              <a:ahLst/>
              <a:cxnLst/>
              <a:rect l="l" t="t" r="r" b="b"/>
              <a:pathLst>
                <a:path w="32132" h="34258" extrusionOk="0">
                  <a:moveTo>
                    <a:pt x="16761" y="0"/>
                  </a:moveTo>
                  <a:cubicBezTo>
                    <a:pt x="10884" y="0"/>
                    <a:pt x="6127" y="4741"/>
                    <a:pt x="6108" y="10618"/>
                  </a:cubicBezTo>
                  <a:cubicBezTo>
                    <a:pt x="6102" y="12715"/>
                    <a:pt x="6701" y="14672"/>
                    <a:pt x="7741" y="16323"/>
                  </a:cubicBezTo>
                  <a:cubicBezTo>
                    <a:pt x="8620" y="17718"/>
                    <a:pt x="9079" y="19337"/>
                    <a:pt x="9079" y="20986"/>
                  </a:cubicBezTo>
                  <a:lnTo>
                    <a:pt x="9079" y="28340"/>
                  </a:lnTo>
                  <a:cubicBezTo>
                    <a:pt x="9079" y="29017"/>
                    <a:pt x="8529" y="29567"/>
                    <a:pt x="7851" y="29567"/>
                  </a:cubicBezTo>
                  <a:lnTo>
                    <a:pt x="4693" y="29567"/>
                  </a:lnTo>
                  <a:cubicBezTo>
                    <a:pt x="2101" y="29567"/>
                    <a:pt x="1" y="31667"/>
                    <a:pt x="1" y="34258"/>
                  </a:cubicBezTo>
                  <a:lnTo>
                    <a:pt x="32131" y="34258"/>
                  </a:lnTo>
                  <a:cubicBezTo>
                    <a:pt x="32131" y="31667"/>
                    <a:pt x="30032" y="29567"/>
                    <a:pt x="27440" y="29567"/>
                  </a:cubicBezTo>
                  <a:lnTo>
                    <a:pt x="19622" y="29567"/>
                  </a:lnTo>
                  <a:cubicBezTo>
                    <a:pt x="18944" y="29567"/>
                    <a:pt x="18395" y="29017"/>
                    <a:pt x="18395" y="28339"/>
                  </a:cubicBezTo>
                  <a:lnTo>
                    <a:pt x="18395" y="25349"/>
                  </a:lnTo>
                  <a:cubicBezTo>
                    <a:pt x="18395" y="24671"/>
                    <a:pt x="18944" y="24122"/>
                    <a:pt x="19622" y="24122"/>
                  </a:cubicBezTo>
                  <a:lnTo>
                    <a:pt x="23890" y="24122"/>
                  </a:lnTo>
                  <a:cubicBezTo>
                    <a:pt x="25137" y="24122"/>
                    <a:pt x="26179" y="23174"/>
                    <a:pt x="26297" y="21933"/>
                  </a:cubicBezTo>
                  <a:lnTo>
                    <a:pt x="26694" y="17739"/>
                  </a:lnTo>
                  <a:lnTo>
                    <a:pt x="27676" y="17739"/>
                  </a:lnTo>
                  <a:cubicBezTo>
                    <a:pt x="28440" y="17739"/>
                    <a:pt x="28935" y="16934"/>
                    <a:pt x="28590" y="16252"/>
                  </a:cubicBezTo>
                  <a:lnTo>
                    <a:pt x="27410" y="13924"/>
                  </a:lnTo>
                  <a:lnTo>
                    <a:pt x="27412" y="10652"/>
                  </a:lnTo>
                  <a:cubicBezTo>
                    <a:pt x="27412" y="4770"/>
                    <a:pt x="22643" y="1"/>
                    <a:pt x="16761"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25" name="Google Shape;1225;p47">
              <a:extLst>
                <a:ext uri="{FF2B5EF4-FFF2-40B4-BE49-F238E27FC236}">
                  <a16:creationId xmlns:a16="http://schemas.microsoft.com/office/drawing/2014/main" id="{B7B66668-0CF9-2DB1-2B63-4561103BB606}"/>
                </a:ext>
              </a:extLst>
            </p:cNvPr>
            <p:cNvSpPr/>
            <p:nvPr/>
          </p:nvSpPr>
          <p:spPr>
            <a:xfrm rot="-1002475">
              <a:off x="1517787" y="2809192"/>
              <a:ext cx="566046" cy="422120"/>
            </a:xfrm>
            <a:custGeom>
              <a:avLst/>
              <a:gdLst/>
              <a:ahLst/>
              <a:cxnLst/>
              <a:rect l="l" t="t" r="r" b="b"/>
              <a:pathLst>
                <a:path w="14300" h="10664" extrusionOk="0">
                  <a:moveTo>
                    <a:pt x="7108" y="1"/>
                  </a:moveTo>
                  <a:cubicBezTo>
                    <a:pt x="3183" y="1"/>
                    <a:pt x="0" y="3182"/>
                    <a:pt x="0" y="7109"/>
                  </a:cubicBezTo>
                  <a:lnTo>
                    <a:pt x="0" y="9508"/>
                  </a:lnTo>
                  <a:cubicBezTo>
                    <a:pt x="0" y="10145"/>
                    <a:pt x="517" y="10663"/>
                    <a:pt x="1156" y="10663"/>
                  </a:cubicBezTo>
                  <a:lnTo>
                    <a:pt x="2112" y="10663"/>
                  </a:lnTo>
                  <a:cubicBezTo>
                    <a:pt x="2499" y="10663"/>
                    <a:pt x="2860" y="10469"/>
                    <a:pt x="3074" y="10148"/>
                  </a:cubicBezTo>
                  <a:lnTo>
                    <a:pt x="3929" y="8864"/>
                  </a:lnTo>
                  <a:lnTo>
                    <a:pt x="9030" y="8864"/>
                  </a:lnTo>
                  <a:cubicBezTo>
                    <a:pt x="10564" y="8864"/>
                    <a:pt x="11809" y="7620"/>
                    <a:pt x="11809" y="6085"/>
                  </a:cubicBezTo>
                  <a:cubicBezTo>
                    <a:pt x="13184" y="6085"/>
                    <a:pt x="14300" y="4969"/>
                    <a:pt x="14300" y="3594"/>
                  </a:cubicBezTo>
                  <a:cubicBezTo>
                    <a:pt x="14300" y="1609"/>
                    <a:pt x="12691" y="1"/>
                    <a:pt x="10707"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26" name="Google Shape;1226;p47">
              <a:extLst>
                <a:ext uri="{FF2B5EF4-FFF2-40B4-BE49-F238E27FC236}">
                  <a16:creationId xmlns:a16="http://schemas.microsoft.com/office/drawing/2014/main" id="{46B5C0A3-E247-2017-91DD-9E4B4B0BD894}"/>
                </a:ext>
              </a:extLst>
            </p:cNvPr>
            <p:cNvSpPr/>
            <p:nvPr/>
          </p:nvSpPr>
          <p:spPr>
            <a:xfrm rot="-1002475">
              <a:off x="2105720" y="3486731"/>
              <a:ext cx="588727" cy="446107"/>
            </a:xfrm>
            <a:custGeom>
              <a:avLst/>
              <a:gdLst/>
              <a:ahLst/>
              <a:cxnLst/>
              <a:rect l="l" t="t" r="r" b="b"/>
              <a:pathLst>
                <a:path w="14873" h="11270" extrusionOk="0">
                  <a:moveTo>
                    <a:pt x="1795" y="1"/>
                  </a:moveTo>
                  <a:cubicBezTo>
                    <a:pt x="805" y="1"/>
                    <a:pt x="1" y="805"/>
                    <a:pt x="1" y="1794"/>
                  </a:cubicBezTo>
                  <a:lnTo>
                    <a:pt x="1" y="4785"/>
                  </a:lnTo>
                  <a:cubicBezTo>
                    <a:pt x="1" y="5774"/>
                    <a:pt x="805" y="6578"/>
                    <a:pt x="1795" y="6578"/>
                  </a:cubicBezTo>
                  <a:lnTo>
                    <a:pt x="9613" y="6578"/>
                  </a:lnTo>
                  <a:cubicBezTo>
                    <a:pt x="10716" y="6578"/>
                    <a:pt x="11751" y="7008"/>
                    <a:pt x="12531" y="7787"/>
                  </a:cubicBezTo>
                  <a:cubicBezTo>
                    <a:pt x="13309" y="8565"/>
                    <a:pt x="13739" y="9601"/>
                    <a:pt x="13739" y="10703"/>
                  </a:cubicBezTo>
                  <a:cubicBezTo>
                    <a:pt x="13739" y="11016"/>
                    <a:pt x="13992" y="11270"/>
                    <a:pt x="14306" y="11270"/>
                  </a:cubicBezTo>
                  <a:cubicBezTo>
                    <a:pt x="14619" y="11270"/>
                    <a:pt x="14872" y="11016"/>
                    <a:pt x="14872" y="10703"/>
                  </a:cubicBezTo>
                  <a:cubicBezTo>
                    <a:pt x="14872" y="9297"/>
                    <a:pt x="14325" y="7977"/>
                    <a:pt x="13332" y="6985"/>
                  </a:cubicBezTo>
                  <a:cubicBezTo>
                    <a:pt x="12339" y="5992"/>
                    <a:pt x="11019" y="5445"/>
                    <a:pt x="9613" y="5445"/>
                  </a:cubicBezTo>
                  <a:lnTo>
                    <a:pt x="1795" y="5445"/>
                  </a:lnTo>
                  <a:cubicBezTo>
                    <a:pt x="1431" y="5445"/>
                    <a:pt x="1134" y="5149"/>
                    <a:pt x="1134" y="4785"/>
                  </a:cubicBezTo>
                  <a:lnTo>
                    <a:pt x="1134" y="1794"/>
                  </a:lnTo>
                  <a:cubicBezTo>
                    <a:pt x="1134" y="1431"/>
                    <a:pt x="1431" y="1134"/>
                    <a:pt x="1795" y="1134"/>
                  </a:cubicBezTo>
                  <a:cubicBezTo>
                    <a:pt x="2108" y="1134"/>
                    <a:pt x="2362" y="881"/>
                    <a:pt x="2362" y="567"/>
                  </a:cubicBezTo>
                  <a:cubicBezTo>
                    <a:pt x="2362" y="254"/>
                    <a:pt x="2108" y="1"/>
                    <a:pt x="179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27" name="Google Shape;1227;p47">
              <a:extLst>
                <a:ext uri="{FF2B5EF4-FFF2-40B4-BE49-F238E27FC236}">
                  <a16:creationId xmlns:a16="http://schemas.microsoft.com/office/drawing/2014/main" id="{8B33166E-0A11-FE60-F93C-1B3E7602DA0A}"/>
                </a:ext>
              </a:extLst>
            </p:cNvPr>
            <p:cNvSpPr/>
            <p:nvPr/>
          </p:nvSpPr>
          <p:spPr>
            <a:xfrm rot="-1002475">
              <a:off x="1258555" y="2675798"/>
              <a:ext cx="1184104" cy="1400943"/>
            </a:xfrm>
            <a:custGeom>
              <a:avLst/>
              <a:gdLst/>
              <a:ahLst/>
              <a:cxnLst/>
              <a:rect l="l" t="t" r="r" b="b"/>
              <a:pathLst>
                <a:path w="29914" h="35392" extrusionOk="0">
                  <a:moveTo>
                    <a:pt x="16501" y="1"/>
                  </a:moveTo>
                  <a:cubicBezTo>
                    <a:pt x="15873" y="110"/>
                    <a:pt x="14762" y="294"/>
                    <a:pt x="14760" y="294"/>
                  </a:cubicBezTo>
                  <a:cubicBezTo>
                    <a:pt x="12748" y="761"/>
                    <a:pt x="10901" y="1778"/>
                    <a:pt x="9404" y="3270"/>
                  </a:cubicBezTo>
                  <a:cubicBezTo>
                    <a:pt x="7288" y="5380"/>
                    <a:pt x="6118" y="8190"/>
                    <a:pt x="6108" y="11184"/>
                  </a:cubicBezTo>
                  <a:cubicBezTo>
                    <a:pt x="6101" y="13318"/>
                    <a:pt x="6696" y="15395"/>
                    <a:pt x="7829" y="17192"/>
                  </a:cubicBezTo>
                  <a:cubicBezTo>
                    <a:pt x="8647" y="18491"/>
                    <a:pt x="9078" y="19998"/>
                    <a:pt x="9078" y="21553"/>
                  </a:cubicBezTo>
                  <a:lnTo>
                    <a:pt x="9078" y="24671"/>
                  </a:lnTo>
                  <a:lnTo>
                    <a:pt x="9117" y="25929"/>
                  </a:lnTo>
                  <a:lnTo>
                    <a:pt x="9078" y="26273"/>
                  </a:lnTo>
                  <a:lnTo>
                    <a:pt x="9078" y="28907"/>
                  </a:lnTo>
                  <a:cubicBezTo>
                    <a:pt x="9078" y="29271"/>
                    <a:pt x="8783" y="29567"/>
                    <a:pt x="8418" y="29567"/>
                  </a:cubicBezTo>
                  <a:lnTo>
                    <a:pt x="5259" y="29567"/>
                  </a:lnTo>
                  <a:cubicBezTo>
                    <a:pt x="2359" y="29567"/>
                    <a:pt x="1" y="31926"/>
                    <a:pt x="1" y="34825"/>
                  </a:cubicBezTo>
                  <a:cubicBezTo>
                    <a:pt x="1" y="35138"/>
                    <a:pt x="254" y="35392"/>
                    <a:pt x="568" y="35392"/>
                  </a:cubicBezTo>
                  <a:cubicBezTo>
                    <a:pt x="881" y="35392"/>
                    <a:pt x="1134" y="35138"/>
                    <a:pt x="1134" y="34825"/>
                  </a:cubicBezTo>
                  <a:cubicBezTo>
                    <a:pt x="1134" y="32551"/>
                    <a:pt x="2984" y="30700"/>
                    <a:pt x="5259" y="30700"/>
                  </a:cubicBezTo>
                  <a:lnTo>
                    <a:pt x="8418" y="30700"/>
                  </a:lnTo>
                  <a:cubicBezTo>
                    <a:pt x="9407" y="30700"/>
                    <a:pt x="10213" y="29896"/>
                    <a:pt x="10213" y="28907"/>
                  </a:cubicBezTo>
                  <a:lnTo>
                    <a:pt x="10213" y="27408"/>
                  </a:lnTo>
                  <a:lnTo>
                    <a:pt x="10213" y="25804"/>
                  </a:lnTo>
                  <a:lnTo>
                    <a:pt x="10213" y="21553"/>
                  </a:lnTo>
                  <a:cubicBezTo>
                    <a:pt x="10213" y="19785"/>
                    <a:pt x="9719" y="18068"/>
                    <a:pt x="8787" y="16587"/>
                  </a:cubicBezTo>
                  <a:cubicBezTo>
                    <a:pt x="7770" y="14973"/>
                    <a:pt x="7236" y="13105"/>
                    <a:pt x="7242" y="11187"/>
                  </a:cubicBezTo>
                  <a:cubicBezTo>
                    <a:pt x="7250" y="8496"/>
                    <a:pt x="8303" y="5970"/>
                    <a:pt x="10204" y="4074"/>
                  </a:cubicBezTo>
                  <a:cubicBezTo>
                    <a:pt x="12105" y="2181"/>
                    <a:pt x="14630" y="1137"/>
                    <a:pt x="17318" y="1134"/>
                  </a:cubicBezTo>
                  <a:lnTo>
                    <a:pt x="17337" y="1134"/>
                  </a:lnTo>
                  <a:cubicBezTo>
                    <a:pt x="22893" y="1140"/>
                    <a:pt x="27411" y="5662"/>
                    <a:pt x="27411" y="11219"/>
                  </a:cubicBezTo>
                  <a:lnTo>
                    <a:pt x="27409" y="14491"/>
                  </a:lnTo>
                  <a:cubicBezTo>
                    <a:pt x="27409" y="14580"/>
                    <a:pt x="27430" y="14668"/>
                    <a:pt x="27471" y="14748"/>
                  </a:cubicBezTo>
                  <a:lnTo>
                    <a:pt x="28651" y="17076"/>
                  </a:lnTo>
                  <a:cubicBezTo>
                    <a:pt x="28755" y="17282"/>
                    <a:pt x="28673" y="17456"/>
                    <a:pt x="28633" y="17522"/>
                  </a:cubicBezTo>
                  <a:cubicBezTo>
                    <a:pt x="28593" y="17587"/>
                    <a:pt x="28474" y="17740"/>
                    <a:pt x="28242" y="17740"/>
                  </a:cubicBezTo>
                  <a:lnTo>
                    <a:pt x="27261" y="17740"/>
                  </a:lnTo>
                  <a:cubicBezTo>
                    <a:pt x="26969" y="17740"/>
                    <a:pt x="26724" y="17963"/>
                    <a:pt x="26697" y="18254"/>
                  </a:cubicBezTo>
                  <a:lnTo>
                    <a:pt x="26299" y="22446"/>
                  </a:lnTo>
                  <a:cubicBezTo>
                    <a:pt x="26209" y="23402"/>
                    <a:pt x="25417" y="24123"/>
                    <a:pt x="24457" y="24123"/>
                  </a:cubicBezTo>
                  <a:lnTo>
                    <a:pt x="22840" y="24123"/>
                  </a:lnTo>
                  <a:cubicBezTo>
                    <a:pt x="22526" y="24123"/>
                    <a:pt x="22273" y="24377"/>
                    <a:pt x="22273" y="24689"/>
                  </a:cubicBezTo>
                  <a:cubicBezTo>
                    <a:pt x="22273" y="25003"/>
                    <a:pt x="22526" y="25257"/>
                    <a:pt x="22840" y="25257"/>
                  </a:cubicBezTo>
                  <a:lnTo>
                    <a:pt x="24457" y="25257"/>
                  </a:lnTo>
                  <a:cubicBezTo>
                    <a:pt x="26005" y="25257"/>
                    <a:pt x="27282" y="24094"/>
                    <a:pt x="27428" y="22553"/>
                  </a:cubicBezTo>
                  <a:lnTo>
                    <a:pt x="27777" y="18874"/>
                  </a:lnTo>
                  <a:lnTo>
                    <a:pt x="28242" y="18874"/>
                  </a:lnTo>
                  <a:cubicBezTo>
                    <a:pt x="28800" y="18874"/>
                    <a:pt x="29307" y="18590"/>
                    <a:pt x="29600" y="18115"/>
                  </a:cubicBezTo>
                  <a:cubicBezTo>
                    <a:pt x="29891" y="17639"/>
                    <a:pt x="29914" y="17060"/>
                    <a:pt x="29661" y="16563"/>
                  </a:cubicBezTo>
                  <a:lnTo>
                    <a:pt x="28544" y="14356"/>
                  </a:lnTo>
                  <a:lnTo>
                    <a:pt x="28546" y="11219"/>
                  </a:lnTo>
                  <a:cubicBezTo>
                    <a:pt x="28546" y="5964"/>
                    <a:pt x="24928" y="1470"/>
                    <a:pt x="20024" y="330"/>
                  </a:cubicBezTo>
                  <a:cubicBezTo>
                    <a:pt x="18622" y="4"/>
                    <a:pt x="19051" y="234"/>
                    <a:pt x="18416" y="58"/>
                  </a:cubicBezTo>
                  <a:cubicBezTo>
                    <a:pt x="18414" y="58"/>
                    <a:pt x="18412" y="59"/>
                    <a:pt x="18409" y="59"/>
                  </a:cubicBezTo>
                  <a:cubicBezTo>
                    <a:pt x="18347" y="59"/>
                    <a:pt x="18049" y="1"/>
                    <a:pt x="18007"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28" name="Google Shape;1228;p47">
              <a:extLst>
                <a:ext uri="{FF2B5EF4-FFF2-40B4-BE49-F238E27FC236}">
                  <a16:creationId xmlns:a16="http://schemas.microsoft.com/office/drawing/2014/main" id="{5696D37D-53EA-2F82-590B-201ED9440650}"/>
                </a:ext>
              </a:extLst>
            </p:cNvPr>
            <p:cNvSpPr/>
            <p:nvPr/>
          </p:nvSpPr>
          <p:spPr>
            <a:xfrm rot="-1002475">
              <a:off x="1495332" y="2786710"/>
              <a:ext cx="610933" cy="467007"/>
            </a:xfrm>
            <a:custGeom>
              <a:avLst/>
              <a:gdLst/>
              <a:ahLst/>
              <a:cxnLst/>
              <a:rect l="l" t="t" r="r" b="b"/>
              <a:pathLst>
                <a:path w="15434" h="11798" extrusionOk="0">
                  <a:moveTo>
                    <a:pt x="9688" y="1"/>
                  </a:moveTo>
                  <a:cubicBezTo>
                    <a:pt x="9374" y="1"/>
                    <a:pt x="9121" y="254"/>
                    <a:pt x="9121" y="568"/>
                  </a:cubicBezTo>
                  <a:cubicBezTo>
                    <a:pt x="9121" y="881"/>
                    <a:pt x="9374" y="1134"/>
                    <a:pt x="9688" y="1134"/>
                  </a:cubicBezTo>
                  <a:lnTo>
                    <a:pt x="11274" y="1134"/>
                  </a:lnTo>
                  <a:cubicBezTo>
                    <a:pt x="12943" y="1134"/>
                    <a:pt x="14300" y="2492"/>
                    <a:pt x="14300" y="4161"/>
                  </a:cubicBezTo>
                  <a:cubicBezTo>
                    <a:pt x="14300" y="5030"/>
                    <a:pt x="13721" y="5767"/>
                    <a:pt x="12928" y="6005"/>
                  </a:cubicBezTo>
                  <a:cubicBezTo>
                    <a:pt x="12879" y="5505"/>
                    <a:pt x="12725" y="4834"/>
                    <a:pt x="12287" y="4314"/>
                  </a:cubicBezTo>
                  <a:cubicBezTo>
                    <a:pt x="12486" y="3967"/>
                    <a:pt x="12579" y="3582"/>
                    <a:pt x="12560" y="3174"/>
                  </a:cubicBezTo>
                  <a:cubicBezTo>
                    <a:pt x="12547" y="2870"/>
                    <a:pt x="12299" y="2633"/>
                    <a:pt x="11995" y="2633"/>
                  </a:cubicBezTo>
                  <a:cubicBezTo>
                    <a:pt x="11986" y="2633"/>
                    <a:pt x="11977" y="2633"/>
                    <a:pt x="11968" y="2633"/>
                  </a:cubicBezTo>
                  <a:cubicBezTo>
                    <a:pt x="11655" y="2648"/>
                    <a:pt x="11413" y="2913"/>
                    <a:pt x="11428" y="3225"/>
                  </a:cubicBezTo>
                  <a:cubicBezTo>
                    <a:pt x="11443" y="3572"/>
                    <a:pt x="11289" y="3872"/>
                    <a:pt x="10956" y="4140"/>
                  </a:cubicBezTo>
                  <a:cubicBezTo>
                    <a:pt x="10668" y="4372"/>
                    <a:pt x="10358" y="4483"/>
                    <a:pt x="10348" y="4487"/>
                  </a:cubicBezTo>
                  <a:cubicBezTo>
                    <a:pt x="10052" y="4588"/>
                    <a:pt x="9894" y="4909"/>
                    <a:pt x="9994" y="5204"/>
                  </a:cubicBezTo>
                  <a:cubicBezTo>
                    <a:pt x="10073" y="5441"/>
                    <a:pt x="10294" y="5591"/>
                    <a:pt x="10531" y="5591"/>
                  </a:cubicBezTo>
                  <a:cubicBezTo>
                    <a:pt x="10591" y="5591"/>
                    <a:pt x="10651" y="5581"/>
                    <a:pt x="10712" y="5560"/>
                  </a:cubicBezTo>
                  <a:cubicBezTo>
                    <a:pt x="10755" y="5546"/>
                    <a:pt x="11110" y="5421"/>
                    <a:pt x="11498" y="5150"/>
                  </a:cubicBezTo>
                  <a:cubicBezTo>
                    <a:pt x="11809" y="5617"/>
                    <a:pt x="11834" y="6323"/>
                    <a:pt x="11810" y="6602"/>
                  </a:cubicBezTo>
                  <a:cubicBezTo>
                    <a:pt x="11810" y="6610"/>
                    <a:pt x="11810" y="6617"/>
                    <a:pt x="11809" y="6626"/>
                  </a:cubicBezTo>
                  <a:cubicBezTo>
                    <a:pt x="11809" y="6634"/>
                    <a:pt x="11808" y="6644"/>
                    <a:pt x="11808" y="6653"/>
                  </a:cubicBezTo>
                  <a:cubicBezTo>
                    <a:pt x="11808" y="7872"/>
                    <a:pt x="10816" y="8864"/>
                    <a:pt x="9597" y="8864"/>
                  </a:cubicBezTo>
                  <a:lnTo>
                    <a:pt x="4495" y="8864"/>
                  </a:lnTo>
                  <a:cubicBezTo>
                    <a:pt x="4305" y="8864"/>
                    <a:pt x="4128" y="8960"/>
                    <a:pt x="4023" y="9118"/>
                  </a:cubicBezTo>
                  <a:lnTo>
                    <a:pt x="3168" y="10401"/>
                  </a:lnTo>
                  <a:cubicBezTo>
                    <a:pt x="3058" y="10566"/>
                    <a:pt x="2876" y="10663"/>
                    <a:pt x="2678" y="10663"/>
                  </a:cubicBezTo>
                  <a:lnTo>
                    <a:pt x="1722" y="10663"/>
                  </a:lnTo>
                  <a:cubicBezTo>
                    <a:pt x="1397" y="10663"/>
                    <a:pt x="1133" y="10399"/>
                    <a:pt x="1133" y="10076"/>
                  </a:cubicBezTo>
                  <a:lnTo>
                    <a:pt x="1133" y="7677"/>
                  </a:lnTo>
                  <a:cubicBezTo>
                    <a:pt x="1133" y="6032"/>
                    <a:pt x="1746" y="4459"/>
                    <a:pt x="2858" y="3249"/>
                  </a:cubicBezTo>
                  <a:cubicBezTo>
                    <a:pt x="3964" y="2047"/>
                    <a:pt x="5466" y="1305"/>
                    <a:pt x="7085" y="1160"/>
                  </a:cubicBezTo>
                  <a:cubicBezTo>
                    <a:pt x="7399" y="1133"/>
                    <a:pt x="7628" y="858"/>
                    <a:pt x="7601" y="547"/>
                  </a:cubicBezTo>
                  <a:cubicBezTo>
                    <a:pt x="7574" y="252"/>
                    <a:pt x="7328" y="30"/>
                    <a:pt x="7039" y="30"/>
                  </a:cubicBezTo>
                  <a:cubicBezTo>
                    <a:pt x="7022" y="30"/>
                    <a:pt x="7004" y="31"/>
                    <a:pt x="6986" y="32"/>
                  </a:cubicBezTo>
                  <a:cubicBezTo>
                    <a:pt x="5084" y="201"/>
                    <a:pt x="3321" y="1071"/>
                    <a:pt x="2025" y="2483"/>
                  </a:cubicBezTo>
                  <a:cubicBezTo>
                    <a:pt x="719" y="3902"/>
                    <a:pt x="1" y="5747"/>
                    <a:pt x="1" y="7677"/>
                  </a:cubicBezTo>
                  <a:lnTo>
                    <a:pt x="1" y="10076"/>
                  </a:lnTo>
                  <a:cubicBezTo>
                    <a:pt x="1" y="11025"/>
                    <a:pt x="773" y="11798"/>
                    <a:pt x="1722" y="11798"/>
                  </a:cubicBezTo>
                  <a:lnTo>
                    <a:pt x="2679" y="11798"/>
                  </a:lnTo>
                  <a:cubicBezTo>
                    <a:pt x="3256" y="11798"/>
                    <a:pt x="3793" y="11511"/>
                    <a:pt x="4112" y="11030"/>
                  </a:cubicBezTo>
                  <a:lnTo>
                    <a:pt x="4800" y="9999"/>
                  </a:lnTo>
                  <a:lnTo>
                    <a:pt x="9597" y="9999"/>
                  </a:lnTo>
                  <a:cubicBezTo>
                    <a:pt x="11264" y="9999"/>
                    <a:pt x="12650" y="8772"/>
                    <a:pt x="12902" y="7175"/>
                  </a:cubicBezTo>
                  <a:cubicBezTo>
                    <a:pt x="14338" y="6924"/>
                    <a:pt x="15434" y="5668"/>
                    <a:pt x="15434" y="4162"/>
                  </a:cubicBezTo>
                  <a:cubicBezTo>
                    <a:pt x="15434" y="1868"/>
                    <a:pt x="13568" y="1"/>
                    <a:pt x="11274"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29" name="Google Shape;1229;p47">
              <a:extLst>
                <a:ext uri="{FF2B5EF4-FFF2-40B4-BE49-F238E27FC236}">
                  <a16:creationId xmlns:a16="http://schemas.microsoft.com/office/drawing/2014/main" id="{68DDA510-36E7-A12A-7FE0-075FCFFFC89D}"/>
                </a:ext>
              </a:extLst>
            </p:cNvPr>
            <p:cNvSpPr/>
            <p:nvPr/>
          </p:nvSpPr>
          <p:spPr>
            <a:xfrm rot="-1002475">
              <a:off x="1625186" y="3048514"/>
              <a:ext cx="134822" cy="82453"/>
            </a:xfrm>
            <a:custGeom>
              <a:avLst/>
              <a:gdLst/>
              <a:ahLst/>
              <a:cxnLst/>
              <a:rect l="l" t="t" r="r" b="b"/>
              <a:pathLst>
                <a:path w="3406" h="2083" extrusionOk="0">
                  <a:moveTo>
                    <a:pt x="2760" y="1"/>
                  </a:moveTo>
                  <a:cubicBezTo>
                    <a:pt x="2547" y="1"/>
                    <a:pt x="2344" y="121"/>
                    <a:pt x="2247" y="325"/>
                  </a:cubicBezTo>
                  <a:cubicBezTo>
                    <a:pt x="2098" y="638"/>
                    <a:pt x="1822" y="830"/>
                    <a:pt x="1402" y="911"/>
                  </a:cubicBezTo>
                  <a:cubicBezTo>
                    <a:pt x="1247" y="940"/>
                    <a:pt x="1100" y="949"/>
                    <a:pt x="981" y="949"/>
                  </a:cubicBezTo>
                  <a:cubicBezTo>
                    <a:pt x="817" y="949"/>
                    <a:pt x="706" y="933"/>
                    <a:pt x="701" y="931"/>
                  </a:cubicBezTo>
                  <a:cubicBezTo>
                    <a:pt x="670" y="927"/>
                    <a:pt x="640" y="924"/>
                    <a:pt x="610" y="924"/>
                  </a:cubicBezTo>
                  <a:cubicBezTo>
                    <a:pt x="338" y="924"/>
                    <a:pt x="97" y="1121"/>
                    <a:pt x="51" y="1400"/>
                  </a:cubicBezTo>
                  <a:cubicBezTo>
                    <a:pt x="1" y="1708"/>
                    <a:pt x="210" y="2000"/>
                    <a:pt x="519" y="2050"/>
                  </a:cubicBezTo>
                  <a:cubicBezTo>
                    <a:pt x="549" y="2056"/>
                    <a:pt x="726" y="2083"/>
                    <a:pt x="980" y="2083"/>
                  </a:cubicBezTo>
                  <a:cubicBezTo>
                    <a:pt x="1150" y="2083"/>
                    <a:pt x="1354" y="2071"/>
                    <a:pt x="1573" y="2033"/>
                  </a:cubicBezTo>
                  <a:cubicBezTo>
                    <a:pt x="2373" y="1890"/>
                    <a:pt x="2959" y="1468"/>
                    <a:pt x="3272" y="811"/>
                  </a:cubicBezTo>
                  <a:cubicBezTo>
                    <a:pt x="3406" y="528"/>
                    <a:pt x="3285" y="190"/>
                    <a:pt x="3002" y="56"/>
                  </a:cubicBezTo>
                  <a:cubicBezTo>
                    <a:pt x="2924" y="19"/>
                    <a:pt x="2841" y="1"/>
                    <a:pt x="2760"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4" name="TextBox 3">
            <a:extLst>
              <a:ext uri="{FF2B5EF4-FFF2-40B4-BE49-F238E27FC236}">
                <a16:creationId xmlns:a16="http://schemas.microsoft.com/office/drawing/2014/main" id="{9B255393-FC26-44AD-8ABF-91DBD14F9F73}"/>
              </a:ext>
            </a:extLst>
          </p:cNvPr>
          <p:cNvSpPr txBox="1"/>
          <p:nvPr/>
        </p:nvSpPr>
        <p:spPr>
          <a:xfrm>
            <a:off x="981913" y="742715"/>
            <a:ext cx="7180174" cy="430887"/>
          </a:xfrm>
          <a:prstGeom prst="rect">
            <a:avLst/>
          </a:prstGeom>
          <a:noFill/>
        </p:spPr>
        <p:txBody>
          <a:bodyPr wrap="square">
            <a:spAutoFit/>
          </a:bodyPr>
          <a:lstStyle/>
          <a:p>
            <a:pPr marL="0" marR="0" algn="ctr" rtl="0">
              <a:spcBef>
                <a:spcPts val="600"/>
              </a:spcBef>
              <a:spcAft>
                <a:spcPts val="600"/>
              </a:spcAft>
              <a:buNone/>
            </a:pPr>
            <a:r>
              <a:rPr lang="en-US" sz="2200" b="1" dirty="0">
                <a:latin typeface="ADLaM Display" panose="02010000000000000000" pitchFamily="2" charset="0"/>
                <a:ea typeface="ADLaM Display" panose="02010000000000000000" pitchFamily="2" charset="0"/>
                <a:cs typeface="ADLaM Display" panose="02010000000000000000" pitchFamily="2" charset="0"/>
              </a:rPr>
              <a:t>PEA as an Anti-inflammatory</a:t>
            </a:r>
            <a:endParaRPr lang="en-US" sz="2200" dirty="0">
              <a:effectLst/>
              <a:latin typeface="ADLaM Display" panose="02010000000000000000" pitchFamily="2" charset="0"/>
              <a:ea typeface="ADLaM Display" panose="02010000000000000000" pitchFamily="2" charset="0"/>
              <a:cs typeface="ADLaM Display" panose="02010000000000000000" pitchFamily="2" charset="0"/>
            </a:endParaRPr>
          </a:p>
        </p:txBody>
      </p:sp>
      <p:sp>
        <p:nvSpPr>
          <p:cNvPr id="2" name="AutoShape 2" descr="Output image">
            <a:extLst>
              <a:ext uri="{FF2B5EF4-FFF2-40B4-BE49-F238E27FC236}">
                <a16:creationId xmlns:a16="http://schemas.microsoft.com/office/drawing/2014/main" id="{6ECE881C-3F60-88BF-ACDE-F6BB9796C481}"/>
              </a:ext>
            </a:extLst>
          </p:cNvPr>
          <p:cNvSpPr>
            <a:spLocks noChangeAspect="1" noChangeArrowheads="1"/>
          </p:cNvSpPr>
          <p:nvPr/>
        </p:nvSpPr>
        <p:spPr bwMode="auto">
          <a:xfrm>
            <a:off x="4419600" y="241935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3" name="AutoShape 4" descr="Output image">
            <a:extLst>
              <a:ext uri="{FF2B5EF4-FFF2-40B4-BE49-F238E27FC236}">
                <a16:creationId xmlns:a16="http://schemas.microsoft.com/office/drawing/2014/main" id="{04ADD98A-DA71-0271-1535-DDF3EA158562}"/>
              </a:ext>
            </a:extLst>
          </p:cNvPr>
          <p:cNvSpPr>
            <a:spLocks noChangeAspect="1" noChangeArrowheads="1"/>
          </p:cNvSpPr>
          <p:nvPr/>
        </p:nvSpPr>
        <p:spPr bwMode="auto">
          <a:xfrm>
            <a:off x="4572000" y="257175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5" name="Google Shape;769;p36">
            <a:extLst>
              <a:ext uri="{FF2B5EF4-FFF2-40B4-BE49-F238E27FC236}">
                <a16:creationId xmlns:a16="http://schemas.microsoft.com/office/drawing/2014/main" id="{F97E7C28-0CFD-8736-8F65-BD189A1D07D5}"/>
              </a:ext>
            </a:extLst>
          </p:cNvPr>
          <p:cNvSpPr txBox="1">
            <a:spLocks/>
          </p:cNvSpPr>
          <p:nvPr/>
        </p:nvSpPr>
        <p:spPr>
          <a:xfrm>
            <a:off x="5327374" y="3730879"/>
            <a:ext cx="3816625" cy="1412621"/>
          </a:xfrm>
          <a:prstGeom prst="rect">
            <a:avLst/>
          </a:prstGeom>
          <a:solidFill>
            <a:schemeClr val="accent2"/>
          </a:solidFill>
          <a:ln>
            <a:noFill/>
          </a:ln>
          <a:effectLst>
            <a:outerShdw dist="95250" dir="3000000" algn="bl" rotWithShape="0">
              <a:schemeClr val="lt2"/>
            </a:outerShdw>
          </a:effectLst>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L="457200" marR="0" lvl="0" indent="-317500" algn="l" rtl="0">
              <a:lnSpc>
                <a:spcPct val="100000"/>
              </a:lnSpc>
              <a:spcBef>
                <a:spcPts val="0"/>
              </a:spcBef>
              <a:spcAft>
                <a:spcPts val="0"/>
              </a:spcAft>
              <a:buClr>
                <a:schemeClr val="dk1"/>
              </a:buClr>
              <a:buSzPts val="1400"/>
              <a:buFont typeface="Nunito"/>
              <a:buNone/>
              <a:defRPr sz="1600" b="0" i="0" u="none" strike="noStrike" cap="none">
                <a:solidFill>
                  <a:schemeClr val="dk1"/>
                </a:solidFill>
                <a:latin typeface="Nunito"/>
                <a:ea typeface="Nunito"/>
                <a:cs typeface="Nunito"/>
                <a:sym typeface="Nunito"/>
              </a:defRPr>
            </a:lvl1pPr>
            <a:lvl2pPr marL="914400" marR="0" lvl="1" indent="-317500" algn="ctr" rtl="0">
              <a:lnSpc>
                <a:spcPct val="100000"/>
              </a:lnSpc>
              <a:spcBef>
                <a:spcPts val="0"/>
              </a:spcBef>
              <a:spcAft>
                <a:spcPts val="0"/>
              </a:spcAft>
              <a:buClr>
                <a:schemeClr val="dk1"/>
              </a:buClr>
              <a:buSzPts val="1800"/>
              <a:buFont typeface="Nunito"/>
              <a:buNone/>
              <a:defRPr sz="1800" b="0" i="0" u="none" strike="noStrike" cap="none">
                <a:solidFill>
                  <a:schemeClr val="dk1"/>
                </a:solidFill>
                <a:latin typeface="Nunito"/>
                <a:ea typeface="Nunito"/>
                <a:cs typeface="Nunito"/>
                <a:sym typeface="Nunito"/>
              </a:defRPr>
            </a:lvl2pPr>
            <a:lvl3pPr marL="1371600" marR="0" lvl="2" indent="-317500" algn="ctr" rtl="0">
              <a:lnSpc>
                <a:spcPct val="100000"/>
              </a:lnSpc>
              <a:spcBef>
                <a:spcPts val="0"/>
              </a:spcBef>
              <a:spcAft>
                <a:spcPts val="0"/>
              </a:spcAft>
              <a:buClr>
                <a:schemeClr val="dk1"/>
              </a:buClr>
              <a:buSzPts val="1800"/>
              <a:buFont typeface="Nunito"/>
              <a:buNone/>
              <a:defRPr sz="1800" b="0" i="0" u="none" strike="noStrike" cap="none">
                <a:solidFill>
                  <a:schemeClr val="dk1"/>
                </a:solidFill>
                <a:latin typeface="Nunito"/>
                <a:ea typeface="Nunito"/>
                <a:cs typeface="Nunito"/>
                <a:sym typeface="Nunito"/>
              </a:defRPr>
            </a:lvl3pPr>
            <a:lvl4pPr marL="1828800" marR="0" lvl="3" indent="-317500" algn="ctr" rtl="0">
              <a:lnSpc>
                <a:spcPct val="100000"/>
              </a:lnSpc>
              <a:spcBef>
                <a:spcPts val="0"/>
              </a:spcBef>
              <a:spcAft>
                <a:spcPts val="0"/>
              </a:spcAft>
              <a:buClr>
                <a:schemeClr val="dk1"/>
              </a:buClr>
              <a:buSzPts val="1800"/>
              <a:buFont typeface="Nunito"/>
              <a:buNone/>
              <a:defRPr sz="1800" b="0" i="0" u="none" strike="noStrike" cap="none">
                <a:solidFill>
                  <a:schemeClr val="dk1"/>
                </a:solidFill>
                <a:latin typeface="Nunito"/>
                <a:ea typeface="Nunito"/>
                <a:cs typeface="Nunito"/>
                <a:sym typeface="Nunito"/>
              </a:defRPr>
            </a:lvl4pPr>
            <a:lvl5pPr marL="2286000" marR="0" lvl="4" indent="-317500" algn="ctr" rtl="0">
              <a:lnSpc>
                <a:spcPct val="100000"/>
              </a:lnSpc>
              <a:spcBef>
                <a:spcPts val="0"/>
              </a:spcBef>
              <a:spcAft>
                <a:spcPts val="0"/>
              </a:spcAft>
              <a:buClr>
                <a:schemeClr val="dk1"/>
              </a:buClr>
              <a:buSzPts val="1800"/>
              <a:buFont typeface="Nunito"/>
              <a:buNone/>
              <a:defRPr sz="1800" b="0" i="0" u="none" strike="noStrike" cap="none">
                <a:solidFill>
                  <a:schemeClr val="dk1"/>
                </a:solidFill>
                <a:latin typeface="Nunito"/>
                <a:ea typeface="Nunito"/>
                <a:cs typeface="Nunito"/>
                <a:sym typeface="Nunito"/>
              </a:defRPr>
            </a:lvl5pPr>
            <a:lvl6pPr marL="2743200" marR="0" lvl="5" indent="-317500" algn="ctr" rtl="0">
              <a:lnSpc>
                <a:spcPct val="100000"/>
              </a:lnSpc>
              <a:spcBef>
                <a:spcPts val="0"/>
              </a:spcBef>
              <a:spcAft>
                <a:spcPts val="0"/>
              </a:spcAft>
              <a:buClr>
                <a:schemeClr val="dk1"/>
              </a:buClr>
              <a:buSzPts val="1800"/>
              <a:buFont typeface="Nunito"/>
              <a:buNone/>
              <a:defRPr sz="1800" b="0" i="0" u="none" strike="noStrike" cap="none">
                <a:solidFill>
                  <a:schemeClr val="dk1"/>
                </a:solidFill>
                <a:latin typeface="Nunito"/>
                <a:ea typeface="Nunito"/>
                <a:cs typeface="Nunito"/>
                <a:sym typeface="Nunito"/>
              </a:defRPr>
            </a:lvl6pPr>
            <a:lvl7pPr marL="3200400" marR="0" lvl="6" indent="-317500" algn="ctr" rtl="0">
              <a:lnSpc>
                <a:spcPct val="100000"/>
              </a:lnSpc>
              <a:spcBef>
                <a:spcPts val="0"/>
              </a:spcBef>
              <a:spcAft>
                <a:spcPts val="0"/>
              </a:spcAft>
              <a:buClr>
                <a:schemeClr val="dk1"/>
              </a:buClr>
              <a:buSzPts val="1800"/>
              <a:buFont typeface="Nunito"/>
              <a:buNone/>
              <a:defRPr sz="1800" b="0" i="0" u="none" strike="noStrike" cap="none">
                <a:solidFill>
                  <a:schemeClr val="dk1"/>
                </a:solidFill>
                <a:latin typeface="Nunito"/>
                <a:ea typeface="Nunito"/>
                <a:cs typeface="Nunito"/>
                <a:sym typeface="Nunito"/>
              </a:defRPr>
            </a:lvl7pPr>
            <a:lvl8pPr marL="3657600" marR="0" lvl="7" indent="-317500" algn="ctr" rtl="0">
              <a:lnSpc>
                <a:spcPct val="100000"/>
              </a:lnSpc>
              <a:spcBef>
                <a:spcPts val="0"/>
              </a:spcBef>
              <a:spcAft>
                <a:spcPts val="0"/>
              </a:spcAft>
              <a:buClr>
                <a:schemeClr val="dk1"/>
              </a:buClr>
              <a:buSzPts val="1800"/>
              <a:buFont typeface="Nunito"/>
              <a:buNone/>
              <a:defRPr sz="1800" b="0" i="0" u="none" strike="noStrike" cap="none">
                <a:solidFill>
                  <a:schemeClr val="dk1"/>
                </a:solidFill>
                <a:latin typeface="Nunito"/>
                <a:ea typeface="Nunito"/>
                <a:cs typeface="Nunito"/>
                <a:sym typeface="Nunito"/>
              </a:defRPr>
            </a:lvl8pPr>
            <a:lvl9pPr marL="4114800" marR="0" lvl="8" indent="-317500" algn="ctr" rtl="0">
              <a:lnSpc>
                <a:spcPct val="100000"/>
              </a:lnSpc>
              <a:spcBef>
                <a:spcPts val="0"/>
              </a:spcBef>
              <a:spcAft>
                <a:spcPts val="0"/>
              </a:spcAft>
              <a:buClr>
                <a:schemeClr val="dk1"/>
              </a:buClr>
              <a:buSzPts val="1800"/>
              <a:buFont typeface="Nunito"/>
              <a:buNone/>
              <a:defRPr sz="1800" b="0" i="0" u="none" strike="noStrike" cap="none">
                <a:solidFill>
                  <a:schemeClr val="dk1"/>
                </a:solidFill>
                <a:latin typeface="Nunito"/>
                <a:ea typeface="Nunito"/>
                <a:cs typeface="Nunito"/>
                <a:sym typeface="Nunito"/>
              </a:defRPr>
            </a:lvl9pPr>
          </a:lstStyle>
          <a:p>
            <a:pPr algn="ctr"/>
            <a:r>
              <a:rPr lang="en-US" sz="1400" dirty="0"/>
              <a:t>Wang Y, Duan X, Li Z, Pan Y, Deng J. </a:t>
            </a:r>
            <a:r>
              <a:rPr lang="en-US" sz="1400" dirty="0" err="1"/>
              <a:t>Palmitoylethanolamide</a:t>
            </a:r>
            <a:r>
              <a:rPr lang="en-US" sz="1400" dirty="0"/>
              <a:t> in the Treatment of Pain and Its Clinical Application Prospects. Drug Des Devel Ther. 2025;19:6897-6923.</a:t>
            </a:r>
          </a:p>
        </p:txBody>
      </p:sp>
    </p:spTree>
    <p:extLst>
      <p:ext uri="{BB962C8B-B14F-4D97-AF65-F5344CB8AC3E}">
        <p14:creationId xmlns:p14="http://schemas.microsoft.com/office/powerpoint/2010/main" val="261514945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1220">
          <a:extLst>
            <a:ext uri="{FF2B5EF4-FFF2-40B4-BE49-F238E27FC236}">
              <a16:creationId xmlns:a16="http://schemas.microsoft.com/office/drawing/2014/main" id="{F21C8CE6-264C-C313-33D5-240EC28F198E}"/>
            </a:ext>
          </a:extLst>
        </p:cNvPr>
        <p:cNvGrpSpPr/>
        <p:nvPr/>
      </p:nvGrpSpPr>
      <p:grpSpPr>
        <a:xfrm>
          <a:off x="0" y="0"/>
          <a:ext cx="0" cy="0"/>
          <a:chOff x="0" y="0"/>
          <a:chExt cx="0" cy="0"/>
        </a:xfrm>
      </p:grpSpPr>
      <p:sp>
        <p:nvSpPr>
          <p:cNvPr id="1221" name="Google Shape;1221;p47">
            <a:extLst>
              <a:ext uri="{FF2B5EF4-FFF2-40B4-BE49-F238E27FC236}">
                <a16:creationId xmlns:a16="http://schemas.microsoft.com/office/drawing/2014/main" id="{FDB6BE9A-8AE1-408F-A6F9-92E2B2A48248}"/>
              </a:ext>
            </a:extLst>
          </p:cNvPr>
          <p:cNvSpPr txBox="1">
            <a:spLocks noGrp="1"/>
          </p:cNvSpPr>
          <p:nvPr>
            <p:ph type="title"/>
          </p:nvPr>
        </p:nvSpPr>
        <p:spPr>
          <a:xfrm>
            <a:off x="686330" y="1154700"/>
            <a:ext cx="8122781" cy="2529300"/>
          </a:xfrm>
          <a:prstGeom prst="rect">
            <a:avLst/>
          </a:prstGeom>
        </p:spPr>
        <p:txBody>
          <a:bodyPr spcFirstLastPara="1" wrap="square" lIns="91425" tIns="91425" rIns="91425" bIns="91425" anchor="ctr" anchorCtr="0">
            <a:noAutofit/>
          </a:bodyPr>
          <a:lstStyle/>
          <a:p>
            <a:pPr algn="l">
              <a:lnSpc>
                <a:spcPct val="100000"/>
              </a:lnSpc>
            </a:pPr>
            <a:br>
              <a:rPr lang="en-US" sz="1800" dirty="0"/>
            </a:br>
            <a:r>
              <a:rPr lang="en-US" sz="1800" dirty="0"/>
              <a:t>The specificity of the NF-</a:t>
            </a:r>
            <a:r>
              <a:rPr lang="en-US" sz="1800" dirty="0" err="1"/>
              <a:t>κB</a:t>
            </a:r>
            <a:r>
              <a:rPr lang="en-US" sz="1800" dirty="0"/>
              <a:t> inhibition occurs through a novel transcriptional mechanism </a:t>
            </a:r>
            <a:r>
              <a:rPr lang="en-US" sz="1800" u="sng" dirty="0"/>
              <a:t>independent of classical PPAR Response Elements (PPREs). </a:t>
            </a:r>
            <a:br>
              <a:rPr lang="en-US" sz="1800" dirty="0"/>
            </a:br>
            <a:br>
              <a:rPr lang="en-US" sz="1800" dirty="0"/>
            </a:br>
            <a:r>
              <a:rPr lang="en-US" sz="1800" dirty="0"/>
              <a:t>Instead, in a ligand-dependent manner, PPAR-α potentiates the ability of the NF-</a:t>
            </a:r>
            <a:r>
              <a:rPr lang="en-US" sz="1800" dirty="0" err="1"/>
              <a:t>κB</a:t>
            </a:r>
            <a:r>
              <a:rPr lang="en-US" sz="1800" dirty="0"/>
              <a:t> subunit p65 to activate the promoter for </a:t>
            </a:r>
            <a:r>
              <a:rPr lang="en-US" sz="1800" dirty="0" err="1"/>
              <a:t>IκB</a:t>
            </a:r>
            <a:r>
              <a:rPr lang="en-US" sz="1800" dirty="0"/>
              <a:t>α, the natural inhibitor of NF-κB. Thus, PPAR-α reduces inflammation by indirectly boosting </a:t>
            </a:r>
            <a:r>
              <a:rPr lang="en-US" sz="1800" dirty="0" err="1"/>
              <a:t>IκB</a:t>
            </a:r>
            <a:r>
              <a:rPr lang="en-US" sz="1800" dirty="0"/>
              <a:t>α expression, thereby suppressing NF-κB activity. </a:t>
            </a:r>
            <a:br>
              <a:rPr lang="en-US" sz="1800" dirty="0"/>
            </a:br>
            <a:br>
              <a:rPr lang="en-US" sz="1600" dirty="0"/>
            </a:br>
            <a:endParaRPr sz="1600" dirty="0">
              <a:latin typeface="Fredoka One" panose="02000000000000000000" pitchFamily="2" charset="0"/>
              <a:ea typeface="ADLaM Display" panose="02010000000000000000" pitchFamily="2" charset="0"/>
              <a:cs typeface="ADLaM Display" panose="02010000000000000000" pitchFamily="2" charset="0"/>
            </a:endParaRPr>
          </a:p>
        </p:txBody>
      </p:sp>
      <p:grpSp>
        <p:nvGrpSpPr>
          <p:cNvPr id="1222" name="Google Shape;1222;p47">
            <a:extLst>
              <a:ext uri="{FF2B5EF4-FFF2-40B4-BE49-F238E27FC236}">
                <a16:creationId xmlns:a16="http://schemas.microsoft.com/office/drawing/2014/main" id="{6A317388-C191-1F84-B1E4-99BD57B8D29F}"/>
              </a:ext>
            </a:extLst>
          </p:cNvPr>
          <p:cNvGrpSpPr/>
          <p:nvPr/>
        </p:nvGrpSpPr>
        <p:grpSpPr>
          <a:xfrm>
            <a:off x="122278" y="87555"/>
            <a:ext cx="623693" cy="542353"/>
            <a:chOff x="1082169" y="2497002"/>
            <a:chExt cx="1663996" cy="1720378"/>
          </a:xfrm>
        </p:grpSpPr>
        <p:sp>
          <p:nvSpPr>
            <p:cNvPr id="1223" name="Google Shape;1223;p47">
              <a:extLst>
                <a:ext uri="{FF2B5EF4-FFF2-40B4-BE49-F238E27FC236}">
                  <a16:creationId xmlns:a16="http://schemas.microsoft.com/office/drawing/2014/main" id="{52811F33-68E5-CC50-0F73-DF0DC99C1151}"/>
                </a:ext>
              </a:extLst>
            </p:cNvPr>
            <p:cNvSpPr/>
            <p:nvPr/>
          </p:nvSpPr>
          <p:spPr>
            <a:xfrm rot="-1002475">
              <a:off x="1255753" y="2656719"/>
              <a:ext cx="1316828" cy="1400943"/>
            </a:xfrm>
            <a:custGeom>
              <a:avLst/>
              <a:gdLst/>
              <a:ahLst/>
              <a:cxnLst/>
              <a:rect l="l" t="t" r="r" b="b"/>
              <a:pathLst>
                <a:path w="33267" h="35392" extrusionOk="0">
                  <a:moveTo>
                    <a:pt x="16501" y="1"/>
                  </a:moveTo>
                  <a:cubicBezTo>
                    <a:pt x="15873" y="110"/>
                    <a:pt x="14762" y="293"/>
                    <a:pt x="14762" y="293"/>
                  </a:cubicBezTo>
                  <a:cubicBezTo>
                    <a:pt x="12749" y="761"/>
                    <a:pt x="10902" y="1778"/>
                    <a:pt x="9405" y="3270"/>
                  </a:cubicBezTo>
                  <a:cubicBezTo>
                    <a:pt x="7289" y="5379"/>
                    <a:pt x="6118" y="8189"/>
                    <a:pt x="6108" y="11183"/>
                  </a:cubicBezTo>
                  <a:cubicBezTo>
                    <a:pt x="6102" y="13317"/>
                    <a:pt x="6696" y="15394"/>
                    <a:pt x="7829" y="17192"/>
                  </a:cubicBezTo>
                  <a:cubicBezTo>
                    <a:pt x="8647" y="18490"/>
                    <a:pt x="9079" y="19998"/>
                    <a:pt x="9079" y="21552"/>
                  </a:cubicBezTo>
                  <a:lnTo>
                    <a:pt x="9079" y="24669"/>
                  </a:lnTo>
                  <a:lnTo>
                    <a:pt x="9118" y="25929"/>
                  </a:lnTo>
                  <a:lnTo>
                    <a:pt x="9079" y="26273"/>
                  </a:lnTo>
                  <a:lnTo>
                    <a:pt x="9079" y="28907"/>
                  </a:lnTo>
                  <a:cubicBezTo>
                    <a:pt x="9079" y="29271"/>
                    <a:pt x="8783" y="29566"/>
                    <a:pt x="8418" y="29566"/>
                  </a:cubicBezTo>
                  <a:lnTo>
                    <a:pt x="5260" y="29566"/>
                  </a:lnTo>
                  <a:cubicBezTo>
                    <a:pt x="2360" y="29566"/>
                    <a:pt x="1" y="31925"/>
                    <a:pt x="1" y="34825"/>
                  </a:cubicBezTo>
                  <a:cubicBezTo>
                    <a:pt x="1" y="35137"/>
                    <a:pt x="254" y="35392"/>
                    <a:pt x="568" y="35392"/>
                  </a:cubicBezTo>
                  <a:cubicBezTo>
                    <a:pt x="881" y="35392"/>
                    <a:pt x="1134" y="35137"/>
                    <a:pt x="1134" y="34825"/>
                  </a:cubicBezTo>
                  <a:lnTo>
                    <a:pt x="1134" y="34824"/>
                  </a:lnTo>
                  <a:lnTo>
                    <a:pt x="32132" y="34824"/>
                  </a:lnTo>
                  <a:cubicBezTo>
                    <a:pt x="32132" y="35137"/>
                    <a:pt x="32386" y="35392"/>
                    <a:pt x="32700" y="35392"/>
                  </a:cubicBezTo>
                  <a:cubicBezTo>
                    <a:pt x="33012" y="35392"/>
                    <a:pt x="33266" y="35137"/>
                    <a:pt x="33266" y="34824"/>
                  </a:cubicBezTo>
                  <a:cubicBezTo>
                    <a:pt x="33266" y="33420"/>
                    <a:pt x="32719" y="32099"/>
                    <a:pt x="31726" y="31107"/>
                  </a:cubicBezTo>
                  <a:cubicBezTo>
                    <a:pt x="30734" y="30114"/>
                    <a:pt x="29413" y="29567"/>
                    <a:pt x="28007" y="29567"/>
                  </a:cubicBezTo>
                  <a:lnTo>
                    <a:pt x="20189" y="29567"/>
                  </a:lnTo>
                  <a:cubicBezTo>
                    <a:pt x="19825" y="29567"/>
                    <a:pt x="19528" y="29271"/>
                    <a:pt x="19528" y="28907"/>
                  </a:cubicBezTo>
                  <a:lnTo>
                    <a:pt x="19528" y="25916"/>
                  </a:lnTo>
                  <a:cubicBezTo>
                    <a:pt x="19528" y="25553"/>
                    <a:pt x="19825" y="25256"/>
                    <a:pt x="20189" y="25256"/>
                  </a:cubicBezTo>
                  <a:cubicBezTo>
                    <a:pt x="20502" y="25256"/>
                    <a:pt x="20756" y="25003"/>
                    <a:pt x="20756" y="24689"/>
                  </a:cubicBezTo>
                  <a:lnTo>
                    <a:pt x="22273" y="24689"/>
                  </a:lnTo>
                  <a:cubicBezTo>
                    <a:pt x="22273" y="25003"/>
                    <a:pt x="22527" y="25256"/>
                    <a:pt x="22840" y="25256"/>
                  </a:cubicBezTo>
                  <a:lnTo>
                    <a:pt x="24457" y="25256"/>
                  </a:lnTo>
                  <a:cubicBezTo>
                    <a:pt x="26005" y="25256"/>
                    <a:pt x="27282" y="24094"/>
                    <a:pt x="27428" y="22553"/>
                  </a:cubicBezTo>
                  <a:lnTo>
                    <a:pt x="27777" y="18874"/>
                  </a:lnTo>
                  <a:lnTo>
                    <a:pt x="28243" y="18874"/>
                  </a:lnTo>
                  <a:cubicBezTo>
                    <a:pt x="28800" y="18874"/>
                    <a:pt x="29307" y="18590"/>
                    <a:pt x="29600" y="18115"/>
                  </a:cubicBezTo>
                  <a:cubicBezTo>
                    <a:pt x="29891" y="17639"/>
                    <a:pt x="29914" y="17059"/>
                    <a:pt x="29663" y="16563"/>
                  </a:cubicBezTo>
                  <a:lnTo>
                    <a:pt x="28544" y="14356"/>
                  </a:lnTo>
                  <a:lnTo>
                    <a:pt x="28546" y="11219"/>
                  </a:lnTo>
                  <a:cubicBezTo>
                    <a:pt x="28546" y="5964"/>
                    <a:pt x="24928" y="1470"/>
                    <a:pt x="20024" y="330"/>
                  </a:cubicBezTo>
                  <a:cubicBezTo>
                    <a:pt x="18622" y="4"/>
                    <a:pt x="19051" y="233"/>
                    <a:pt x="18416" y="58"/>
                  </a:cubicBezTo>
                  <a:cubicBezTo>
                    <a:pt x="18414" y="58"/>
                    <a:pt x="18412" y="59"/>
                    <a:pt x="18409" y="59"/>
                  </a:cubicBezTo>
                  <a:cubicBezTo>
                    <a:pt x="18347" y="59"/>
                    <a:pt x="18049" y="1"/>
                    <a:pt x="18007" y="1"/>
                  </a:cubicBezTo>
                  <a:close/>
                </a:path>
              </a:pathLst>
            </a:custGeom>
            <a:solidFill>
              <a:schemeClr val="accent2"/>
            </a:solidFill>
            <a:ln w="114300" cap="flat" cmpd="sng">
              <a:solidFill>
                <a:schemeClr val="accent2"/>
              </a:solidFill>
              <a:prstDash val="solid"/>
              <a:round/>
              <a:headEnd type="none" w="sm" len="sm"/>
              <a:tailEnd type="none" w="sm" len="sm"/>
            </a:ln>
            <a:effectLst>
              <a:outerShdw dist="76200" dir="1800000" algn="bl" rotWithShape="0">
                <a:schemeClr val="lt2"/>
              </a:outerShdw>
            </a:effectLst>
          </p:spPr>
          <p:txBody>
            <a:bodyPr spcFirstLastPara="1" wrap="square" lIns="91425" tIns="91425" rIns="91425" bIns="91425" anchor="ctr" anchorCtr="0">
              <a:noAutofit/>
            </a:bodyPr>
            <a:lstStyle/>
            <a:p>
              <a:pPr marL="0" marR="0" lvl="0" indent="0" algn="l" rtl="0">
                <a:lnSpc>
                  <a:spcPct val="100000"/>
                </a:lnSpc>
                <a:spcBef>
                  <a:spcPts val="0"/>
                </a:spcBef>
                <a:spcAft>
                  <a:spcPts val="0"/>
                </a:spcAft>
                <a:buNone/>
              </a:pPr>
              <a:endParaRPr/>
            </a:p>
          </p:txBody>
        </p:sp>
        <p:sp>
          <p:nvSpPr>
            <p:cNvPr id="1224" name="Google Shape;1224;p47">
              <a:extLst>
                <a:ext uri="{FF2B5EF4-FFF2-40B4-BE49-F238E27FC236}">
                  <a16:creationId xmlns:a16="http://schemas.microsoft.com/office/drawing/2014/main" id="{949AA244-956A-49E4-52ED-CA6D9D0D9CEF}"/>
                </a:ext>
              </a:extLst>
            </p:cNvPr>
            <p:cNvSpPr/>
            <p:nvPr/>
          </p:nvSpPr>
          <p:spPr>
            <a:xfrm rot="-1002475">
              <a:off x="1278198" y="2679168"/>
              <a:ext cx="1271901" cy="1356055"/>
            </a:xfrm>
            <a:custGeom>
              <a:avLst/>
              <a:gdLst/>
              <a:ahLst/>
              <a:cxnLst/>
              <a:rect l="l" t="t" r="r" b="b"/>
              <a:pathLst>
                <a:path w="32132" h="34258" extrusionOk="0">
                  <a:moveTo>
                    <a:pt x="16761" y="0"/>
                  </a:moveTo>
                  <a:cubicBezTo>
                    <a:pt x="10884" y="0"/>
                    <a:pt x="6127" y="4741"/>
                    <a:pt x="6108" y="10618"/>
                  </a:cubicBezTo>
                  <a:cubicBezTo>
                    <a:pt x="6102" y="12715"/>
                    <a:pt x="6701" y="14672"/>
                    <a:pt x="7741" y="16323"/>
                  </a:cubicBezTo>
                  <a:cubicBezTo>
                    <a:pt x="8620" y="17718"/>
                    <a:pt x="9079" y="19337"/>
                    <a:pt x="9079" y="20986"/>
                  </a:cubicBezTo>
                  <a:lnTo>
                    <a:pt x="9079" y="28340"/>
                  </a:lnTo>
                  <a:cubicBezTo>
                    <a:pt x="9079" y="29017"/>
                    <a:pt x="8529" y="29567"/>
                    <a:pt x="7851" y="29567"/>
                  </a:cubicBezTo>
                  <a:lnTo>
                    <a:pt x="4693" y="29567"/>
                  </a:lnTo>
                  <a:cubicBezTo>
                    <a:pt x="2101" y="29567"/>
                    <a:pt x="1" y="31667"/>
                    <a:pt x="1" y="34258"/>
                  </a:cubicBezTo>
                  <a:lnTo>
                    <a:pt x="32131" y="34258"/>
                  </a:lnTo>
                  <a:cubicBezTo>
                    <a:pt x="32131" y="31667"/>
                    <a:pt x="30032" y="29567"/>
                    <a:pt x="27440" y="29567"/>
                  </a:cubicBezTo>
                  <a:lnTo>
                    <a:pt x="19622" y="29567"/>
                  </a:lnTo>
                  <a:cubicBezTo>
                    <a:pt x="18944" y="29567"/>
                    <a:pt x="18395" y="29017"/>
                    <a:pt x="18395" y="28339"/>
                  </a:cubicBezTo>
                  <a:lnTo>
                    <a:pt x="18395" y="25349"/>
                  </a:lnTo>
                  <a:cubicBezTo>
                    <a:pt x="18395" y="24671"/>
                    <a:pt x="18944" y="24122"/>
                    <a:pt x="19622" y="24122"/>
                  </a:cubicBezTo>
                  <a:lnTo>
                    <a:pt x="23890" y="24122"/>
                  </a:lnTo>
                  <a:cubicBezTo>
                    <a:pt x="25137" y="24122"/>
                    <a:pt x="26179" y="23174"/>
                    <a:pt x="26297" y="21933"/>
                  </a:cubicBezTo>
                  <a:lnTo>
                    <a:pt x="26694" y="17739"/>
                  </a:lnTo>
                  <a:lnTo>
                    <a:pt x="27676" y="17739"/>
                  </a:lnTo>
                  <a:cubicBezTo>
                    <a:pt x="28440" y="17739"/>
                    <a:pt x="28935" y="16934"/>
                    <a:pt x="28590" y="16252"/>
                  </a:cubicBezTo>
                  <a:lnTo>
                    <a:pt x="27410" y="13924"/>
                  </a:lnTo>
                  <a:lnTo>
                    <a:pt x="27412" y="10652"/>
                  </a:lnTo>
                  <a:cubicBezTo>
                    <a:pt x="27412" y="4770"/>
                    <a:pt x="22643" y="1"/>
                    <a:pt x="16761"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25" name="Google Shape;1225;p47">
              <a:extLst>
                <a:ext uri="{FF2B5EF4-FFF2-40B4-BE49-F238E27FC236}">
                  <a16:creationId xmlns:a16="http://schemas.microsoft.com/office/drawing/2014/main" id="{7A1799F1-DA56-508C-8896-F23299DF1DCF}"/>
                </a:ext>
              </a:extLst>
            </p:cNvPr>
            <p:cNvSpPr/>
            <p:nvPr/>
          </p:nvSpPr>
          <p:spPr>
            <a:xfrm rot="-1002475">
              <a:off x="1517787" y="2809192"/>
              <a:ext cx="566046" cy="422120"/>
            </a:xfrm>
            <a:custGeom>
              <a:avLst/>
              <a:gdLst/>
              <a:ahLst/>
              <a:cxnLst/>
              <a:rect l="l" t="t" r="r" b="b"/>
              <a:pathLst>
                <a:path w="14300" h="10664" extrusionOk="0">
                  <a:moveTo>
                    <a:pt x="7108" y="1"/>
                  </a:moveTo>
                  <a:cubicBezTo>
                    <a:pt x="3183" y="1"/>
                    <a:pt x="0" y="3182"/>
                    <a:pt x="0" y="7109"/>
                  </a:cubicBezTo>
                  <a:lnTo>
                    <a:pt x="0" y="9508"/>
                  </a:lnTo>
                  <a:cubicBezTo>
                    <a:pt x="0" y="10145"/>
                    <a:pt x="517" y="10663"/>
                    <a:pt x="1156" y="10663"/>
                  </a:cubicBezTo>
                  <a:lnTo>
                    <a:pt x="2112" y="10663"/>
                  </a:lnTo>
                  <a:cubicBezTo>
                    <a:pt x="2499" y="10663"/>
                    <a:pt x="2860" y="10469"/>
                    <a:pt x="3074" y="10148"/>
                  </a:cubicBezTo>
                  <a:lnTo>
                    <a:pt x="3929" y="8864"/>
                  </a:lnTo>
                  <a:lnTo>
                    <a:pt x="9030" y="8864"/>
                  </a:lnTo>
                  <a:cubicBezTo>
                    <a:pt x="10564" y="8864"/>
                    <a:pt x="11809" y="7620"/>
                    <a:pt x="11809" y="6085"/>
                  </a:cubicBezTo>
                  <a:cubicBezTo>
                    <a:pt x="13184" y="6085"/>
                    <a:pt x="14300" y="4969"/>
                    <a:pt x="14300" y="3594"/>
                  </a:cubicBezTo>
                  <a:cubicBezTo>
                    <a:pt x="14300" y="1609"/>
                    <a:pt x="12691" y="1"/>
                    <a:pt x="10707"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26" name="Google Shape;1226;p47">
              <a:extLst>
                <a:ext uri="{FF2B5EF4-FFF2-40B4-BE49-F238E27FC236}">
                  <a16:creationId xmlns:a16="http://schemas.microsoft.com/office/drawing/2014/main" id="{2E5F3E4B-186F-C769-54F1-8D81DCD660DC}"/>
                </a:ext>
              </a:extLst>
            </p:cNvPr>
            <p:cNvSpPr/>
            <p:nvPr/>
          </p:nvSpPr>
          <p:spPr>
            <a:xfrm rot="-1002475">
              <a:off x="2105720" y="3486731"/>
              <a:ext cx="588727" cy="446107"/>
            </a:xfrm>
            <a:custGeom>
              <a:avLst/>
              <a:gdLst/>
              <a:ahLst/>
              <a:cxnLst/>
              <a:rect l="l" t="t" r="r" b="b"/>
              <a:pathLst>
                <a:path w="14873" h="11270" extrusionOk="0">
                  <a:moveTo>
                    <a:pt x="1795" y="1"/>
                  </a:moveTo>
                  <a:cubicBezTo>
                    <a:pt x="805" y="1"/>
                    <a:pt x="1" y="805"/>
                    <a:pt x="1" y="1794"/>
                  </a:cubicBezTo>
                  <a:lnTo>
                    <a:pt x="1" y="4785"/>
                  </a:lnTo>
                  <a:cubicBezTo>
                    <a:pt x="1" y="5774"/>
                    <a:pt x="805" y="6578"/>
                    <a:pt x="1795" y="6578"/>
                  </a:cubicBezTo>
                  <a:lnTo>
                    <a:pt x="9613" y="6578"/>
                  </a:lnTo>
                  <a:cubicBezTo>
                    <a:pt x="10716" y="6578"/>
                    <a:pt x="11751" y="7008"/>
                    <a:pt x="12531" y="7787"/>
                  </a:cubicBezTo>
                  <a:cubicBezTo>
                    <a:pt x="13309" y="8565"/>
                    <a:pt x="13739" y="9601"/>
                    <a:pt x="13739" y="10703"/>
                  </a:cubicBezTo>
                  <a:cubicBezTo>
                    <a:pt x="13739" y="11016"/>
                    <a:pt x="13992" y="11270"/>
                    <a:pt x="14306" y="11270"/>
                  </a:cubicBezTo>
                  <a:cubicBezTo>
                    <a:pt x="14619" y="11270"/>
                    <a:pt x="14872" y="11016"/>
                    <a:pt x="14872" y="10703"/>
                  </a:cubicBezTo>
                  <a:cubicBezTo>
                    <a:pt x="14872" y="9297"/>
                    <a:pt x="14325" y="7977"/>
                    <a:pt x="13332" y="6985"/>
                  </a:cubicBezTo>
                  <a:cubicBezTo>
                    <a:pt x="12339" y="5992"/>
                    <a:pt x="11019" y="5445"/>
                    <a:pt x="9613" y="5445"/>
                  </a:cubicBezTo>
                  <a:lnTo>
                    <a:pt x="1795" y="5445"/>
                  </a:lnTo>
                  <a:cubicBezTo>
                    <a:pt x="1431" y="5445"/>
                    <a:pt x="1134" y="5149"/>
                    <a:pt x="1134" y="4785"/>
                  </a:cubicBezTo>
                  <a:lnTo>
                    <a:pt x="1134" y="1794"/>
                  </a:lnTo>
                  <a:cubicBezTo>
                    <a:pt x="1134" y="1431"/>
                    <a:pt x="1431" y="1134"/>
                    <a:pt x="1795" y="1134"/>
                  </a:cubicBezTo>
                  <a:cubicBezTo>
                    <a:pt x="2108" y="1134"/>
                    <a:pt x="2362" y="881"/>
                    <a:pt x="2362" y="567"/>
                  </a:cubicBezTo>
                  <a:cubicBezTo>
                    <a:pt x="2362" y="254"/>
                    <a:pt x="2108" y="1"/>
                    <a:pt x="179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27" name="Google Shape;1227;p47">
              <a:extLst>
                <a:ext uri="{FF2B5EF4-FFF2-40B4-BE49-F238E27FC236}">
                  <a16:creationId xmlns:a16="http://schemas.microsoft.com/office/drawing/2014/main" id="{9E6098D0-0960-ECBF-2634-11C9E3EFD52B}"/>
                </a:ext>
              </a:extLst>
            </p:cNvPr>
            <p:cNvSpPr/>
            <p:nvPr/>
          </p:nvSpPr>
          <p:spPr>
            <a:xfrm rot="-1002475">
              <a:off x="1258555" y="2675798"/>
              <a:ext cx="1184104" cy="1400943"/>
            </a:xfrm>
            <a:custGeom>
              <a:avLst/>
              <a:gdLst/>
              <a:ahLst/>
              <a:cxnLst/>
              <a:rect l="l" t="t" r="r" b="b"/>
              <a:pathLst>
                <a:path w="29914" h="35392" extrusionOk="0">
                  <a:moveTo>
                    <a:pt x="16501" y="1"/>
                  </a:moveTo>
                  <a:cubicBezTo>
                    <a:pt x="15873" y="110"/>
                    <a:pt x="14762" y="294"/>
                    <a:pt x="14760" y="294"/>
                  </a:cubicBezTo>
                  <a:cubicBezTo>
                    <a:pt x="12748" y="761"/>
                    <a:pt x="10901" y="1778"/>
                    <a:pt x="9404" y="3270"/>
                  </a:cubicBezTo>
                  <a:cubicBezTo>
                    <a:pt x="7288" y="5380"/>
                    <a:pt x="6118" y="8190"/>
                    <a:pt x="6108" y="11184"/>
                  </a:cubicBezTo>
                  <a:cubicBezTo>
                    <a:pt x="6101" y="13318"/>
                    <a:pt x="6696" y="15395"/>
                    <a:pt x="7829" y="17192"/>
                  </a:cubicBezTo>
                  <a:cubicBezTo>
                    <a:pt x="8647" y="18491"/>
                    <a:pt x="9078" y="19998"/>
                    <a:pt x="9078" y="21553"/>
                  </a:cubicBezTo>
                  <a:lnTo>
                    <a:pt x="9078" y="24671"/>
                  </a:lnTo>
                  <a:lnTo>
                    <a:pt x="9117" y="25929"/>
                  </a:lnTo>
                  <a:lnTo>
                    <a:pt x="9078" y="26273"/>
                  </a:lnTo>
                  <a:lnTo>
                    <a:pt x="9078" y="28907"/>
                  </a:lnTo>
                  <a:cubicBezTo>
                    <a:pt x="9078" y="29271"/>
                    <a:pt x="8783" y="29567"/>
                    <a:pt x="8418" y="29567"/>
                  </a:cubicBezTo>
                  <a:lnTo>
                    <a:pt x="5259" y="29567"/>
                  </a:lnTo>
                  <a:cubicBezTo>
                    <a:pt x="2359" y="29567"/>
                    <a:pt x="1" y="31926"/>
                    <a:pt x="1" y="34825"/>
                  </a:cubicBezTo>
                  <a:cubicBezTo>
                    <a:pt x="1" y="35138"/>
                    <a:pt x="254" y="35392"/>
                    <a:pt x="568" y="35392"/>
                  </a:cubicBezTo>
                  <a:cubicBezTo>
                    <a:pt x="881" y="35392"/>
                    <a:pt x="1134" y="35138"/>
                    <a:pt x="1134" y="34825"/>
                  </a:cubicBezTo>
                  <a:cubicBezTo>
                    <a:pt x="1134" y="32551"/>
                    <a:pt x="2984" y="30700"/>
                    <a:pt x="5259" y="30700"/>
                  </a:cubicBezTo>
                  <a:lnTo>
                    <a:pt x="8418" y="30700"/>
                  </a:lnTo>
                  <a:cubicBezTo>
                    <a:pt x="9407" y="30700"/>
                    <a:pt x="10213" y="29896"/>
                    <a:pt x="10213" y="28907"/>
                  </a:cubicBezTo>
                  <a:lnTo>
                    <a:pt x="10213" y="27408"/>
                  </a:lnTo>
                  <a:lnTo>
                    <a:pt x="10213" y="25804"/>
                  </a:lnTo>
                  <a:lnTo>
                    <a:pt x="10213" y="21553"/>
                  </a:lnTo>
                  <a:cubicBezTo>
                    <a:pt x="10213" y="19785"/>
                    <a:pt x="9719" y="18068"/>
                    <a:pt x="8787" y="16587"/>
                  </a:cubicBezTo>
                  <a:cubicBezTo>
                    <a:pt x="7770" y="14973"/>
                    <a:pt x="7236" y="13105"/>
                    <a:pt x="7242" y="11187"/>
                  </a:cubicBezTo>
                  <a:cubicBezTo>
                    <a:pt x="7250" y="8496"/>
                    <a:pt x="8303" y="5970"/>
                    <a:pt x="10204" y="4074"/>
                  </a:cubicBezTo>
                  <a:cubicBezTo>
                    <a:pt x="12105" y="2181"/>
                    <a:pt x="14630" y="1137"/>
                    <a:pt x="17318" y="1134"/>
                  </a:cubicBezTo>
                  <a:lnTo>
                    <a:pt x="17337" y="1134"/>
                  </a:lnTo>
                  <a:cubicBezTo>
                    <a:pt x="22893" y="1140"/>
                    <a:pt x="27411" y="5662"/>
                    <a:pt x="27411" y="11219"/>
                  </a:cubicBezTo>
                  <a:lnTo>
                    <a:pt x="27409" y="14491"/>
                  </a:lnTo>
                  <a:cubicBezTo>
                    <a:pt x="27409" y="14580"/>
                    <a:pt x="27430" y="14668"/>
                    <a:pt x="27471" y="14748"/>
                  </a:cubicBezTo>
                  <a:lnTo>
                    <a:pt x="28651" y="17076"/>
                  </a:lnTo>
                  <a:cubicBezTo>
                    <a:pt x="28755" y="17282"/>
                    <a:pt x="28673" y="17456"/>
                    <a:pt x="28633" y="17522"/>
                  </a:cubicBezTo>
                  <a:cubicBezTo>
                    <a:pt x="28593" y="17587"/>
                    <a:pt x="28474" y="17740"/>
                    <a:pt x="28242" y="17740"/>
                  </a:cubicBezTo>
                  <a:lnTo>
                    <a:pt x="27261" y="17740"/>
                  </a:lnTo>
                  <a:cubicBezTo>
                    <a:pt x="26969" y="17740"/>
                    <a:pt x="26724" y="17963"/>
                    <a:pt x="26697" y="18254"/>
                  </a:cubicBezTo>
                  <a:lnTo>
                    <a:pt x="26299" y="22446"/>
                  </a:lnTo>
                  <a:cubicBezTo>
                    <a:pt x="26209" y="23402"/>
                    <a:pt x="25417" y="24123"/>
                    <a:pt x="24457" y="24123"/>
                  </a:cubicBezTo>
                  <a:lnTo>
                    <a:pt x="22840" y="24123"/>
                  </a:lnTo>
                  <a:cubicBezTo>
                    <a:pt x="22526" y="24123"/>
                    <a:pt x="22273" y="24377"/>
                    <a:pt x="22273" y="24689"/>
                  </a:cubicBezTo>
                  <a:cubicBezTo>
                    <a:pt x="22273" y="25003"/>
                    <a:pt x="22526" y="25257"/>
                    <a:pt x="22840" y="25257"/>
                  </a:cubicBezTo>
                  <a:lnTo>
                    <a:pt x="24457" y="25257"/>
                  </a:lnTo>
                  <a:cubicBezTo>
                    <a:pt x="26005" y="25257"/>
                    <a:pt x="27282" y="24094"/>
                    <a:pt x="27428" y="22553"/>
                  </a:cubicBezTo>
                  <a:lnTo>
                    <a:pt x="27777" y="18874"/>
                  </a:lnTo>
                  <a:lnTo>
                    <a:pt x="28242" y="18874"/>
                  </a:lnTo>
                  <a:cubicBezTo>
                    <a:pt x="28800" y="18874"/>
                    <a:pt x="29307" y="18590"/>
                    <a:pt x="29600" y="18115"/>
                  </a:cubicBezTo>
                  <a:cubicBezTo>
                    <a:pt x="29891" y="17639"/>
                    <a:pt x="29914" y="17060"/>
                    <a:pt x="29661" y="16563"/>
                  </a:cubicBezTo>
                  <a:lnTo>
                    <a:pt x="28544" y="14356"/>
                  </a:lnTo>
                  <a:lnTo>
                    <a:pt x="28546" y="11219"/>
                  </a:lnTo>
                  <a:cubicBezTo>
                    <a:pt x="28546" y="5964"/>
                    <a:pt x="24928" y="1470"/>
                    <a:pt x="20024" y="330"/>
                  </a:cubicBezTo>
                  <a:cubicBezTo>
                    <a:pt x="18622" y="4"/>
                    <a:pt x="19051" y="234"/>
                    <a:pt x="18416" y="58"/>
                  </a:cubicBezTo>
                  <a:cubicBezTo>
                    <a:pt x="18414" y="58"/>
                    <a:pt x="18412" y="59"/>
                    <a:pt x="18409" y="59"/>
                  </a:cubicBezTo>
                  <a:cubicBezTo>
                    <a:pt x="18347" y="59"/>
                    <a:pt x="18049" y="1"/>
                    <a:pt x="18007"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28" name="Google Shape;1228;p47">
              <a:extLst>
                <a:ext uri="{FF2B5EF4-FFF2-40B4-BE49-F238E27FC236}">
                  <a16:creationId xmlns:a16="http://schemas.microsoft.com/office/drawing/2014/main" id="{8597C16F-9763-77CE-6312-A9FF35B3483A}"/>
                </a:ext>
              </a:extLst>
            </p:cNvPr>
            <p:cNvSpPr/>
            <p:nvPr/>
          </p:nvSpPr>
          <p:spPr>
            <a:xfrm rot="-1002475">
              <a:off x="1495332" y="2786710"/>
              <a:ext cx="610933" cy="467007"/>
            </a:xfrm>
            <a:custGeom>
              <a:avLst/>
              <a:gdLst/>
              <a:ahLst/>
              <a:cxnLst/>
              <a:rect l="l" t="t" r="r" b="b"/>
              <a:pathLst>
                <a:path w="15434" h="11798" extrusionOk="0">
                  <a:moveTo>
                    <a:pt x="9688" y="1"/>
                  </a:moveTo>
                  <a:cubicBezTo>
                    <a:pt x="9374" y="1"/>
                    <a:pt x="9121" y="254"/>
                    <a:pt x="9121" y="568"/>
                  </a:cubicBezTo>
                  <a:cubicBezTo>
                    <a:pt x="9121" y="881"/>
                    <a:pt x="9374" y="1134"/>
                    <a:pt x="9688" y="1134"/>
                  </a:cubicBezTo>
                  <a:lnTo>
                    <a:pt x="11274" y="1134"/>
                  </a:lnTo>
                  <a:cubicBezTo>
                    <a:pt x="12943" y="1134"/>
                    <a:pt x="14300" y="2492"/>
                    <a:pt x="14300" y="4161"/>
                  </a:cubicBezTo>
                  <a:cubicBezTo>
                    <a:pt x="14300" y="5030"/>
                    <a:pt x="13721" y="5767"/>
                    <a:pt x="12928" y="6005"/>
                  </a:cubicBezTo>
                  <a:cubicBezTo>
                    <a:pt x="12879" y="5505"/>
                    <a:pt x="12725" y="4834"/>
                    <a:pt x="12287" y="4314"/>
                  </a:cubicBezTo>
                  <a:cubicBezTo>
                    <a:pt x="12486" y="3967"/>
                    <a:pt x="12579" y="3582"/>
                    <a:pt x="12560" y="3174"/>
                  </a:cubicBezTo>
                  <a:cubicBezTo>
                    <a:pt x="12547" y="2870"/>
                    <a:pt x="12299" y="2633"/>
                    <a:pt x="11995" y="2633"/>
                  </a:cubicBezTo>
                  <a:cubicBezTo>
                    <a:pt x="11986" y="2633"/>
                    <a:pt x="11977" y="2633"/>
                    <a:pt x="11968" y="2633"/>
                  </a:cubicBezTo>
                  <a:cubicBezTo>
                    <a:pt x="11655" y="2648"/>
                    <a:pt x="11413" y="2913"/>
                    <a:pt x="11428" y="3225"/>
                  </a:cubicBezTo>
                  <a:cubicBezTo>
                    <a:pt x="11443" y="3572"/>
                    <a:pt x="11289" y="3872"/>
                    <a:pt x="10956" y="4140"/>
                  </a:cubicBezTo>
                  <a:cubicBezTo>
                    <a:pt x="10668" y="4372"/>
                    <a:pt x="10358" y="4483"/>
                    <a:pt x="10348" y="4487"/>
                  </a:cubicBezTo>
                  <a:cubicBezTo>
                    <a:pt x="10052" y="4588"/>
                    <a:pt x="9894" y="4909"/>
                    <a:pt x="9994" y="5204"/>
                  </a:cubicBezTo>
                  <a:cubicBezTo>
                    <a:pt x="10073" y="5441"/>
                    <a:pt x="10294" y="5591"/>
                    <a:pt x="10531" y="5591"/>
                  </a:cubicBezTo>
                  <a:cubicBezTo>
                    <a:pt x="10591" y="5591"/>
                    <a:pt x="10651" y="5581"/>
                    <a:pt x="10712" y="5560"/>
                  </a:cubicBezTo>
                  <a:cubicBezTo>
                    <a:pt x="10755" y="5546"/>
                    <a:pt x="11110" y="5421"/>
                    <a:pt x="11498" y="5150"/>
                  </a:cubicBezTo>
                  <a:cubicBezTo>
                    <a:pt x="11809" y="5617"/>
                    <a:pt x="11834" y="6323"/>
                    <a:pt x="11810" y="6602"/>
                  </a:cubicBezTo>
                  <a:cubicBezTo>
                    <a:pt x="11810" y="6610"/>
                    <a:pt x="11810" y="6617"/>
                    <a:pt x="11809" y="6626"/>
                  </a:cubicBezTo>
                  <a:cubicBezTo>
                    <a:pt x="11809" y="6634"/>
                    <a:pt x="11808" y="6644"/>
                    <a:pt x="11808" y="6653"/>
                  </a:cubicBezTo>
                  <a:cubicBezTo>
                    <a:pt x="11808" y="7872"/>
                    <a:pt x="10816" y="8864"/>
                    <a:pt x="9597" y="8864"/>
                  </a:cubicBezTo>
                  <a:lnTo>
                    <a:pt x="4495" y="8864"/>
                  </a:lnTo>
                  <a:cubicBezTo>
                    <a:pt x="4305" y="8864"/>
                    <a:pt x="4128" y="8960"/>
                    <a:pt x="4023" y="9118"/>
                  </a:cubicBezTo>
                  <a:lnTo>
                    <a:pt x="3168" y="10401"/>
                  </a:lnTo>
                  <a:cubicBezTo>
                    <a:pt x="3058" y="10566"/>
                    <a:pt x="2876" y="10663"/>
                    <a:pt x="2678" y="10663"/>
                  </a:cubicBezTo>
                  <a:lnTo>
                    <a:pt x="1722" y="10663"/>
                  </a:lnTo>
                  <a:cubicBezTo>
                    <a:pt x="1397" y="10663"/>
                    <a:pt x="1133" y="10399"/>
                    <a:pt x="1133" y="10076"/>
                  </a:cubicBezTo>
                  <a:lnTo>
                    <a:pt x="1133" y="7677"/>
                  </a:lnTo>
                  <a:cubicBezTo>
                    <a:pt x="1133" y="6032"/>
                    <a:pt x="1746" y="4459"/>
                    <a:pt x="2858" y="3249"/>
                  </a:cubicBezTo>
                  <a:cubicBezTo>
                    <a:pt x="3964" y="2047"/>
                    <a:pt x="5466" y="1305"/>
                    <a:pt x="7085" y="1160"/>
                  </a:cubicBezTo>
                  <a:cubicBezTo>
                    <a:pt x="7399" y="1133"/>
                    <a:pt x="7628" y="858"/>
                    <a:pt x="7601" y="547"/>
                  </a:cubicBezTo>
                  <a:cubicBezTo>
                    <a:pt x="7574" y="252"/>
                    <a:pt x="7328" y="30"/>
                    <a:pt x="7039" y="30"/>
                  </a:cubicBezTo>
                  <a:cubicBezTo>
                    <a:pt x="7022" y="30"/>
                    <a:pt x="7004" y="31"/>
                    <a:pt x="6986" y="32"/>
                  </a:cubicBezTo>
                  <a:cubicBezTo>
                    <a:pt x="5084" y="201"/>
                    <a:pt x="3321" y="1071"/>
                    <a:pt x="2025" y="2483"/>
                  </a:cubicBezTo>
                  <a:cubicBezTo>
                    <a:pt x="719" y="3902"/>
                    <a:pt x="1" y="5747"/>
                    <a:pt x="1" y="7677"/>
                  </a:cubicBezTo>
                  <a:lnTo>
                    <a:pt x="1" y="10076"/>
                  </a:lnTo>
                  <a:cubicBezTo>
                    <a:pt x="1" y="11025"/>
                    <a:pt x="773" y="11798"/>
                    <a:pt x="1722" y="11798"/>
                  </a:cubicBezTo>
                  <a:lnTo>
                    <a:pt x="2679" y="11798"/>
                  </a:lnTo>
                  <a:cubicBezTo>
                    <a:pt x="3256" y="11798"/>
                    <a:pt x="3793" y="11511"/>
                    <a:pt x="4112" y="11030"/>
                  </a:cubicBezTo>
                  <a:lnTo>
                    <a:pt x="4800" y="9999"/>
                  </a:lnTo>
                  <a:lnTo>
                    <a:pt x="9597" y="9999"/>
                  </a:lnTo>
                  <a:cubicBezTo>
                    <a:pt x="11264" y="9999"/>
                    <a:pt x="12650" y="8772"/>
                    <a:pt x="12902" y="7175"/>
                  </a:cubicBezTo>
                  <a:cubicBezTo>
                    <a:pt x="14338" y="6924"/>
                    <a:pt x="15434" y="5668"/>
                    <a:pt x="15434" y="4162"/>
                  </a:cubicBezTo>
                  <a:cubicBezTo>
                    <a:pt x="15434" y="1868"/>
                    <a:pt x="13568" y="1"/>
                    <a:pt x="11274"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29" name="Google Shape;1229;p47">
              <a:extLst>
                <a:ext uri="{FF2B5EF4-FFF2-40B4-BE49-F238E27FC236}">
                  <a16:creationId xmlns:a16="http://schemas.microsoft.com/office/drawing/2014/main" id="{F41E31C6-68B0-2FB3-AF1E-252C0152EE9F}"/>
                </a:ext>
              </a:extLst>
            </p:cNvPr>
            <p:cNvSpPr/>
            <p:nvPr/>
          </p:nvSpPr>
          <p:spPr>
            <a:xfrm rot="-1002475">
              <a:off x="1625186" y="3048514"/>
              <a:ext cx="134822" cy="82453"/>
            </a:xfrm>
            <a:custGeom>
              <a:avLst/>
              <a:gdLst/>
              <a:ahLst/>
              <a:cxnLst/>
              <a:rect l="l" t="t" r="r" b="b"/>
              <a:pathLst>
                <a:path w="3406" h="2083" extrusionOk="0">
                  <a:moveTo>
                    <a:pt x="2760" y="1"/>
                  </a:moveTo>
                  <a:cubicBezTo>
                    <a:pt x="2547" y="1"/>
                    <a:pt x="2344" y="121"/>
                    <a:pt x="2247" y="325"/>
                  </a:cubicBezTo>
                  <a:cubicBezTo>
                    <a:pt x="2098" y="638"/>
                    <a:pt x="1822" y="830"/>
                    <a:pt x="1402" y="911"/>
                  </a:cubicBezTo>
                  <a:cubicBezTo>
                    <a:pt x="1247" y="940"/>
                    <a:pt x="1100" y="949"/>
                    <a:pt x="981" y="949"/>
                  </a:cubicBezTo>
                  <a:cubicBezTo>
                    <a:pt x="817" y="949"/>
                    <a:pt x="706" y="933"/>
                    <a:pt x="701" y="931"/>
                  </a:cubicBezTo>
                  <a:cubicBezTo>
                    <a:pt x="670" y="927"/>
                    <a:pt x="640" y="924"/>
                    <a:pt x="610" y="924"/>
                  </a:cubicBezTo>
                  <a:cubicBezTo>
                    <a:pt x="338" y="924"/>
                    <a:pt x="97" y="1121"/>
                    <a:pt x="51" y="1400"/>
                  </a:cubicBezTo>
                  <a:cubicBezTo>
                    <a:pt x="1" y="1708"/>
                    <a:pt x="210" y="2000"/>
                    <a:pt x="519" y="2050"/>
                  </a:cubicBezTo>
                  <a:cubicBezTo>
                    <a:pt x="549" y="2056"/>
                    <a:pt x="726" y="2083"/>
                    <a:pt x="980" y="2083"/>
                  </a:cubicBezTo>
                  <a:cubicBezTo>
                    <a:pt x="1150" y="2083"/>
                    <a:pt x="1354" y="2071"/>
                    <a:pt x="1573" y="2033"/>
                  </a:cubicBezTo>
                  <a:cubicBezTo>
                    <a:pt x="2373" y="1890"/>
                    <a:pt x="2959" y="1468"/>
                    <a:pt x="3272" y="811"/>
                  </a:cubicBezTo>
                  <a:cubicBezTo>
                    <a:pt x="3406" y="528"/>
                    <a:pt x="3285" y="190"/>
                    <a:pt x="3002" y="56"/>
                  </a:cubicBezTo>
                  <a:cubicBezTo>
                    <a:pt x="2924" y="19"/>
                    <a:pt x="2841" y="1"/>
                    <a:pt x="2760"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4" name="TextBox 3">
            <a:extLst>
              <a:ext uri="{FF2B5EF4-FFF2-40B4-BE49-F238E27FC236}">
                <a16:creationId xmlns:a16="http://schemas.microsoft.com/office/drawing/2014/main" id="{94068322-11F4-F499-6EFA-545A2B783E02}"/>
              </a:ext>
            </a:extLst>
          </p:cNvPr>
          <p:cNvSpPr txBox="1"/>
          <p:nvPr/>
        </p:nvSpPr>
        <p:spPr>
          <a:xfrm>
            <a:off x="1134313" y="682498"/>
            <a:ext cx="7180174" cy="430887"/>
          </a:xfrm>
          <a:prstGeom prst="rect">
            <a:avLst/>
          </a:prstGeom>
          <a:noFill/>
        </p:spPr>
        <p:txBody>
          <a:bodyPr wrap="square">
            <a:spAutoFit/>
          </a:bodyPr>
          <a:lstStyle/>
          <a:p>
            <a:pPr marL="0" marR="0" algn="ctr" rtl="0">
              <a:spcBef>
                <a:spcPts val="600"/>
              </a:spcBef>
              <a:spcAft>
                <a:spcPts val="600"/>
              </a:spcAft>
              <a:buNone/>
            </a:pPr>
            <a:r>
              <a:rPr lang="en-US" sz="2200" b="1" dirty="0">
                <a:latin typeface="ADLaM Display" panose="02010000000000000000" pitchFamily="2" charset="0"/>
                <a:ea typeface="ADLaM Display" panose="02010000000000000000" pitchFamily="2" charset="0"/>
                <a:cs typeface="ADLaM Display" panose="02010000000000000000" pitchFamily="2" charset="0"/>
              </a:rPr>
              <a:t>PEA as an Anti-inflammatory</a:t>
            </a:r>
            <a:endParaRPr lang="en-US" sz="2200" dirty="0">
              <a:effectLst/>
              <a:latin typeface="ADLaM Display" panose="02010000000000000000" pitchFamily="2" charset="0"/>
              <a:ea typeface="ADLaM Display" panose="02010000000000000000" pitchFamily="2" charset="0"/>
              <a:cs typeface="ADLaM Display" panose="02010000000000000000" pitchFamily="2" charset="0"/>
            </a:endParaRPr>
          </a:p>
        </p:txBody>
      </p:sp>
      <p:sp>
        <p:nvSpPr>
          <p:cNvPr id="2" name="AutoShape 2" descr="Output image">
            <a:extLst>
              <a:ext uri="{FF2B5EF4-FFF2-40B4-BE49-F238E27FC236}">
                <a16:creationId xmlns:a16="http://schemas.microsoft.com/office/drawing/2014/main" id="{C0333689-8438-1581-C37F-E6B8E6AF1BD8}"/>
              </a:ext>
            </a:extLst>
          </p:cNvPr>
          <p:cNvSpPr>
            <a:spLocks noChangeAspect="1" noChangeArrowheads="1"/>
          </p:cNvSpPr>
          <p:nvPr/>
        </p:nvSpPr>
        <p:spPr bwMode="auto">
          <a:xfrm>
            <a:off x="4419600" y="241935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3" name="AutoShape 4" descr="Output image">
            <a:extLst>
              <a:ext uri="{FF2B5EF4-FFF2-40B4-BE49-F238E27FC236}">
                <a16:creationId xmlns:a16="http://schemas.microsoft.com/office/drawing/2014/main" id="{00AB5B17-D3AA-93F2-9BF8-8712E6089133}"/>
              </a:ext>
            </a:extLst>
          </p:cNvPr>
          <p:cNvSpPr>
            <a:spLocks noChangeAspect="1" noChangeArrowheads="1"/>
          </p:cNvSpPr>
          <p:nvPr/>
        </p:nvSpPr>
        <p:spPr bwMode="auto">
          <a:xfrm>
            <a:off x="4572000" y="257175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5" name="Google Shape;769;p36">
            <a:extLst>
              <a:ext uri="{FF2B5EF4-FFF2-40B4-BE49-F238E27FC236}">
                <a16:creationId xmlns:a16="http://schemas.microsoft.com/office/drawing/2014/main" id="{A2D0AB16-F421-044E-0182-68F93A51FAD4}"/>
              </a:ext>
            </a:extLst>
          </p:cNvPr>
          <p:cNvSpPr txBox="1">
            <a:spLocks/>
          </p:cNvSpPr>
          <p:nvPr/>
        </p:nvSpPr>
        <p:spPr>
          <a:xfrm>
            <a:off x="4876800" y="3657430"/>
            <a:ext cx="4267200" cy="1486069"/>
          </a:xfrm>
          <a:prstGeom prst="rect">
            <a:avLst/>
          </a:prstGeom>
          <a:solidFill>
            <a:schemeClr val="accent2"/>
          </a:solidFill>
          <a:ln>
            <a:noFill/>
          </a:ln>
          <a:effectLst>
            <a:outerShdw dist="95250" dir="3000000" algn="bl" rotWithShape="0">
              <a:schemeClr val="lt2"/>
            </a:outerShdw>
          </a:effectLst>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L="457200" marR="0" lvl="0" indent="-317500" algn="l" rtl="0">
              <a:lnSpc>
                <a:spcPct val="100000"/>
              </a:lnSpc>
              <a:spcBef>
                <a:spcPts val="0"/>
              </a:spcBef>
              <a:spcAft>
                <a:spcPts val="0"/>
              </a:spcAft>
              <a:buClr>
                <a:schemeClr val="dk1"/>
              </a:buClr>
              <a:buSzPts val="1400"/>
              <a:buFont typeface="Nunito"/>
              <a:buNone/>
              <a:defRPr sz="1600" b="0" i="0" u="none" strike="noStrike" cap="none">
                <a:solidFill>
                  <a:schemeClr val="dk1"/>
                </a:solidFill>
                <a:latin typeface="Nunito"/>
                <a:ea typeface="Nunito"/>
                <a:cs typeface="Nunito"/>
                <a:sym typeface="Nunito"/>
              </a:defRPr>
            </a:lvl1pPr>
            <a:lvl2pPr marL="914400" marR="0" lvl="1" indent="-317500" algn="ctr" rtl="0">
              <a:lnSpc>
                <a:spcPct val="100000"/>
              </a:lnSpc>
              <a:spcBef>
                <a:spcPts val="0"/>
              </a:spcBef>
              <a:spcAft>
                <a:spcPts val="0"/>
              </a:spcAft>
              <a:buClr>
                <a:schemeClr val="dk1"/>
              </a:buClr>
              <a:buSzPts val="1800"/>
              <a:buFont typeface="Nunito"/>
              <a:buNone/>
              <a:defRPr sz="1800" b="0" i="0" u="none" strike="noStrike" cap="none">
                <a:solidFill>
                  <a:schemeClr val="dk1"/>
                </a:solidFill>
                <a:latin typeface="Nunito"/>
                <a:ea typeface="Nunito"/>
                <a:cs typeface="Nunito"/>
                <a:sym typeface="Nunito"/>
              </a:defRPr>
            </a:lvl2pPr>
            <a:lvl3pPr marL="1371600" marR="0" lvl="2" indent="-317500" algn="ctr" rtl="0">
              <a:lnSpc>
                <a:spcPct val="100000"/>
              </a:lnSpc>
              <a:spcBef>
                <a:spcPts val="0"/>
              </a:spcBef>
              <a:spcAft>
                <a:spcPts val="0"/>
              </a:spcAft>
              <a:buClr>
                <a:schemeClr val="dk1"/>
              </a:buClr>
              <a:buSzPts val="1800"/>
              <a:buFont typeface="Nunito"/>
              <a:buNone/>
              <a:defRPr sz="1800" b="0" i="0" u="none" strike="noStrike" cap="none">
                <a:solidFill>
                  <a:schemeClr val="dk1"/>
                </a:solidFill>
                <a:latin typeface="Nunito"/>
                <a:ea typeface="Nunito"/>
                <a:cs typeface="Nunito"/>
                <a:sym typeface="Nunito"/>
              </a:defRPr>
            </a:lvl3pPr>
            <a:lvl4pPr marL="1828800" marR="0" lvl="3" indent="-317500" algn="ctr" rtl="0">
              <a:lnSpc>
                <a:spcPct val="100000"/>
              </a:lnSpc>
              <a:spcBef>
                <a:spcPts val="0"/>
              </a:spcBef>
              <a:spcAft>
                <a:spcPts val="0"/>
              </a:spcAft>
              <a:buClr>
                <a:schemeClr val="dk1"/>
              </a:buClr>
              <a:buSzPts val="1800"/>
              <a:buFont typeface="Nunito"/>
              <a:buNone/>
              <a:defRPr sz="1800" b="0" i="0" u="none" strike="noStrike" cap="none">
                <a:solidFill>
                  <a:schemeClr val="dk1"/>
                </a:solidFill>
                <a:latin typeface="Nunito"/>
                <a:ea typeface="Nunito"/>
                <a:cs typeface="Nunito"/>
                <a:sym typeface="Nunito"/>
              </a:defRPr>
            </a:lvl4pPr>
            <a:lvl5pPr marL="2286000" marR="0" lvl="4" indent="-317500" algn="ctr" rtl="0">
              <a:lnSpc>
                <a:spcPct val="100000"/>
              </a:lnSpc>
              <a:spcBef>
                <a:spcPts val="0"/>
              </a:spcBef>
              <a:spcAft>
                <a:spcPts val="0"/>
              </a:spcAft>
              <a:buClr>
                <a:schemeClr val="dk1"/>
              </a:buClr>
              <a:buSzPts val="1800"/>
              <a:buFont typeface="Nunito"/>
              <a:buNone/>
              <a:defRPr sz="1800" b="0" i="0" u="none" strike="noStrike" cap="none">
                <a:solidFill>
                  <a:schemeClr val="dk1"/>
                </a:solidFill>
                <a:latin typeface="Nunito"/>
                <a:ea typeface="Nunito"/>
                <a:cs typeface="Nunito"/>
                <a:sym typeface="Nunito"/>
              </a:defRPr>
            </a:lvl5pPr>
            <a:lvl6pPr marL="2743200" marR="0" lvl="5" indent="-317500" algn="ctr" rtl="0">
              <a:lnSpc>
                <a:spcPct val="100000"/>
              </a:lnSpc>
              <a:spcBef>
                <a:spcPts val="0"/>
              </a:spcBef>
              <a:spcAft>
                <a:spcPts val="0"/>
              </a:spcAft>
              <a:buClr>
                <a:schemeClr val="dk1"/>
              </a:buClr>
              <a:buSzPts val="1800"/>
              <a:buFont typeface="Nunito"/>
              <a:buNone/>
              <a:defRPr sz="1800" b="0" i="0" u="none" strike="noStrike" cap="none">
                <a:solidFill>
                  <a:schemeClr val="dk1"/>
                </a:solidFill>
                <a:latin typeface="Nunito"/>
                <a:ea typeface="Nunito"/>
                <a:cs typeface="Nunito"/>
                <a:sym typeface="Nunito"/>
              </a:defRPr>
            </a:lvl6pPr>
            <a:lvl7pPr marL="3200400" marR="0" lvl="6" indent="-317500" algn="ctr" rtl="0">
              <a:lnSpc>
                <a:spcPct val="100000"/>
              </a:lnSpc>
              <a:spcBef>
                <a:spcPts val="0"/>
              </a:spcBef>
              <a:spcAft>
                <a:spcPts val="0"/>
              </a:spcAft>
              <a:buClr>
                <a:schemeClr val="dk1"/>
              </a:buClr>
              <a:buSzPts val="1800"/>
              <a:buFont typeface="Nunito"/>
              <a:buNone/>
              <a:defRPr sz="1800" b="0" i="0" u="none" strike="noStrike" cap="none">
                <a:solidFill>
                  <a:schemeClr val="dk1"/>
                </a:solidFill>
                <a:latin typeface="Nunito"/>
                <a:ea typeface="Nunito"/>
                <a:cs typeface="Nunito"/>
                <a:sym typeface="Nunito"/>
              </a:defRPr>
            </a:lvl7pPr>
            <a:lvl8pPr marL="3657600" marR="0" lvl="7" indent="-317500" algn="ctr" rtl="0">
              <a:lnSpc>
                <a:spcPct val="100000"/>
              </a:lnSpc>
              <a:spcBef>
                <a:spcPts val="0"/>
              </a:spcBef>
              <a:spcAft>
                <a:spcPts val="0"/>
              </a:spcAft>
              <a:buClr>
                <a:schemeClr val="dk1"/>
              </a:buClr>
              <a:buSzPts val="1800"/>
              <a:buFont typeface="Nunito"/>
              <a:buNone/>
              <a:defRPr sz="1800" b="0" i="0" u="none" strike="noStrike" cap="none">
                <a:solidFill>
                  <a:schemeClr val="dk1"/>
                </a:solidFill>
                <a:latin typeface="Nunito"/>
                <a:ea typeface="Nunito"/>
                <a:cs typeface="Nunito"/>
                <a:sym typeface="Nunito"/>
              </a:defRPr>
            </a:lvl8pPr>
            <a:lvl9pPr marL="4114800" marR="0" lvl="8" indent="-317500" algn="ctr" rtl="0">
              <a:lnSpc>
                <a:spcPct val="100000"/>
              </a:lnSpc>
              <a:spcBef>
                <a:spcPts val="0"/>
              </a:spcBef>
              <a:spcAft>
                <a:spcPts val="0"/>
              </a:spcAft>
              <a:buClr>
                <a:schemeClr val="dk1"/>
              </a:buClr>
              <a:buSzPts val="1800"/>
              <a:buFont typeface="Nunito"/>
              <a:buNone/>
              <a:defRPr sz="1800" b="0" i="0" u="none" strike="noStrike" cap="none">
                <a:solidFill>
                  <a:schemeClr val="dk1"/>
                </a:solidFill>
                <a:latin typeface="Nunito"/>
                <a:ea typeface="Nunito"/>
                <a:cs typeface="Nunito"/>
                <a:sym typeface="Nunito"/>
              </a:defRPr>
            </a:lvl9pPr>
          </a:lstStyle>
          <a:p>
            <a:pPr algn="ctr"/>
            <a:r>
              <a:rPr lang="en-US" sz="1400" dirty="0"/>
              <a:t>Wang Y, Duan X, Li Z, Pan Y, Deng J. </a:t>
            </a:r>
            <a:r>
              <a:rPr lang="en-US" sz="1400" dirty="0" err="1"/>
              <a:t>Palmitoylethanolamide</a:t>
            </a:r>
            <a:r>
              <a:rPr lang="en-US" sz="1400" dirty="0"/>
              <a:t> in the Treatment of Pain and Its Clinical Application Prospects. Drug Des Devel Ther. 2025;19:6897-6923.</a:t>
            </a:r>
          </a:p>
        </p:txBody>
      </p:sp>
    </p:spTree>
    <p:extLst>
      <p:ext uri="{BB962C8B-B14F-4D97-AF65-F5344CB8AC3E}">
        <p14:creationId xmlns:p14="http://schemas.microsoft.com/office/powerpoint/2010/main" val="687973762"/>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1220">
          <a:extLst>
            <a:ext uri="{FF2B5EF4-FFF2-40B4-BE49-F238E27FC236}">
              <a16:creationId xmlns:a16="http://schemas.microsoft.com/office/drawing/2014/main" id="{A4847B22-480A-D336-167B-7E0C0C5FB1EC}"/>
            </a:ext>
          </a:extLst>
        </p:cNvPr>
        <p:cNvGrpSpPr/>
        <p:nvPr/>
      </p:nvGrpSpPr>
      <p:grpSpPr>
        <a:xfrm>
          <a:off x="0" y="0"/>
          <a:ext cx="0" cy="0"/>
          <a:chOff x="0" y="0"/>
          <a:chExt cx="0" cy="0"/>
        </a:xfrm>
      </p:grpSpPr>
      <p:sp>
        <p:nvSpPr>
          <p:cNvPr id="1242" name="Google Shape;1242;p47">
            <a:extLst>
              <a:ext uri="{FF2B5EF4-FFF2-40B4-BE49-F238E27FC236}">
                <a16:creationId xmlns:a16="http://schemas.microsoft.com/office/drawing/2014/main" id="{3F4407B1-7097-FA2D-3745-0F4F8BE42570}"/>
              </a:ext>
            </a:extLst>
          </p:cNvPr>
          <p:cNvSpPr/>
          <p:nvPr/>
        </p:nvSpPr>
        <p:spPr>
          <a:xfrm rot="-9388557">
            <a:off x="5248733" y="647732"/>
            <a:ext cx="112800" cy="112818"/>
          </a:xfrm>
          <a:custGeom>
            <a:avLst/>
            <a:gdLst/>
            <a:ahLst/>
            <a:cxnLst/>
            <a:rect l="l" t="t" r="r" b="b"/>
            <a:pathLst>
              <a:path w="6138" h="6139" extrusionOk="0">
                <a:moveTo>
                  <a:pt x="3069" y="0"/>
                </a:moveTo>
                <a:cubicBezTo>
                  <a:pt x="2625" y="513"/>
                  <a:pt x="2402" y="1024"/>
                  <a:pt x="2235" y="1535"/>
                </a:cubicBezTo>
                <a:cubicBezTo>
                  <a:pt x="2177" y="1722"/>
                  <a:pt x="2134" y="1909"/>
                  <a:pt x="2099" y="2097"/>
                </a:cubicBezTo>
                <a:cubicBezTo>
                  <a:pt x="1912" y="2131"/>
                  <a:pt x="1723" y="2173"/>
                  <a:pt x="1536" y="2233"/>
                </a:cubicBezTo>
                <a:cubicBezTo>
                  <a:pt x="1023" y="2398"/>
                  <a:pt x="512" y="2623"/>
                  <a:pt x="1" y="3070"/>
                </a:cubicBezTo>
                <a:cubicBezTo>
                  <a:pt x="512" y="3517"/>
                  <a:pt x="1023" y="3740"/>
                  <a:pt x="1536" y="3907"/>
                </a:cubicBezTo>
                <a:cubicBezTo>
                  <a:pt x="1722" y="3966"/>
                  <a:pt x="1909" y="4008"/>
                  <a:pt x="2096" y="4042"/>
                </a:cubicBezTo>
                <a:cubicBezTo>
                  <a:pt x="2132" y="4230"/>
                  <a:pt x="2173" y="4417"/>
                  <a:pt x="2232" y="4604"/>
                </a:cubicBezTo>
                <a:cubicBezTo>
                  <a:pt x="2399" y="5115"/>
                  <a:pt x="2622" y="5627"/>
                  <a:pt x="3069" y="6138"/>
                </a:cubicBezTo>
                <a:cubicBezTo>
                  <a:pt x="3517" y="5627"/>
                  <a:pt x="3741" y="5115"/>
                  <a:pt x="3906" y="4604"/>
                </a:cubicBezTo>
                <a:cubicBezTo>
                  <a:pt x="3966" y="4416"/>
                  <a:pt x="4008" y="4229"/>
                  <a:pt x="4042" y="4040"/>
                </a:cubicBezTo>
                <a:cubicBezTo>
                  <a:pt x="4230" y="4005"/>
                  <a:pt x="4416" y="3963"/>
                  <a:pt x="4604" y="3904"/>
                </a:cubicBezTo>
                <a:cubicBezTo>
                  <a:pt x="5115" y="3737"/>
                  <a:pt x="5626" y="3514"/>
                  <a:pt x="6138" y="3070"/>
                </a:cubicBezTo>
                <a:cubicBezTo>
                  <a:pt x="5626" y="2625"/>
                  <a:pt x="5115" y="2402"/>
                  <a:pt x="4604" y="2235"/>
                </a:cubicBezTo>
                <a:cubicBezTo>
                  <a:pt x="4416" y="2176"/>
                  <a:pt x="4228" y="2133"/>
                  <a:pt x="4040" y="2099"/>
                </a:cubicBezTo>
                <a:cubicBezTo>
                  <a:pt x="4005" y="1910"/>
                  <a:pt x="3963" y="1723"/>
                  <a:pt x="3904" y="1535"/>
                </a:cubicBezTo>
                <a:cubicBezTo>
                  <a:pt x="3738" y="1024"/>
                  <a:pt x="3514" y="513"/>
                  <a:pt x="3069"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pic>
        <p:nvPicPr>
          <p:cNvPr id="8" name="Picture 7">
            <a:extLst>
              <a:ext uri="{FF2B5EF4-FFF2-40B4-BE49-F238E27FC236}">
                <a16:creationId xmlns:a16="http://schemas.microsoft.com/office/drawing/2014/main" id="{D7C3D5FE-F3B5-B95C-CEFC-B34F7394A27B}"/>
              </a:ext>
            </a:extLst>
          </p:cNvPr>
          <p:cNvPicPr>
            <a:picLocks noChangeAspect="1"/>
          </p:cNvPicPr>
          <p:nvPr/>
        </p:nvPicPr>
        <p:blipFill>
          <a:blip r:embed="rId3"/>
          <a:stretch>
            <a:fillRect/>
          </a:stretch>
        </p:blipFill>
        <p:spPr>
          <a:xfrm>
            <a:off x="0" y="63610"/>
            <a:ext cx="9144000" cy="3667057"/>
          </a:xfrm>
          <a:prstGeom prst="rect">
            <a:avLst/>
          </a:prstGeom>
          <a:ln w="127000" cap="sq">
            <a:solidFill>
              <a:srgbClr val="000000"/>
            </a:solidFill>
            <a:miter lim="800000"/>
          </a:ln>
          <a:effectLst>
            <a:outerShdw blurRad="57150" dist="50800" dir="2700000" algn="tl" rotWithShape="0">
              <a:srgbClr val="000000">
                <a:alpha val="40000"/>
              </a:srgbClr>
            </a:outerShdw>
          </a:effectLst>
        </p:spPr>
      </p:pic>
      <p:sp>
        <p:nvSpPr>
          <p:cNvPr id="9" name="Google Shape;769;p36">
            <a:extLst>
              <a:ext uri="{FF2B5EF4-FFF2-40B4-BE49-F238E27FC236}">
                <a16:creationId xmlns:a16="http://schemas.microsoft.com/office/drawing/2014/main" id="{36D84E76-569A-7113-E3EA-1FB76FFD4CC5}"/>
              </a:ext>
            </a:extLst>
          </p:cNvPr>
          <p:cNvSpPr txBox="1">
            <a:spLocks/>
          </p:cNvSpPr>
          <p:nvPr/>
        </p:nvSpPr>
        <p:spPr>
          <a:xfrm>
            <a:off x="2631881" y="3896469"/>
            <a:ext cx="4158532" cy="1166524"/>
          </a:xfrm>
          <a:prstGeom prst="rect">
            <a:avLst/>
          </a:prstGeom>
          <a:solidFill>
            <a:schemeClr val="accent2"/>
          </a:solidFill>
          <a:ln>
            <a:noFill/>
          </a:ln>
          <a:effectLst>
            <a:outerShdw dist="95250" dir="3000000" algn="bl" rotWithShape="0">
              <a:schemeClr val="lt2"/>
            </a:outerShdw>
          </a:effectLst>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L="457200" marR="0" lvl="0" indent="-317500" algn="l" rtl="0">
              <a:lnSpc>
                <a:spcPct val="100000"/>
              </a:lnSpc>
              <a:spcBef>
                <a:spcPts val="0"/>
              </a:spcBef>
              <a:spcAft>
                <a:spcPts val="0"/>
              </a:spcAft>
              <a:buClr>
                <a:schemeClr val="dk1"/>
              </a:buClr>
              <a:buSzPts val="1400"/>
              <a:buFont typeface="Nunito"/>
              <a:buNone/>
              <a:defRPr sz="1600" b="0" i="0" u="none" strike="noStrike" cap="none">
                <a:solidFill>
                  <a:schemeClr val="dk1"/>
                </a:solidFill>
                <a:latin typeface="Nunito"/>
                <a:ea typeface="Nunito"/>
                <a:cs typeface="Nunito"/>
                <a:sym typeface="Nunito"/>
              </a:defRPr>
            </a:lvl1pPr>
            <a:lvl2pPr marL="914400" marR="0" lvl="1" indent="-317500" algn="ctr" rtl="0">
              <a:lnSpc>
                <a:spcPct val="100000"/>
              </a:lnSpc>
              <a:spcBef>
                <a:spcPts val="0"/>
              </a:spcBef>
              <a:spcAft>
                <a:spcPts val="0"/>
              </a:spcAft>
              <a:buClr>
                <a:schemeClr val="dk1"/>
              </a:buClr>
              <a:buSzPts val="1800"/>
              <a:buFont typeface="Nunito"/>
              <a:buNone/>
              <a:defRPr sz="1800" b="0" i="0" u="none" strike="noStrike" cap="none">
                <a:solidFill>
                  <a:schemeClr val="dk1"/>
                </a:solidFill>
                <a:latin typeface="Nunito"/>
                <a:ea typeface="Nunito"/>
                <a:cs typeface="Nunito"/>
                <a:sym typeface="Nunito"/>
              </a:defRPr>
            </a:lvl2pPr>
            <a:lvl3pPr marL="1371600" marR="0" lvl="2" indent="-317500" algn="ctr" rtl="0">
              <a:lnSpc>
                <a:spcPct val="100000"/>
              </a:lnSpc>
              <a:spcBef>
                <a:spcPts val="0"/>
              </a:spcBef>
              <a:spcAft>
                <a:spcPts val="0"/>
              </a:spcAft>
              <a:buClr>
                <a:schemeClr val="dk1"/>
              </a:buClr>
              <a:buSzPts val="1800"/>
              <a:buFont typeface="Nunito"/>
              <a:buNone/>
              <a:defRPr sz="1800" b="0" i="0" u="none" strike="noStrike" cap="none">
                <a:solidFill>
                  <a:schemeClr val="dk1"/>
                </a:solidFill>
                <a:latin typeface="Nunito"/>
                <a:ea typeface="Nunito"/>
                <a:cs typeface="Nunito"/>
                <a:sym typeface="Nunito"/>
              </a:defRPr>
            </a:lvl3pPr>
            <a:lvl4pPr marL="1828800" marR="0" lvl="3" indent="-317500" algn="ctr" rtl="0">
              <a:lnSpc>
                <a:spcPct val="100000"/>
              </a:lnSpc>
              <a:spcBef>
                <a:spcPts val="0"/>
              </a:spcBef>
              <a:spcAft>
                <a:spcPts val="0"/>
              </a:spcAft>
              <a:buClr>
                <a:schemeClr val="dk1"/>
              </a:buClr>
              <a:buSzPts val="1800"/>
              <a:buFont typeface="Nunito"/>
              <a:buNone/>
              <a:defRPr sz="1800" b="0" i="0" u="none" strike="noStrike" cap="none">
                <a:solidFill>
                  <a:schemeClr val="dk1"/>
                </a:solidFill>
                <a:latin typeface="Nunito"/>
                <a:ea typeface="Nunito"/>
                <a:cs typeface="Nunito"/>
                <a:sym typeface="Nunito"/>
              </a:defRPr>
            </a:lvl4pPr>
            <a:lvl5pPr marL="2286000" marR="0" lvl="4" indent="-317500" algn="ctr" rtl="0">
              <a:lnSpc>
                <a:spcPct val="100000"/>
              </a:lnSpc>
              <a:spcBef>
                <a:spcPts val="0"/>
              </a:spcBef>
              <a:spcAft>
                <a:spcPts val="0"/>
              </a:spcAft>
              <a:buClr>
                <a:schemeClr val="dk1"/>
              </a:buClr>
              <a:buSzPts val="1800"/>
              <a:buFont typeface="Nunito"/>
              <a:buNone/>
              <a:defRPr sz="1800" b="0" i="0" u="none" strike="noStrike" cap="none">
                <a:solidFill>
                  <a:schemeClr val="dk1"/>
                </a:solidFill>
                <a:latin typeface="Nunito"/>
                <a:ea typeface="Nunito"/>
                <a:cs typeface="Nunito"/>
                <a:sym typeface="Nunito"/>
              </a:defRPr>
            </a:lvl5pPr>
            <a:lvl6pPr marL="2743200" marR="0" lvl="5" indent="-317500" algn="ctr" rtl="0">
              <a:lnSpc>
                <a:spcPct val="100000"/>
              </a:lnSpc>
              <a:spcBef>
                <a:spcPts val="0"/>
              </a:spcBef>
              <a:spcAft>
                <a:spcPts val="0"/>
              </a:spcAft>
              <a:buClr>
                <a:schemeClr val="dk1"/>
              </a:buClr>
              <a:buSzPts val="1800"/>
              <a:buFont typeface="Nunito"/>
              <a:buNone/>
              <a:defRPr sz="1800" b="0" i="0" u="none" strike="noStrike" cap="none">
                <a:solidFill>
                  <a:schemeClr val="dk1"/>
                </a:solidFill>
                <a:latin typeface="Nunito"/>
                <a:ea typeface="Nunito"/>
                <a:cs typeface="Nunito"/>
                <a:sym typeface="Nunito"/>
              </a:defRPr>
            </a:lvl6pPr>
            <a:lvl7pPr marL="3200400" marR="0" lvl="6" indent="-317500" algn="ctr" rtl="0">
              <a:lnSpc>
                <a:spcPct val="100000"/>
              </a:lnSpc>
              <a:spcBef>
                <a:spcPts val="0"/>
              </a:spcBef>
              <a:spcAft>
                <a:spcPts val="0"/>
              </a:spcAft>
              <a:buClr>
                <a:schemeClr val="dk1"/>
              </a:buClr>
              <a:buSzPts val="1800"/>
              <a:buFont typeface="Nunito"/>
              <a:buNone/>
              <a:defRPr sz="1800" b="0" i="0" u="none" strike="noStrike" cap="none">
                <a:solidFill>
                  <a:schemeClr val="dk1"/>
                </a:solidFill>
                <a:latin typeface="Nunito"/>
                <a:ea typeface="Nunito"/>
                <a:cs typeface="Nunito"/>
                <a:sym typeface="Nunito"/>
              </a:defRPr>
            </a:lvl7pPr>
            <a:lvl8pPr marL="3657600" marR="0" lvl="7" indent="-317500" algn="ctr" rtl="0">
              <a:lnSpc>
                <a:spcPct val="100000"/>
              </a:lnSpc>
              <a:spcBef>
                <a:spcPts val="0"/>
              </a:spcBef>
              <a:spcAft>
                <a:spcPts val="0"/>
              </a:spcAft>
              <a:buClr>
                <a:schemeClr val="dk1"/>
              </a:buClr>
              <a:buSzPts val="1800"/>
              <a:buFont typeface="Nunito"/>
              <a:buNone/>
              <a:defRPr sz="1800" b="0" i="0" u="none" strike="noStrike" cap="none">
                <a:solidFill>
                  <a:schemeClr val="dk1"/>
                </a:solidFill>
                <a:latin typeface="Nunito"/>
                <a:ea typeface="Nunito"/>
                <a:cs typeface="Nunito"/>
                <a:sym typeface="Nunito"/>
              </a:defRPr>
            </a:lvl8pPr>
            <a:lvl9pPr marL="4114800" marR="0" lvl="8" indent="-317500" algn="ctr" rtl="0">
              <a:lnSpc>
                <a:spcPct val="100000"/>
              </a:lnSpc>
              <a:spcBef>
                <a:spcPts val="0"/>
              </a:spcBef>
              <a:spcAft>
                <a:spcPts val="0"/>
              </a:spcAft>
              <a:buClr>
                <a:schemeClr val="dk1"/>
              </a:buClr>
              <a:buSzPts val="1800"/>
              <a:buFont typeface="Nunito"/>
              <a:buNone/>
              <a:defRPr sz="1800" b="0" i="0" u="none" strike="noStrike" cap="none">
                <a:solidFill>
                  <a:schemeClr val="dk1"/>
                </a:solidFill>
                <a:latin typeface="Nunito"/>
                <a:ea typeface="Nunito"/>
                <a:cs typeface="Nunito"/>
                <a:sym typeface="Nunito"/>
              </a:defRPr>
            </a:lvl9pPr>
          </a:lstStyle>
          <a:p>
            <a:pPr algn="ctr"/>
            <a:r>
              <a:rPr lang="en-US" sz="1200" dirty="0" err="1"/>
              <a:t>Bougarne</a:t>
            </a:r>
            <a:r>
              <a:rPr lang="en-US" sz="1200" dirty="0"/>
              <a:t>, N., Weyers, B., Desmet, S. J., Deckers, J., Ray, D. W., </a:t>
            </a:r>
            <a:r>
              <a:rPr lang="en-US" sz="1200" dirty="0" err="1"/>
              <a:t>Staels</a:t>
            </a:r>
            <a:r>
              <a:rPr lang="en-US" sz="1200" dirty="0"/>
              <a:t>, B., &amp; De Bosscher, K. (2018). Molecular actions of PPAR</a:t>
            </a:r>
            <a:r>
              <a:rPr lang="el-GR" sz="1200" dirty="0"/>
              <a:t>α </a:t>
            </a:r>
            <a:r>
              <a:rPr lang="en-US" sz="1200" dirty="0"/>
              <a:t>in lipid metabolism and inflammation. </a:t>
            </a:r>
            <a:r>
              <a:rPr lang="en-US" sz="1200" i="1" dirty="0"/>
              <a:t>Endocrine Reviews</a:t>
            </a:r>
            <a:r>
              <a:rPr lang="en-US" sz="1200" dirty="0"/>
              <a:t>, *39*(5), 760–802. </a:t>
            </a:r>
            <a:r>
              <a:rPr lang="en-US" sz="1200" dirty="0">
                <a:hlinkClick r:id="rId4"/>
              </a:rPr>
              <a:t>https://doi.org/10.1210/er.2018-00064</a:t>
            </a:r>
            <a:endParaRPr lang="en-US" sz="1200" dirty="0"/>
          </a:p>
        </p:txBody>
      </p:sp>
    </p:spTree>
    <p:extLst>
      <p:ext uri="{BB962C8B-B14F-4D97-AF65-F5344CB8AC3E}">
        <p14:creationId xmlns:p14="http://schemas.microsoft.com/office/powerpoint/2010/main" val="986937466"/>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1220">
          <a:extLst>
            <a:ext uri="{FF2B5EF4-FFF2-40B4-BE49-F238E27FC236}">
              <a16:creationId xmlns:a16="http://schemas.microsoft.com/office/drawing/2014/main" id="{6116A658-7E72-F768-41C4-5A524424183F}"/>
            </a:ext>
          </a:extLst>
        </p:cNvPr>
        <p:cNvGrpSpPr/>
        <p:nvPr/>
      </p:nvGrpSpPr>
      <p:grpSpPr>
        <a:xfrm>
          <a:off x="0" y="0"/>
          <a:ext cx="0" cy="0"/>
          <a:chOff x="0" y="0"/>
          <a:chExt cx="0" cy="0"/>
        </a:xfrm>
      </p:grpSpPr>
      <p:sp>
        <p:nvSpPr>
          <p:cNvPr id="1242" name="Google Shape;1242;p47">
            <a:extLst>
              <a:ext uri="{FF2B5EF4-FFF2-40B4-BE49-F238E27FC236}">
                <a16:creationId xmlns:a16="http://schemas.microsoft.com/office/drawing/2014/main" id="{22BA8B9F-8B3B-D47D-C2E0-A8540E47C93B}"/>
              </a:ext>
            </a:extLst>
          </p:cNvPr>
          <p:cNvSpPr/>
          <p:nvPr/>
        </p:nvSpPr>
        <p:spPr>
          <a:xfrm rot="-9388557">
            <a:off x="5248733" y="647732"/>
            <a:ext cx="112800" cy="112818"/>
          </a:xfrm>
          <a:custGeom>
            <a:avLst/>
            <a:gdLst/>
            <a:ahLst/>
            <a:cxnLst/>
            <a:rect l="l" t="t" r="r" b="b"/>
            <a:pathLst>
              <a:path w="6138" h="6139" extrusionOk="0">
                <a:moveTo>
                  <a:pt x="3069" y="0"/>
                </a:moveTo>
                <a:cubicBezTo>
                  <a:pt x="2625" y="513"/>
                  <a:pt x="2402" y="1024"/>
                  <a:pt x="2235" y="1535"/>
                </a:cubicBezTo>
                <a:cubicBezTo>
                  <a:pt x="2177" y="1722"/>
                  <a:pt x="2134" y="1909"/>
                  <a:pt x="2099" y="2097"/>
                </a:cubicBezTo>
                <a:cubicBezTo>
                  <a:pt x="1912" y="2131"/>
                  <a:pt x="1723" y="2173"/>
                  <a:pt x="1536" y="2233"/>
                </a:cubicBezTo>
                <a:cubicBezTo>
                  <a:pt x="1023" y="2398"/>
                  <a:pt x="512" y="2623"/>
                  <a:pt x="1" y="3070"/>
                </a:cubicBezTo>
                <a:cubicBezTo>
                  <a:pt x="512" y="3517"/>
                  <a:pt x="1023" y="3740"/>
                  <a:pt x="1536" y="3907"/>
                </a:cubicBezTo>
                <a:cubicBezTo>
                  <a:pt x="1722" y="3966"/>
                  <a:pt x="1909" y="4008"/>
                  <a:pt x="2096" y="4042"/>
                </a:cubicBezTo>
                <a:cubicBezTo>
                  <a:pt x="2132" y="4230"/>
                  <a:pt x="2173" y="4417"/>
                  <a:pt x="2232" y="4604"/>
                </a:cubicBezTo>
                <a:cubicBezTo>
                  <a:pt x="2399" y="5115"/>
                  <a:pt x="2622" y="5627"/>
                  <a:pt x="3069" y="6138"/>
                </a:cubicBezTo>
                <a:cubicBezTo>
                  <a:pt x="3517" y="5627"/>
                  <a:pt x="3741" y="5115"/>
                  <a:pt x="3906" y="4604"/>
                </a:cubicBezTo>
                <a:cubicBezTo>
                  <a:pt x="3966" y="4416"/>
                  <a:pt x="4008" y="4229"/>
                  <a:pt x="4042" y="4040"/>
                </a:cubicBezTo>
                <a:cubicBezTo>
                  <a:pt x="4230" y="4005"/>
                  <a:pt x="4416" y="3963"/>
                  <a:pt x="4604" y="3904"/>
                </a:cubicBezTo>
                <a:cubicBezTo>
                  <a:pt x="5115" y="3737"/>
                  <a:pt x="5626" y="3514"/>
                  <a:pt x="6138" y="3070"/>
                </a:cubicBezTo>
                <a:cubicBezTo>
                  <a:pt x="5626" y="2625"/>
                  <a:pt x="5115" y="2402"/>
                  <a:pt x="4604" y="2235"/>
                </a:cubicBezTo>
                <a:cubicBezTo>
                  <a:pt x="4416" y="2176"/>
                  <a:pt x="4228" y="2133"/>
                  <a:pt x="4040" y="2099"/>
                </a:cubicBezTo>
                <a:cubicBezTo>
                  <a:pt x="4005" y="1910"/>
                  <a:pt x="3963" y="1723"/>
                  <a:pt x="3904" y="1535"/>
                </a:cubicBezTo>
                <a:cubicBezTo>
                  <a:pt x="3738" y="1024"/>
                  <a:pt x="3514" y="513"/>
                  <a:pt x="3069"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pic>
        <p:nvPicPr>
          <p:cNvPr id="4" name="Picture 3">
            <a:extLst>
              <a:ext uri="{FF2B5EF4-FFF2-40B4-BE49-F238E27FC236}">
                <a16:creationId xmlns:a16="http://schemas.microsoft.com/office/drawing/2014/main" id="{052093ED-0447-0D69-0CDA-0E11447C70B4}"/>
              </a:ext>
            </a:extLst>
          </p:cNvPr>
          <p:cNvPicPr>
            <a:picLocks noChangeAspect="1"/>
          </p:cNvPicPr>
          <p:nvPr/>
        </p:nvPicPr>
        <p:blipFill>
          <a:blip r:embed="rId3"/>
          <a:stretch>
            <a:fillRect/>
          </a:stretch>
        </p:blipFill>
        <p:spPr>
          <a:xfrm>
            <a:off x="0" y="0"/>
            <a:ext cx="9144000" cy="3908332"/>
          </a:xfrm>
          <a:prstGeom prst="rect">
            <a:avLst/>
          </a:prstGeom>
          <a:ln w="57150" cap="sq">
            <a:solidFill>
              <a:srgbClr val="000000"/>
            </a:solidFill>
            <a:miter lim="800000"/>
          </a:ln>
          <a:effectLst>
            <a:outerShdw blurRad="57150" dist="50800" dir="2700000" algn="tl" rotWithShape="0">
              <a:srgbClr val="000000">
                <a:alpha val="40000"/>
              </a:srgbClr>
            </a:outerShdw>
          </a:effectLst>
        </p:spPr>
      </p:pic>
      <p:sp>
        <p:nvSpPr>
          <p:cNvPr id="5" name="Oval 4">
            <a:extLst>
              <a:ext uri="{FF2B5EF4-FFF2-40B4-BE49-F238E27FC236}">
                <a16:creationId xmlns:a16="http://schemas.microsoft.com/office/drawing/2014/main" id="{04AA9D7C-8E55-06E9-5C47-F5FA0B24E9F1}"/>
              </a:ext>
            </a:extLst>
          </p:cNvPr>
          <p:cNvSpPr/>
          <p:nvPr/>
        </p:nvSpPr>
        <p:spPr>
          <a:xfrm rot="20763375">
            <a:off x="215674" y="1151683"/>
            <a:ext cx="3322105" cy="1344145"/>
          </a:xfrm>
          <a:prstGeom prst="ellipse">
            <a:avLst/>
          </a:prstGeom>
          <a:noFill/>
          <a:ln w="76200">
            <a:solidFill>
              <a:schemeClr val="bg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6" name="Google Shape;769;p36">
            <a:extLst>
              <a:ext uri="{FF2B5EF4-FFF2-40B4-BE49-F238E27FC236}">
                <a16:creationId xmlns:a16="http://schemas.microsoft.com/office/drawing/2014/main" id="{EA60FC1F-453F-7446-B7D9-2AF9BFE13DD7}"/>
              </a:ext>
            </a:extLst>
          </p:cNvPr>
          <p:cNvSpPr txBox="1">
            <a:spLocks/>
          </p:cNvSpPr>
          <p:nvPr/>
        </p:nvSpPr>
        <p:spPr>
          <a:xfrm>
            <a:off x="2492734" y="4103200"/>
            <a:ext cx="4158532" cy="913407"/>
          </a:xfrm>
          <a:prstGeom prst="rect">
            <a:avLst/>
          </a:prstGeom>
          <a:solidFill>
            <a:schemeClr val="accent2"/>
          </a:solidFill>
          <a:ln>
            <a:noFill/>
          </a:ln>
          <a:effectLst>
            <a:outerShdw dist="95250" dir="3000000" algn="bl" rotWithShape="0">
              <a:schemeClr val="lt2"/>
            </a:outerShdw>
          </a:effectLst>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L="457200" marR="0" lvl="0" indent="-317500" algn="l" rtl="0">
              <a:lnSpc>
                <a:spcPct val="100000"/>
              </a:lnSpc>
              <a:spcBef>
                <a:spcPts val="0"/>
              </a:spcBef>
              <a:spcAft>
                <a:spcPts val="0"/>
              </a:spcAft>
              <a:buClr>
                <a:schemeClr val="dk1"/>
              </a:buClr>
              <a:buSzPts val="1400"/>
              <a:buFont typeface="Nunito"/>
              <a:buNone/>
              <a:defRPr sz="1600" b="0" i="0" u="none" strike="noStrike" cap="none">
                <a:solidFill>
                  <a:schemeClr val="dk1"/>
                </a:solidFill>
                <a:latin typeface="Nunito"/>
                <a:ea typeface="Nunito"/>
                <a:cs typeface="Nunito"/>
                <a:sym typeface="Nunito"/>
              </a:defRPr>
            </a:lvl1pPr>
            <a:lvl2pPr marL="914400" marR="0" lvl="1" indent="-317500" algn="ctr" rtl="0">
              <a:lnSpc>
                <a:spcPct val="100000"/>
              </a:lnSpc>
              <a:spcBef>
                <a:spcPts val="0"/>
              </a:spcBef>
              <a:spcAft>
                <a:spcPts val="0"/>
              </a:spcAft>
              <a:buClr>
                <a:schemeClr val="dk1"/>
              </a:buClr>
              <a:buSzPts val="1800"/>
              <a:buFont typeface="Nunito"/>
              <a:buNone/>
              <a:defRPr sz="1800" b="0" i="0" u="none" strike="noStrike" cap="none">
                <a:solidFill>
                  <a:schemeClr val="dk1"/>
                </a:solidFill>
                <a:latin typeface="Nunito"/>
                <a:ea typeface="Nunito"/>
                <a:cs typeface="Nunito"/>
                <a:sym typeface="Nunito"/>
              </a:defRPr>
            </a:lvl2pPr>
            <a:lvl3pPr marL="1371600" marR="0" lvl="2" indent="-317500" algn="ctr" rtl="0">
              <a:lnSpc>
                <a:spcPct val="100000"/>
              </a:lnSpc>
              <a:spcBef>
                <a:spcPts val="0"/>
              </a:spcBef>
              <a:spcAft>
                <a:spcPts val="0"/>
              </a:spcAft>
              <a:buClr>
                <a:schemeClr val="dk1"/>
              </a:buClr>
              <a:buSzPts val="1800"/>
              <a:buFont typeface="Nunito"/>
              <a:buNone/>
              <a:defRPr sz="1800" b="0" i="0" u="none" strike="noStrike" cap="none">
                <a:solidFill>
                  <a:schemeClr val="dk1"/>
                </a:solidFill>
                <a:latin typeface="Nunito"/>
                <a:ea typeface="Nunito"/>
                <a:cs typeface="Nunito"/>
                <a:sym typeface="Nunito"/>
              </a:defRPr>
            </a:lvl3pPr>
            <a:lvl4pPr marL="1828800" marR="0" lvl="3" indent="-317500" algn="ctr" rtl="0">
              <a:lnSpc>
                <a:spcPct val="100000"/>
              </a:lnSpc>
              <a:spcBef>
                <a:spcPts val="0"/>
              </a:spcBef>
              <a:spcAft>
                <a:spcPts val="0"/>
              </a:spcAft>
              <a:buClr>
                <a:schemeClr val="dk1"/>
              </a:buClr>
              <a:buSzPts val="1800"/>
              <a:buFont typeface="Nunito"/>
              <a:buNone/>
              <a:defRPr sz="1800" b="0" i="0" u="none" strike="noStrike" cap="none">
                <a:solidFill>
                  <a:schemeClr val="dk1"/>
                </a:solidFill>
                <a:latin typeface="Nunito"/>
                <a:ea typeface="Nunito"/>
                <a:cs typeface="Nunito"/>
                <a:sym typeface="Nunito"/>
              </a:defRPr>
            </a:lvl4pPr>
            <a:lvl5pPr marL="2286000" marR="0" lvl="4" indent="-317500" algn="ctr" rtl="0">
              <a:lnSpc>
                <a:spcPct val="100000"/>
              </a:lnSpc>
              <a:spcBef>
                <a:spcPts val="0"/>
              </a:spcBef>
              <a:spcAft>
                <a:spcPts val="0"/>
              </a:spcAft>
              <a:buClr>
                <a:schemeClr val="dk1"/>
              </a:buClr>
              <a:buSzPts val="1800"/>
              <a:buFont typeface="Nunito"/>
              <a:buNone/>
              <a:defRPr sz="1800" b="0" i="0" u="none" strike="noStrike" cap="none">
                <a:solidFill>
                  <a:schemeClr val="dk1"/>
                </a:solidFill>
                <a:latin typeface="Nunito"/>
                <a:ea typeface="Nunito"/>
                <a:cs typeface="Nunito"/>
                <a:sym typeface="Nunito"/>
              </a:defRPr>
            </a:lvl5pPr>
            <a:lvl6pPr marL="2743200" marR="0" lvl="5" indent="-317500" algn="ctr" rtl="0">
              <a:lnSpc>
                <a:spcPct val="100000"/>
              </a:lnSpc>
              <a:spcBef>
                <a:spcPts val="0"/>
              </a:spcBef>
              <a:spcAft>
                <a:spcPts val="0"/>
              </a:spcAft>
              <a:buClr>
                <a:schemeClr val="dk1"/>
              </a:buClr>
              <a:buSzPts val="1800"/>
              <a:buFont typeface="Nunito"/>
              <a:buNone/>
              <a:defRPr sz="1800" b="0" i="0" u="none" strike="noStrike" cap="none">
                <a:solidFill>
                  <a:schemeClr val="dk1"/>
                </a:solidFill>
                <a:latin typeface="Nunito"/>
                <a:ea typeface="Nunito"/>
                <a:cs typeface="Nunito"/>
                <a:sym typeface="Nunito"/>
              </a:defRPr>
            </a:lvl6pPr>
            <a:lvl7pPr marL="3200400" marR="0" lvl="6" indent="-317500" algn="ctr" rtl="0">
              <a:lnSpc>
                <a:spcPct val="100000"/>
              </a:lnSpc>
              <a:spcBef>
                <a:spcPts val="0"/>
              </a:spcBef>
              <a:spcAft>
                <a:spcPts val="0"/>
              </a:spcAft>
              <a:buClr>
                <a:schemeClr val="dk1"/>
              </a:buClr>
              <a:buSzPts val="1800"/>
              <a:buFont typeface="Nunito"/>
              <a:buNone/>
              <a:defRPr sz="1800" b="0" i="0" u="none" strike="noStrike" cap="none">
                <a:solidFill>
                  <a:schemeClr val="dk1"/>
                </a:solidFill>
                <a:latin typeface="Nunito"/>
                <a:ea typeface="Nunito"/>
                <a:cs typeface="Nunito"/>
                <a:sym typeface="Nunito"/>
              </a:defRPr>
            </a:lvl7pPr>
            <a:lvl8pPr marL="3657600" marR="0" lvl="7" indent="-317500" algn="ctr" rtl="0">
              <a:lnSpc>
                <a:spcPct val="100000"/>
              </a:lnSpc>
              <a:spcBef>
                <a:spcPts val="0"/>
              </a:spcBef>
              <a:spcAft>
                <a:spcPts val="0"/>
              </a:spcAft>
              <a:buClr>
                <a:schemeClr val="dk1"/>
              </a:buClr>
              <a:buSzPts val="1800"/>
              <a:buFont typeface="Nunito"/>
              <a:buNone/>
              <a:defRPr sz="1800" b="0" i="0" u="none" strike="noStrike" cap="none">
                <a:solidFill>
                  <a:schemeClr val="dk1"/>
                </a:solidFill>
                <a:latin typeface="Nunito"/>
                <a:ea typeface="Nunito"/>
                <a:cs typeface="Nunito"/>
                <a:sym typeface="Nunito"/>
              </a:defRPr>
            </a:lvl8pPr>
            <a:lvl9pPr marL="4114800" marR="0" lvl="8" indent="-317500" algn="ctr" rtl="0">
              <a:lnSpc>
                <a:spcPct val="100000"/>
              </a:lnSpc>
              <a:spcBef>
                <a:spcPts val="0"/>
              </a:spcBef>
              <a:spcAft>
                <a:spcPts val="0"/>
              </a:spcAft>
              <a:buClr>
                <a:schemeClr val="dk1"/>
              </a:buClr>
              <a:buSzPts val="1800"/>
              <a:buFont typeface="Nunito"/>
              <a:buNone/>
              <a:defRPr sz="1800" b="0" i="0" u="none" strike="noStrike" cap="none">
                <a:solidFill>
                  <a:schemeClr val="dk1"/>
                </a:solidFill>
                <a:latin typeface="Nunito"/>
                <a:ea typeface="Nunito"/>
                <a:cs typeface="Nunito"/>
                <a:sym typeface="Nunito"/>
              </a:defRPr>
            </a:lvl9pPr>
          </a:lstStyle>
          <a:p>
            <a:pPr algn="ctr"/>
            <a:r>
              <a:rPr lang="en-US" sz="1200" dirty="0" err="1"/>
              <a:t>Bougarne</a:t>
            </a:r>
            <a:r>
              <a:rPr lang="en-US" sz="1200" dirty="0"/>
              <a:t>, N., Weyers, B., Desmet, S. J., Deckers, J., Ray, D. W., </a:t>
            </a:r>
            <a:r>
              <a:rPr lang="en-US" sz="1200" dirty="0" err="1"/>
              <a:t>Staels</a:t>
            </a:r>
            <a:r>
              <a:rPr lang="en-US" sz="1200" dirty="0"/>
              <a:t>, B., &amp; De Bosscher, K. (2018). Molecular actions of PPAR</a:t>
            </a:r>
            <a:r>
              <a:rPr lang="el-GR" sz="1200" dirty="0"/>
              <a:t>α </a:t>
            </a:r>
            <a:r>
              <a:rPr lang="en-US" sz="1200" dirty="0"/>
              <a:t>in lipid metabolism and inflammation. </a:t>
            </a:r>
            <a:r>
              <a:rPr lang="en-US" sz="1200" i="1" dirty="0"/>
              <a:t>Endocrine Reviews</a:t>
            </a:r>
            <a:r>
              <a:rPr lang="en-US" sz="1200" dirty="0"/>
              <a:t>, *39*(5), 760–802. </a:t>
            </a:r>
            <a:r>
              <a:rPr lang="en-US" sz="1200" dirty="0">
                <a:hlinkClick r:id="rId4"/>
              </a:rPr>
              <a:t>https://doi.org/10.1210/er.2018-00064</a:t>
            </a:r>
            <a:endParaRPr lang="en-US" sz="1200" dirty="0"/>
          </a:p>
        </p:txBody>
      </p:sp>
      <p:sp>
        <p:nvSpPr>
          <p:cNvPr id="7" name="Oval 6">
            <a:extLst>
              <a:ext uri="{FF2B5EF4-FFF2-40B4-BE49-F238E27FC236}">
                <a16:creationId xmlns:a16="http://schemas.microsoft.com/office/drawing/2014/main" id="{FE0A3C52-B12A-F2A9-A58D-227FC827015D}"/>
              </a:ext>
            </a:extLst>
          </p:cNvPr>
          <p:cNvSpPr/>
          <p:nvPr/>
        </p:nvSpPr>
        <p:spPr>
          <a:xfrm>
            <a:off x="6464017" y="63611"/>
            <a:ext cx="2612397" cy="1497199"/>
          </a:xfrm>
          <a:prstGeom prst="ellipse">
            <a:avLst/>
          </a:prstGeom>
          <a:noFill/>
          <a:ln w="76200">
            <a:solidFill>
              <a:schemeClr val="bg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Tree>
    <p:extLst>
      <p:ext uri="{BB962C8B-B14F-4D97-AF65-F5344CB8AC3E}">
        <p14:creationId xmlns:p14="http://schemas.microsoft.com/office/powerpoint/2010/main" val="3284150595"/>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1220">
          <a:extLst>
            <a:ext uri="{FF2B5EF4-FFF2-40B4-BE49-F238E27FC236}">
              <a16:creationId xmlns:a16="http://schemas.microsoft.com/office/drawing/2014/main" id="{A5C07322-64ED-77EF-89A1-4B3465364F5D}"/>
            </a:ext>
          </a:extLst>
        </p:cNvPr>
        <p:cNvGrpSpPr/>
        <p:nvPr/>
      </p:nvGrpSpPr>
      <p:grpSpPr>
        <a:xfrm>
          <a:off x="0" y="0"/>
          <a:ext cx="0" cy="0"/>
          <a:chOff x="0" y="0"/>
          <a:chExt cx="0" cy="0"/>
        </a:xfrm>
      </p:grpSpPr>
      <p:sp>
        <p:nvSpPr>
          <p:cNvPr id="1242" name="Google Shape;1242;p47">
            <a:extLst>
              <a:ext uri="{FF2B5EF4-FFF2-40B4-BE49-F238E27FC236}">
                <a16:creationId xmlns:a16="http://schemas.microsoft.com/office/drawing/2014/main" id="{0C37F8C5-84B9-9A2B-F56F-2DC77D95AA6C}"/>
              </a:ext>
            </a:extLst>
          </p:cNvPr>
          <p:cNvSpPr/>
          <p:nvPr/>
        </p:nvSpPr>
        <p:spPr>
          <a:xfrm rot="-9388557">
            <a:off x="5248733" y="647732"/>
            <a:ext cx="112800" cy="112818"/>
          </a:xfrm>
          <a:custGeom>
            <a:avLst/>
            <a:gdLst/>
            <a:ahLst/>
            <a:cxnLst/>
            <a:rect l="l" t="t" r="r" b="b"/>
            <a:pathLst>
              <a:path w="6138" h="6139" extrusionOk="0">
                <a:moveTo>
                  <a:pt x="3069" y="0"/>
                </a:moveTo>
                <a:cubicBezTo>
                  <a:pt x="2625" y="513"/>
                  <a:pt x="2402" y="1024"/>
                  <a:pt x="2235" y="1535"/>
                </a:cubicBezTo>
                <a:cubicBezTo>
                  <a:pt x="2177" y="1722"/>
                  <a:pt x="2134" y="1909"/>
                  <a:pt x="2099" y="2097"/>
                </a:cubicBezTo>
                <a:cubicBezTo>
                  <a:pt x="1912" y="2131"/>
                  <a:pt x="1723" y="2173"/>
                  <a:pt x="1536" y="2233"/>
                </a:cubicBezTo>
                <a:cubicBezTo>
                  <a:pt x="1023" y="2398"/>
                  <a:pt x="512" y="2623"/>
                  <a:pt x="1" y="3070"/>
                </a:cubicBezTo>
                <a:cubicBezTo>
                  <a:pt x="512" y="3517"/>
                  <a:pt x="1023" y="3740"/>
                  <a:pt x="1536" y="3907"/>
                </a:cubicBezTo>
                <a:cubicBezTo>
                  <a:pt x="1722" y="3966"/>
                  <a:pt x="1909" y="4008"/>
                  <a:pt x="2096" y="4042"/>
                </a:cubicBezTo>
                <a:cubicBezTo>
                  <a:pt x="2132" y="4230"/>
                  <a:pt x="2173" y="4417"/>
                  <a:pt x="2232" y="4604"/>
                </a:cubicBezTo>
                <a:cubicBezTo>
                  <a:pt x="2399" y="5115"/>
                  <a:pt x="2622" y="5627"/>
                  <a:pt x="3069" y="6138"/>
                </a:cubicBezTo>
                <a:cubicBezTo>
                  <a:pt x="3517" y="5627"/>
                  <a:pt x="3741" y="5115"/>
                  <a:pt x="3906" y="4604"/>
                </a:cubicBezTo>
                <a:cubicBezTo>
                  <a:pt x="3966" y="4416"/>
                  <a:pt x="4008" y="4229"/>
                  <a:pt x="4042" y="4040"/>
                </a:cubicBezTo>
                <a:cubicBezTo>
                  <a:pt x="4230" y="4005"/>
                  <a:pt x="4416" y="3963"/>
                  <a:pt x="4604" y="3904"/>
                </a:cubicBezTo>
                <a:cubicBezTo>
                  <a:pt x="5115" y="3737"/>
                  <a:pt x="5626" y="3514"/>
                  <a:pt x="6138" y="3070"/>
                </a:cubicBezTo>
                <a:cubicBezTo>
                  <a:pt x="5626" y="2625"/>
                  <a:pt x="5115" y="2402"/>
                  <a:pt x="4604" y="2235"/>
                </a:cubicBezTo>
                <a:cubicBezTo>
                  <a:pt x="4416" y="2176"/>
                  <a:pt x="4228" y="2133"/>
                  <a:pt x="4040" y="2099"/>
                </a:cubicBezTo>
                <a:cubicBezTo>
                  <a:pt x="4005" y="1910"/>
                  <a:pt x="3963" y="1723"/>
                  <a:pt x="3904" y="1535"/>
                </a:cubicBezTo>
                <a:cubicBezTo>
                  <a:pt x="3738" y="1024"/>
                  <a:pt x="3514" y="513"/>
                  <a:pt x="3069"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pic>
        <p:nvPicPr>
          <p:cNvPr id="4" name="Picture 3">
            <a:extLst>
              <a:ext uri="{FF2B5EF4-FFF2-40B4-BE49-F238E27FC236}">
                <a16:creationId xmlns:a16="http://schemas.microsoft.com/office/drawing/2014/main" id="{3EAAF7B5-FCFB-7957-66E4-E5D7DF27B4F5}"/>
              </a:ext>
            </a:extLst>
          </p:cNvPr>
          <p:cNvPicPr>
            <a:picLocks noChangeAspect="1"/>
          </p:cNvPicPr>
          <p:nvPr/>
        </p:nvPicPr>
        <p:blipFill>
          <a:blip r:embed="rId3"/>
          <a:stretch>
            <a:fillRect/>
          </a:stretch>
        </p:blipFill>
        <p:spPr>
          <a:xfrm>
            <a:off x="67733" y="127860"/>
            <a:ext cx="8991599" cy="3258807"/>
          </a:xfrm>
          <a:prstGeom prst="rect">
            <a:avLst/>
          </a:prstGeom>
          <a:ln w="127000" cap="sq">
            <a:solidFill>
              <a:srgbClr val="000000"/>
            </a:solidFill>
            <a:miter lim="800000"/>
          </a:ln>
          <a:effectLst>
            <a:outerShdw blurRad="57150" dist="50800" dir="2700000" algn="tl" rotWithShape="0">
              <a:srgbClr val="000000">
                <a:alpha val="40000"/>
              </a:srgbClr>
            </a:outerShdw>
          </a:effectLst>
        </p:spPr>
      </p:pic>
      <p:sp>
        <p:nvSpPr>
          <p:cNvPr id="5" name="Google Shape;769;p36">
            <a:extLst>
              <a:ext uri="{FF2B5EF4-FFF2-40B4-BE49-F238E27FC236}">
                <a16:creationId xmlns:a16="http://schemas.microsoft.com/office/drawing/2014/main" id="{7B33C924-13A9-534B-2818-52FD5D12007D}"/>
              </a:ext>
            </a:extLst>
          </p:cNvPr>
          <p:cNvSpPr txBox="1">
            <a:spLocks/>
          </p:cNvSpPr>
          <p:nvPr/>
        </p:nvSpPr>
        <p:spPr>
          <a:xfrm>
            <a:off x="2441050" y="3665551"/>
            <a:ext cx="4204030" cy="1414339"/>
          </a:xfrm>
          <a:prstGeom prst="rect">
            <a:avLst/>
          </a:prstGeom>
          <a:solidFill>
            <a:schemeClr val="accent2"/>
          </a:solidFill>
          <a:ln>
            <a:noFill/>
          </a:ln>
          <a:effectLst>
            <a:outerShdw dist="95250" dir="3000000" algn="bl" rotWithShape="0">
              <a:schemeClr val="lt2"/>
            </a:outerShdw>
          </a:effectLst>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L="457200" marR="0" lvl="0" indent="-317500" algn="l" rtl="0">
              <a:lnSpc>
                <a:spcPct val="100000"/>
              </a:lnSpc>
              <a:spcBef>
                <a:spcPts val="0"/>
              </a:spcBef>
              <a:spcAft>
                <a:spcPts val="0"/>
              </a:spcAft>
              <a:buClr>
                <a:schemeClr val="dk1"/>
              </a:buClr>
              <a:buSzPts val="1400"/>
              <a:buFont typeface="Nunito"/>
              <a:buNone/>
              <a:defRPr sz="1600" b="0" i="0" u="none" strike="noStrike" cap="none">
                <a:solidFill>
                  <a:schemeClr val="dk1"/>
                </a:solidFill>
                <a:latin typeface="Nunito"/>
                <a:ea typeface="Nunito"/>
                <a:cs typeface="Nunito"/>
                <a:sym typeface="Nunito"/>
              </a:defRPr>
            </a:lvl1pPr>
            <a:lvl2pPr marL="914400" marR="0" lvl="1" indent="-317500" algn="ctr" rtl="0">
              <a:lnSpc>
                <a:spcPct val="100000"/>
              </a:lnSpc>
              <a:spcBef>
                <a:spcPts val="0"/>
              </a:spcBef>
              <a:spcAft>
                <a:spcPts val="0"/>
              </a:spcAft>
              <a:buClr>
                <a:schemeClr val="dk1"/>
              </a:buClr>
              <a:buSzPts val="1800"/>
              <a:buFont typeface="Nunito"/>
              <a:buNone/>
              <a:defRPr sz="1800" b="0" i="0" u="none" strike="noStrike" cap="none">
                <a:solidFill>
                  <a:schemeClr val="dk1"/>
                </a:solidFill>
                <a:latin typeface="Nunito"/>
                <a:ea typeface="Nunito"/>
                <a:cs typeface="Nunito"/>
                <a:sym typeface="Nunito"/>
              </a:defRPr>
            </a:lvl2pPr>
            <a:lvl3pPr marL="1371600" marR="0" lvl="2" indent="-317500" algn="ctr" rtl="0">
              <a:lnSpc>
                <a:spcPct val="100000"/>
              </a:lnSpc>
              <a:spcBef>
                <a:spcPts val="0"/>
              </a:spcBef>
              <a:spcAft>
                <a:spcPts val="0"/>
              </a:spcAft>
              <a:buClr>
                <a:schemeClr val="dk1"/>
              </a:buClr>
              <a:buSzPts val="1800"/>
              <a:buFont typeface="Nunito"/>
              <a:buNone/>
              <a:defRPr sz="1800" b="0" i="0" u="none" strike="noStrike" cap="none">
                <a:solidFill>
                  <a:schemeClr val="dk1"/>
                </a:solidFill>
                <a:latin typeface="Nunito"/>
                <a:ea typeface="Nunito"/>
                <a:cs typeface="Nunito"/>
                <a:sym typeface="Nunito"/>
              </a:defRPr>
            </a:lvl3pPr>
            <a:lvl4pPr marL="1828800" marR="0" lvl="3" indent="-317500" algn="ctr" rtl="0">
              <a:lnSpc>
                <a:spcPct val="100000"/>
              </a:lnSpc>
              <a:spcBef>
                <a:spcPts val="0"/>
              </a:spcBef>
              <a:spcAft>
                <a:spcPts val="0"/>
              </a:spcAft>
              <a:buClr>
                <a:schemeClr val="dk1"/>
              </a:buClr>
              <a:buSzPts val="1800"/>
              <a:buFont typeface="Nunito"/>
              <a:buNone/>
              <a:defRPr sz="1800" b="0" i="0" u="none" strike="noStrike" cap="none">
                <a:solidFill>
                  <a:schemeClr val="dk1"/>
                </a:solidFill>
                <a:latin typeface="Nunito"/>
                <a:ea typeface="Nunito"/>
                <a:cs typeface="Nunito"/>
                <a:sym typeface="Nunito"/>
              </a:defRPr>
            </a:lvl4pPr>
            <a:lvl5pPr marL="2286000" marR="0" lvl="4" indent="-317500" algn="ctr" rtl="0">
              <a:lnSpc>
                <a:spcPct val="100000"/>
              </a:lnSpc>
              <a:spcBef>
                <a:spcPts val="0"/>
              </a:spcBef>
              <a:spcAft>
                <a:spcPts val="0"/>
              </a:spcAft>
              <a:buClr>
                <a:schemeClr val="dk1"/>
              </a:buClr>
              <a:buSzPts val="1800"/>
              <a:buFont typeface="Nunito"/>
              <a:buNone/>
              <a:defRPr sz="1800" b="0" i="0" u="none" strike="noStrike" cap="none">
                <a:solidFill>
                  <a:schemeClr val="dk1"/>
                </a:solidFill>
                <a:latin typeface="Nunito"/>
                <a:ea typeface="Nunito"/>
                <a:cs typeface="Nunito"/>
                <a:sym typeface="Nunito"/>
              </a:defRPr>
            </a:lvl5pPr>
            <a:lvl6pPr marL="2743200" marR="0" lvl="5" indent="-317500" algn="ctr" rtl="0">
              <a:lnSpc>
                <a:spcPct val="100000"/>
              </a:lnSpc>
              <a:spcBef>
                <a:spcPts val="0"/>
              </a:spcBef>
              <a:spcAft>
                <a:spcPts val="0"/>
              </a:spcAft>
              <a:buClr>
                <a:schemeClr val="dk1"/>
              </a:buClr>
              <a:buSzPts val="1800"/>
              <a:buFont typeface="Nunito"/>
              <a:buNone/>
              <a:defRPr sz="1800" b="0" i="0" u="none" strike="noStrike" cap="none">
                <a:solidFill>
                  <a:schemeClr val="dk1"/>
                </a:solidFill>
                <a:latin typeface="Nunito"/>
                <a:ea typeface="Nunito"/>
                <a:cs typeface="Nunito"/>
                <a:sym typeface="Nunito"/>
              </a:defRPr>
            </a:lvl6pPr>
            <a:lvl7pPr marL="3200400" marR="0" lvl="6" indent="-317500" algn="ctr" rtl="0">
              <a:lnSpc>
                <a:spcPct val="100000"/>
              </a:lnSpc>
              <a:spcBef>
                <a:spcPts val="0"/>
              </a:spcBef>
              <a:spcAft>
                <a:spcPts val="0"/>
              </a:spcAft>
              <a:buClr>
                <a:schemeClr val="dk1"/>
              </a:buClr>
              <a:buSzPts val="1800"/>
              <a:buFont typeface="Nunito"/>
              <a:buNone/>
              <a:defRPr sz="1800" b="0" i="0" u="none" strike="noStrike" cap="none">
                <a:solidFill>
                  <a:schemeClr val="dk1"/>
                </a:solidFill>
                <a:latin typeface="Nunito"/>
                <a:ea typeface="Nunito"/>
                <a:cs typeface="Nunito"/>
                <a:sym typeface="Nunito"/>
              </a:defRPr>
            </a:lvl7pPr>
            <a:lvl8pPr marL="3657600" marR="0" lvl="7" indent="-317500" algn="ctr" rtl="0">
              <a:lnSpc>
                <a:spcPct val="100000"/>
              </a:lnSpc>
              <a:spcBef>
                <a:spcPts val="0"/>
              </a:spcBef>
              <a:spcAft>
                <a:spcPts val="0"/>
              </a:spcAft>
              <a:buClr>
                <a:schemeClr val="dk1"/>
              </a:buClr>
              <a:buSzPts val="1800"/>
              <a:buFont typeface="Nunito"/>
              <a:buNone/>
              <a:defRPr sz="1800" b="0" i="0" u="none" strike="noStrike" cap="none">
                <a:solidFill>
                  <a:schemeClr val="dk1"/>
                </a:solidFill>
                <a:latin typeface="Nunito"/>
                <a:ea typeface="Nunito"/>
                <a:cs typeface="Nunito"/>
                <a:sym typeface="Nunito"/>
              </a:defRPr>
            </a:lvl8pPr>
            <a:lvl9pPr marL="4114800" marR="0" lvl="8" indent="-317500" algn="ctr" rtl="0">
              <a:lnSpc>
                <a:spcPct val="100000"/>
              </a:lnSpc>
              <a:spcBef>
                <a:spcPts val="0"/>
              </a:spcBef>
              <a:spcAft>
                <a:spcPts val="0"/>
              </a:spcAft>
              <a:buClr>
                <a:schemeClr val="dk1"/>
              </a:buClr>
              <a:buSzPts val="1800"/>
              <a:buFont typeface="Nunito"/>
              <a:buNone/>
              <a:defRPr sz="1800" b="0" i="0" u="none" strike="noStrike" cap="none">
                <a:solidFill>
                  <a:schemeClr val="dk1"/>
                </a:solidFill>
                <a:latin typeface="Nunito"/>
                <a:ea typeface="Nunito"/>
                <a:cs typeface="Nunito"/>
                <a:sym typeface="Nunito"/>
              </a:defRPr>
            </a:lvl9pPr>
          </a:lstStyle>
          <a:p>
            <a:pPr algn="ctr"/>
            <a:r>
              <a:rPr lang="en-US" sz="1400" dirty="0"/>
              <a:t>Barnes, Peter &amp; Karin, Michael. (1997). Nuclear Factor-</a:t>
            </a:r>
            <a:r>
              <a:rPr lang="en-US" sz="1400" dirty="0" err="1"/>
              <a:t>κB</a:t>
            </a:r>
            <a:r>
              <a:rPr lang="en-US" sz="1400" dirty="0"/>
              <a:t> — A Pivotal Transcription Factor in Chronic Inflammatory Diseases. The New England journal of medicine. 336. 1066-71. 10.1056/NEJM199704103361506. </a:t>
            </a:r>
          </a:p>
        </p:txBody>
      </p:sp>
    </p:spTree>
    <p:extLst>
      <p:ext uri="{BB962C8B-B14F-4D97-AF65-F5344CB8AC3E}">
        <p14:creationId xmlns:p14="http://schemas.microsoft.com/office/powerpoint/2010/main" val="1280323289"/>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1220">
          <a:extLst>
            <a:ext uri="{FF2B5EF4-FFF2-40B4-BE49-F238E27FC236}">
              <a16:creationId xmlns:a16="http://schemas.microsoft.com/office/drawing/2014/main" id="{5C9A5583-F092-8B3B-7D2E-B58CEBEE069A}"/>
            </a:ext>
          </a:extLst>
        </p:cNvPr>
        <p:cNvGrpSpPr/>
        <p:nvPr/>
      </p:nvGrpSpPr>
      <p:grpSpPr>
        <a:xfrm>
          <a:off x="0" y="0"/>
          <a:ext cx="0" cy="0"/>
          <a:chOff x="0" y="0"/>
          <a:chExt cx="0" cy="0"/>
        </a:xfrm>
      </p:grpSpPr>
      <p:sp>
        <p:nvSpPr>
          <p:cNvPr id="1221" name="Google Shape;1221;p47">
            <a:extLst>
              <a:ext uri="{FF2B5EF4-FFF2-40B4-BE49-F238E27FC236}">
                <a16:creationId xmlns:a16="http://schemas.microsoft.com/office/drawing/2014/main" id="{FDC31C08-72B5-78AC-83F8-BC87DE3502E7}"/>
              </a:ext>
            </a:extLst>
          </p:cNvPr>
          <p:cNvSpPr txBox="1">
            <a:spLocks noGrp="1"/>
          </p:cNvSpPr>
          <p:nvPr>
            <p:ph type="title"/>
          </p:nvPr>
        </p:nvSpPr>
        <p:spPr>
          <a:xfrm>
            <a:off x="603391" y="1679492"/>
            <a:ext cx="8242017" cy="2529300"/>
          </a:xfrm>
          <a:prstGeom prst="rect">
            <a:avLst/>
          </a:prstGeom>
        </p:spPr>
        <p:txBody>
          <a:bodyPr spcFirstLastPara="1" wrap="square" lIns="91425" tIns="91425" rIns="91425" bIns="91425" anchor="ctr" anchorCtr="0">
            <a:noAutofit/>
          </a:bodyPr>
          <a:lstStyle/>
          <a:p>
            <a:pPr algn="l">
              <a:lnSpc>
                <a:spcPct val="100000"/>
              </a:lnSpc>
            </a:pPr>
            <a:r>
              <a:rPr lang="en-US" sz="2000" dirty="0"/>
              <a:t>PPAR</a:t>
            </a:r>
            <a:r>
              <a:rPr lang="el-GR" sz="2000" dirty="0"/>
              <a:t>α </a:t>
            </a:r>
            <a:r>
              <a:rPr lang="en-US" sz="2000" dirty="0"/>
              <a:t>and GR converge at multiple levels to reinforce anti-inflammatory and metabolic regulation:</a:t>
            </a:r>
            <a:br>
              <a:rPr lang="en-US" sz="2000" dirty="0"/>
            </a:br>
            <a:br>
              <a:rPr lang="en-US" sz="2000" dirty="0"/>
            </a:br>
            <a:r>
              <a:rPr lang="en-US" sz="2000" dirty="0"/>
              <a:t>1. GR Regulation of PPAR</a:t>
            </a:r>
            <a:r>
              <a:rPr lang="el-GR" sz="2000" dirty="0"/>
              <a:t>α </a:t>
            </a:r>
            <a:r>
              <a:rPr lang="en-US" sz="2000" dirty="0"/>
              <a:t>Expression: </a:t>
            </a:r>
            <a:br>
              <a:rPr lang="en-US" sz="2000" dirty="0"/>
            </a:br>
            <a:r>
              <a:rPr lang="en-US" sz="2000" dirty="0"/>
              <a:t>GR directly upregulates PPAR</a:t>
            </a:r>
            <a:r>
              <a:rPr lang="el-GR" sz="2000" dirty="0"/>
              <a:t>α </a:t>
            </a:r>
            <a:r>
              <a:rPr lang="en-US" sz="2000" dirty="0"/>
              <a:t>transcription in hepatocytes, aligning PPAR</a:t>
            </a:r>
            <a:r>
              <a:rPr lang="el-GR" sz="2000" dirty="0"/>
              <a:t>α </a:t>
            </a:r>
            <a:r>
              <a:rPr lang="en-US" sz="2000" dirty="0"/>
              <a:t>expression with the diurnal rhythm of circulating glucocorticoids and stress responses.</a:t>
            </a:r>
            <a:br>
              <a:rPr lang="en-US" sz="2000" dirty="0"/>
            </a:br>
            <a:br>
              <a:rPr lang="en-US" sz="2000" dirty="0"/>
            </a:br>
            <a:br>
              <a:rPr lang="en-US" sz="2000" dirty="0"/>
            </a:br>
            <a:br>
              <a:rPr lang="en-US" sz="2000" dirty="0"/>
            </a:br>
            <a:endParaRPr lang="en-US" sz="2000" dirty="0"/>
          </a:p>
        </p:txBody>
      </p:sp>
      <p:grpSp>
        <p:nvGrpSpPr>
          <p:cNvPr id="1222" name="Google Shape;1222;p47">
            <a:extLst>
              <a:ext uri="{FF2B5EF4-FFF2-40B4-BE49-F238E27FC236}">
                <a16:creationId xmlns:a16="http://schemas.microsoft.com/office/drawing/2014/main" id="{15C0D13F-7B5B-0EA7-8911-BE3D3775135C}"/>
              </a:ext>
            </a:extLst>
          </p:cNvPr>
          <p:cNvGrpSpPr/>
          <p:nvPr/>
        </p:nvGrpSpPr>
        <p:grpSpPr>
          <a:xfrm>
            <a:off x="122278" y="87555"/>
            <a:ext cx="623693" cy="542353"/>
            <a:chOff x="1082169" y="2497002"/>
            <a:chExt cx="1663996" cy="1720378"/>
          </a:xfrm>
        </p:grpSpPr>
        <p:sp>
          <p:nvSpPr>
            <p:cNvPr id="1223" name="Google Shape;1223;p47">
              <a:extLst>
                <a:ext uri="{FF2B5EF4-FFF2-40B4-BE49-F238E27FC236}">
                  <a16:creationId xmlns:a16="http://schemas.microsoft.com/office/drawing/2014/main" id="{ADA30676-5828-82BA-50CB-A863D8AE3AB5}"/>
                </a:ext>
              </a:extLst>
            </p:cNvPr>
            <p:cNvSpPr/>
            <p:nvPr/>
          </p:nvSpPr>
          <p:spPr>
            <a:xfrm rot="-1002475">
              <a:off x="1255753" y="2656719"/>
              <a:ext cx="1316828" cy="1400943"/>
            </a:xfrm>
            <a:custGeom>
              <a:avLst/>
              <a:gdLst/>
              <a:ahLst/>
              <a:cxnLst/>
              <a:rect l="l" t="t" r="r" b="b"/>
              <a:pathLst>
                <a:path w="33267" h="35392" extrusionOk="0">
                  <a:moveTo>
                    <a:pt x="16501" y="1"/>
                  </a:moveTo>
                  <a:cubicBezTo>
                    <a:pt x="15873" y="110"/>
                    <a:pt x="14762" y="293"/>
                    <a:pt x="14762" y="293"/>
                  </a:cubicBezTo>
                  <a:cubicBezTo>
                    <a:pt x="12749" y="761"/>
                    <a:pt x="10902" y="1778"/>
                    <a:pt x="9405" y="3270"/>
                  </a:cubicBezTo>
                  <a:cubicBezTo>
                    <a:pt x="7289" y="5379"/>
                    <a:pt x="6118" y="8189"/>
                    <a:pt x="6108" y="11183"/>
                  </a:cubicBezTo>
                  <a:cubicBezTo>
                    <a:pt x="6102" y="13317"/>
                    <a:pt x="6696" y="15394"/>
                    <a:pt x="7829" y="17192"/>
                  </a:cubicBezTo>
                  <a:cubicBezTo>
                    <a:pt x="8647" y="18490"/>
                    <a:pt x="9079" y="19998"/>
                    <a:pt x="9079" y="21552"/>
                  </a:cubicBezTo>
                  <a:lnTo>
                    <a:pt x="9079" y="24669"/>
                  </a:lnTo>
                  <a:lnTo>
                    <a:pt x="9118" y="25929"/>
                  </a:lnTo>
                  <a:lnTo>
                    <a:pt x="9079" y="26273"/>
                  </a:lnTo>
                  <a:lnTo>
                    <a:pt x="9079" y="28907"/>
                  </a:lnTo>
                  <a:cubicBezTo>
                    <a:pt x="9079" y="29271"/>
                    <a:pt x="8783" y="29566"/>
                    <a:pt x="8418" y="29566"/>
                  </a:cubicBezTo>
                  <a:lnTo>
                    <a:pt x="5260" y="29566"/>
                  </a:lnTo>
                  <a:cubicBezTo>
                    <a:pt x="2360" y="29566"/>
                    <a:pt x="1" y="31925"/>
                    <a:pt x="1" y="34825"/>
                  </a:cubicBezTo>
                  <a:cubicBezTo>
                    <a:pt x="1" y="35137"/>
                    <a:pt x="254" y="35392"/>
                    <a:pt x="568" y="35392"/>
                  </a:cubicBezTo>
                  <a:cubicBezTo>
                    <a:pt x="881" y="35392"/>
                    <a:pt x="1134" y="35137"/>
                    <a:pt x="1134" y="34825"/>
                  </a:cubicBezTo>
                  <a:lnTo>
                    <a:pt x="1134" y="34824"/>
                  </a:lnTo>
                  <a:lnTo>
                    <a:pt x="32132" y="34824"/>
                  </a:lnTo>
                  <a:cubicBezTo>
                    <a:pt x="32132" y="35137"/>
                    <a:pt x="32386" y="35392"/>
                    <a:pt x="32700" y="35392"/>
                  </a:cubicBezTo>
                  <a:cubicBezTo>
                    <a:pt x="33012" y="35392"/>
                    <a:pt x="33266" y="35137"/>
                    <a:pt x="33266" y="34824"/>
                  </a:cubicBezTo>
                  <a:cubicBezTo>
                    <a:pt x="33266" y="33420"/>
                    <a:pt x="32719" y="32099"/>
                    <a:pt x="31726" y="31107"/>
                  </a:cubicBezTo>
                  <a:cubicBezTo>
                    <a:pt x="30734" y="30114"/>
                    <a:pt x="29413" y="29567"/>
                    <a:pt x="28007" y="29567"/>
                  </a:cubicBezTo>
                  <a:lnTo>
                    <a:pt x="20189" y="29567"/>
                  </a:lnTo>
                  <a:cubicBezTo>
                    <a:pt x="19825" y="29567"/>
                    <a:pt x="19528" y="29271"/>
                    <a:pt x="19528" y="28907"/>
                  </a:cubicBezTo>
                  <a:lnTo>
                    <a:pt x="19528" y="25916"/>
                  </a:lnTo>
                  <a:cubicBezTo>
                    <a:pt x="19528" y="25553"/>
                    <a:pt x="19825" y="25256"/>
                    <a:pt x="20189" y="25256"/>
                  </a:cubicBezTo>
                  <a:cubicBezTo>
                    <a:pt x="20502" y="25256"/>
                    <a:pt x="20756" y="25003"/>
                    <a:pt x="20756" y="24689"/>
                  </a:cubicBezTo>
                  <a:lnTo>
                    <a:pt x="22273" y="24689"/>
                  </a:lnTo>
                  <a:cubicBezTo>
                    <a:pt x="22273" y="25003"/>
                    <a:pt x="22527" y="25256"/>
                    <a:pt x="22840" y="25256"/>
                  </a:cubicBezTo>
                  <a:lnTo>
                    <a:pt x="24457" y="25256"/>
                  </a:lnTo>
                  <a:cubicBezTo>
                    <a:pt x="26005" y="25256"/>
                    <a:pt x="27282" y="24094"/>
                    <a:pt x="27428" y="22553"/>
                  </a:cubicBezTo>
                  <a:lnTo>
                    <a:pt x="27777" y="18874"/>
                  </a:lnTo>
                  <a:lnTo>
                    <a:pt x="28243" y="18874"/>
                  </a:lnTo>
                  <a:cubicBezTo>
                    <a:pt x="28800" y="18874"/>
                    <a:pt x="29307" y="18590"/>
                    <a:pt x="29600" y="18115"/>
                  </a:cubicBezTo>
                  <a:cubicBezTo>
                    <a:pt x="29891" y="17639"/>
                    <a:pt x="29914" y="17059"/>
                    <a:pt x="29663" y="16563"/>
                  </a:cubicBezTo>
                  <a:lnTo>
                    <a:pt x="28544" y="14356"/>
                  </a:lnTo>
                  <a:lnTo>
                    <a:pt x="28546" y="11219"/>
                  </a:lnTo>
                  <a:cubicBezTo>
                    <a:pt x="28546" y="5964"/>
                    <a:pt x="24928" y="1470"/>
                    <a:pt x="20024" y="330"/>
                  </a:cubicBezTo>
                  <a:cubicBezTo>
                    <a:pt x="18622" y="4"/>
                    <a:pt x="19051" y="233"/>
                    <a:pt x="18416" y="58"/>
                  </a:cubicBezTo>
                  <a:cubicBezTo>
                    <a:pt x="18414" y="58"/>
                    <a:pt x="18412" y="59"/>
                    <a:pt x="18409" y="59"/>
                  </a:cubicBezTo>
                  <a:cubicBezTo>
                    <a:pt x="18347" y="59"/>
                    <a:pt x="18049" y="1"/>
                    <a:pt x="18007" y="1"/>
                  </a:cubicBezTo>
                  <a:close/>
                </a:path>
              </a:pathLst>
            </a:custGeom>
            <a:solidFill>
              <a:schemeClr val="accent2"/>
            </a:solidFill>
            <a:ln w="114300" cap="flat" cmpd="sng">
              <a:solidFill>
                <a:schemeClr val="accent2"/>
              </a:solidFill>
              <a:prstDash val="solid"/>
              <a:round/>
              <a:headEnd type="none" w="sm" len="sm"/>
              <a:tailEnd type="none" w="sm" len="sm"/>
            </a:ln>
            <a:effectLst>
              <a:outerShdw dist="76200" dir="1800000" algn="bl" rotWithShape="0">
                <a:schemeClr val="lt2"/>
              </a:outerShdw>
            </a:effectLst>
          </p:spPr>
          <p:txBody>
            <a:bodyPr spcFirstLastPara="1" wrap="square" lIns="91425" tIns="91425" rIns="91425" bIns="91425" anchor="ctr" anchorCtr="0">
              <a:noAutofit/>
            </a:bodyPr>
            <a:lstStyle/>
            <a:p>
              <a:pPr marL="0" marR="0" lvl="0" indent="0" algn="l" rtl="0">
                <a:lnSpc>
                  <a:spcPct val="100000"/>
                </a:lnSpc>
                <a:spcBef>
                  <a:spcPts val="0"/>
                </a:spcBef>
                <a:spcAft>
                  <a:spcPts val="0"/>
                </a:spcAft>
                <a:buNone/>
              </a:pPr>
              <a:endParaRPr/>
            </a:p>
          </p:txBody>
        </p:sp>
        <p:sp>
          <p:nvSpPr>
            <p:cNvPr id="1224" name="Google Shape;1224;p47">
              <a:extLst>
                <a:ext uri="{FF2B5EF4-FFF2-40B4-BE49-F238E27FC236}">
                  <a16:creationId xmlns:a16="http://schemas.microsoft.com/office/drawing/2014/main" id="{5D84EDAB-D154-8E5B-38BA-967C84EF4D4E}"/>
                </a:ext>
              </a:extLst>
            </p:cNvPr>
            <p:cNvSpPr/>
            <p:nvPr/>
          </p:nvSpPr>
          <p:spPr>
            <a:xfrm rot="-1002475">
              <a:off x="1278198" y="2679168"/>
              <a:ext cx="1271901" cy="1356055"/>
            </a:xfrm>
            <a:custGeom>
              <a:avLst/>
              <a:gdLst/>
              <a:ahLst/>
              <a:cxnLst/>
              <a:rect l="l" t="t" r="r" b="b"/>
              <a:pathLst>
                <a:path w="32132" h="34258" extrusionOk="0">
                  <a:moveTo>
                    <a:pt x="16761" y="0"/>
                  </a:moveTo>
                  <a:cubicBezTo>
                    <a:pt x="10884" y="0"/>
                    <a:pt x="6127" y="4741"/>
                    <a:pt x="6108" y="10618"/>
                  </a:cubicBezTo>
                  <a:cubicBezTo>
                    <a:pt x="6102" y="12715"/>
                    <a:pt x="6701" y="14672"/>
                    <a:pt x="7741" y="16323"/>
                  </a:cubicBezTo>
                  <a:cubicBezTo>
                    <a:pt x="8620" y="17718"/>
                    <a:pt x="9079" y="19337"/>
                    <a:pt x="9079" y="20986"/>
                  </a:cubicBezTo>
                  <a:lnTo>
                    <a:pt x="9079" y="28340"/>
                  </a:lnTo>
                  <a:cubicBezTo>
                    <a:pt x="9079" y="29017"/>
                    <a:pt x="8529" y="29567"/>
                    <a:pt x="7851" y="29567"/>
                  </a:cubicBezTo>
                  <a:lnTo>
                    <a:pt x="4693" y="29567"/>
                  </a:lnTo>
                  <a:cubicBezTo>
                    <a:pt x="2101" y="29567"/>
                    <a:pt x="1" y="31667"/>
                    <a:pt x="1" y="34258"/>
                  </a:cubicBezTo>
                  <a:lnTo>
                    <a:pt x="32131" y="34258"/>
                  </a:lnTo>
                  <a:cubicBezTo>
                    <a:pt x="32131" y="31667"/>
                    <a:pt x="30032" y="29567"/>
                    <a:pt x="27440" y="29567"/>
                  </a:cubicBezTo>
                  <a:lnTo>
                    <a:pt x="19622" y="29567"/>
                  </a:lnTo>
                  <a:cubicBezTo>
                    <a:pt x="18944" y="29567"/>
                    <a:pt x="18395" y="29017"/>
                    <a:pt x="18395" y="28339"/>
                  </a:cubicBezTo>
                  <a:lnTo>
                    <a:pt x="18395" y="25349"/>
                  </a:lnTo>
                  <a:cubicBezTo>
                    <a:pt x="18395" y="24671"/>
                    <a:pt x="18944" y="24122"/>
                    <a:pt x="19622" y="24122"/>
                  </a:cubicBezTo>
                  <a:lnTo>
                    <a:pt x="23890" y="24122"/>
                  </a:lnTo>
                  <a:cubicBezTo>
                    <a:pt x="25137" y="24122"/>
                    <a:pt x="26179" y="23174"/>
                    <a:pt x="26297" y="21933"/>
                  </a:cubicBezTo>
                  <a:lnTo>
                    <a:pt x="26694" y="17739"/>
                  </a:lnTo>
                  <a:lnTo>
                    <a:pt x="27676" y="17739"/>
                  </a:lnTo>
                  <a:cubicBezTo>
                    <a:pt x="28440" y="17739"/>
                    <a:pt x="28935" y="16934"/>
                    <a:pt x="28590" y="16252"/>
                  </a:cubicBezTo>
                  <a:lnTo>
                    <a:pt x="27410" y="13924"/>
                  </a:lnTo>
                  <a:lnTo>
                    <a:pt x="27412" y="10652"/>
                  </a:lnTo>
                  <a:cubicBezTo>
                    <a:pt x="27412" y="4770"/>
                    <a:pt x="22643" y="1"/>
                    <a:pt x="16761"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25" name="Google Shape;1225;p47">
              <a:extLst>
                <a:ext uri="{FF2B5EF4-FFF2-40B4-BE49-F238E27FC236}">
                  <a16:creationId xmlns:a16="http://schemas.microsoft.com/office/drawing/2014/main" id="{1DF64389-4CC6-A3DB-80E3-AB5281C6B5D1}"/>
                </a:ext>
              </a:extLst>
            </p:cNvPr>
            <p:cNvSpPr/>
            <p:nvPr/>
          </p:nvSpPr>
          <p:spPr>
            <a:xfrm rot="-1002475">
              <a:off x="1517787" y="2809192"/>
              <a:ext cx="566046" cy="422120"/>
            </a:xfrm>
            <a:custGeom>
              <a:avLst/>
              <a:gdLst/>
              <a:ahLst/>
              <a:cxnLst/>
              <a:rect l="l" t="t" r="r" b="b"/>
              <a:pathLst>
                <a:path w="14300" h="10664" extrusionOk="0">
                  <a:moveTo>
                    <a:pt x="7108" y="1"/>
                  </a:moveTo>
                  <a:cubicBezTo>
                    <a:pt x="3183" y="1"/>
                    <a:pt x="0" y="3182"/>
                    <a:pt x="0" y="7109"/>
                  </a:cubicBezTo>
                  <a:lnTo>
                    <a:pt x="0" y="9508"/>
                  </a:lnTo>
                  <a:cubicBezTo>
                    <a:pt x="0" y="10145"/>
                    <a:pt x="517" y="10663"/>
                    <a:pt x="1156" y="10663"/>
                  </a:cubicBezTo>
                  <a:lnTo>
                    <a:pt x="2112" y="10663"/>
                  </a:lnTo>
                  <a:cubicBezTo>
                    <a:pt x="2499" y="10663"/>
                    <a:pt x="2860" y="10469"/>
                    <a:pt x="3074" y="10148"/>
                  </a:cubicBezTo>
                  <a:lnTo>
                    <a:pt x="3929" y="8864"/>
                  </a:lnTo>
                  <a:lnTo>
                    <a:pt x="9030" y="8864"/>
                  </a:lnTo>
                  <a:cubicBezTo>
                    <a:pt x="10564" y="8864"/>
                    <a:pt x="11809" y="7620"/>
                    <a:pt x="11809" y="6085"/>
                  </a:cubicBezTo>
                  <a:cubicBezTo>
                    <a:pt x="13184" y="6085"/>
                    <a:pt x="14300" y="4969"/>
                    <a:pt x="14300" y="3594"/>
                  </a:cubicBezTo>
                  <a:cubicBezTo>
                    <a:pt x="14300" y="1609"/>
                    <a:pt x="12691" y="1"/>
                    <a:pt x="10707"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26" name="Google Shape;1226;p47">
              <a:extLst>
                <a:ext uri="{FF2B5EF4-FFF2-40B4-BE49-F238E27FC236}">
                  <a16:creationId xmlns:a16="http://schemas.microsoft.com/office/drawing/2014/main" id="{7E60A2FD-A02F-FBC7-3C9B-19452D877259}"/>
                </a:ext>
              </a:extLst>
            </p:cNvPr>
            <p:cNvSpPr/>
            <p:nvPr/>
          </p:nvSpPr>
          <p:spPr>
            <a:xfrm rot="-1002475">
              <a:off x="2105720" y="3486731"/>
              <a:ext cx="588727" cy="446107"/>
            </a:xfrm>
            <a:custGeom>
              <a:avLst/>
              <a:gdLst/>
              <a:ahLst/>
              <a:cxnLst/>
              <a:rect l="l" t="t" r="r" b="b"/>
              <a:pathLst>
                <a:path w="14873" h="11270" extrusionOk="0">
                  <a:moveTo>
                    <a:pt x="1795" y="1"/>
                  </a:moveTo>
                  <a:cubicBezTo>
                    <a:pt x="805" y="1"/>
                    <a:pt x="1" y="805"/>
                    <a:pt x="1" y="1794"/>
                  </a:cubicBezTo>
                  <a:lnTo>
                    <a:pt x="1" y="4785"/>
                  </a:lnTo>
                  <a:cubicBezTo>
                    <a:pt x="1" y="5774"/>
                    <a:pt x="805" y="6578"/>
                    <a:pt x="1795" y="6578"/>
                  </a:cubicBezTo>
                  <a:lnTo>
                    <a:pt x="9613" y="6578"/>
                  </a:lnTo>
                  <a:cubicBezTo>
                    <a:pt x="10716" y="6578"/>
                    <a:pt x="11751" y="7008"/>
                    <a:pt x="12531" y="7787"/>
                  </a:cubicBezTo>
                  <a:cubicBezTo>
                    <a:pt x="13309" y="8565"/>
                    <a:pt x="13739" y="9601"/>
                    <a:pt x="13739" y="10703"/>
                  </a:cubicBezTo>
                  <a:cubicBezTo>
                    <a:pt x="13739" y="11016"/>
                    <a:pt x="13992" y="11270"/>
                    <a:pt x="14306" y="11270"/>
                  </a:cubicBezTo>
                  <a:cubicBezTo>
                    <a:pt x="14619" y="11270"/>
                    <a:pt x="14872" y="11016"/>
                    <a:pt x="14872" y="10703"/>
                  </a:cubicBezTo>
                  <a:cubicBezTo>
                    <a:pt x="14872" y="9297"/>
                    <a:pt x="14325" y="7977"/>
                    <a:pt x="13332" y="6985"/>
                  </a:cubicBezTo>
                  <a:cubicBezTo>
                    <a:pt x="12339" y="5992"/>
                    <a:pt x="11019" y="5445"/>
                    <a:pt x="9613" y="5445"/>
                  </a:cubicBezTo>
                  <a:lnTo>
                    <a:pt x="1795" y="5445"/>
                  </a:lnTo>
                  <a:cubicBezTo>
                    <a:pt x="1431" y="5445"/>
                    <a:pt x="1134" y="5149"/>
                    <a:pt x="1134" y="4785"/>
                  </a:cubicBezTo>
                  <a:lnTo>
                    <a:pt x="1134" y="1794"/>
                  </a:lnTo>
                  <a:cubicBezTo>
                    <a:pt x="1134" y="1431"/>
                    <a:pt x="1431" y="1134"/>
                    <a:pt x="1795" y="1134"/>
                  </a:cubicBezTo>
                  <a:cubicBezTo>
                    <a:pt x="2108" y="1134"/>
                    <a:pt x="2362" y="881"/>
                    <a:pt x="2362" y="567"/>
                  </a:cubicBezTo>
                  <a:cubicBezTo>
                    <a:pt x="2362" y="254"/>
                    <a:pt x="2108" y="1"/>
                    <a:pt x="179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27" name="Google Shape;1227;p47">
              <a:extLst>
                <a:ext uri="{FF2B5EF4-FFF2-40B4-BE49-F238E27FC236}">
                  <a16:creationId xmlns:a16="http://schemas.microsoft.com/office/drawing/2014/main" id="{AE66355B-F88D-0DAE-F4C7-F27BF22E9BCD}"/>
                </a:ext>
              </a:extLst>
            </p:cNvPr>
            <p:cNvSpPr/>
            <p:nvPr/>
          </p:nvSpPr>
          <p:spPr>
            <a:xfrm rot="-1002475">
              <a:off x="1258555" y="2675798"/>
              <a:ext cx="1184104" cy="1400943"/>
            </a:xfrm>
            <a:custGeom>
              <a:avLst/>
              <a:gdLst/>
              <a:ahLst/>
              <a:cxnLst/>
              <a:rect l="l" t="t" r="r" b="b"/>
              <a:pathLst>
                <a:path w="29914" h="35392" extrusionOk="0">
                  <a:moveTo>
                    <a:pt x="16501" y="1"/>
                  </a:moveTo>
                  <a:cubicBezTo>
                    <a:pt x="15873" y="110"/>
                    <a:pt x="14762" y="294"/>
                    <a:pt x="14760" y="294"/>
                  </a:cubicBezTo>
                  <a:cubicBezTo>
                    <a:pt x="12748" y="761"/>
                    <a:pt x="10901" y="1778"/>
                    <a:pt x="9404" y="3270"/>
                  </a:cubicBezTo>
                  <a:cubicBezTo>
                    <a:pt x="7288" y="5380"/>
                    <a:pt x="6118" y="8190"/>
                    <a:pt x="6108" y="11184"/>
                  </a:cubicBezTo>
                  <a:cubicBezTo>
                    <a:pt x="6101" y="13318"/>
                    <a:pt x="6696" y="15395"/>
                    <a:pt x="7829" y="17192"/>
                  </a:cubicBezTo>
                  <a:cubicBezTo>
                    <a:pt x="8647" y="18491"/>
                    <a:pt x="9078" y="19998"/>
                    <a:pt x="9078" y="21553"/>
                  </a:cubicBezTo>
                  <a:lnTo>
                    <a:pt x="9078" y="24671"/>
                  </a:lnTo>
                  <a:lnTo>
                    <a:pt x="9117" y="25929"/>
                  </a:lnTo>
                  <a:lnTo>
                    <a:pt x="9078" y="26273"/>
                  </a:lnTo>
                  <a:lnTo>
                    <a:pt x="9078" y="28907"/>
                  </a:lnTo>
                  <a:cubicBezTo>
                    <a:pt x="9078" y="29271"/>
                    <a:pt x="8783" y="29567"/>
                    <a:pt x="8418" y="29567"/>
                  </a:cubicBezTo>
                  <a:lnTo>
                    <a:pt x="5259" y="29567"/>
                  </a:lnTo>
                  <a:cubicBezTo>
                    <a:pt x="2359" y="29567"/>
                    <a:pt x="1" y="31926"/>
                    <a:pt x="1" y="34825"/>
                  </a:cubicBezTo>
                  <a:cubicBezTo>
                    <a:pt x="1" y="35138"/>
                    <a:pt x="254" y="35392"/>
                    <a:pt x="568" y="35392"/>
                  </a:cubicBezTo>
                  <a:cubicBezTo>
                    <a:pt x="881" y="35392"/>
                    <a:pt x="1134" y="35138"/>
                    <a:pt x="1134" y="34825"/>
                  </a:cubicBezTo>
                  <a:cubicBezTo>
                    <a:pt x="1134" y="32551"/>
                    <a:pt x="2984" y="30700"/>
                    <a:pt x="5259" y="30700"/>
                  </a:cubicBezTo>
                  <a:lnTo>
                    <a:pt x="8418" y="30700"/>
                  </a:lnTo>
                  <a:cubicBezTo>
                    <a:pt x="9407" y="30700"/>
                    <a:pt x="10213" y="29896"/>
                    <a:pt x="10213" y="28907"/>
                  </a:cubicBezTo>
                  <a:lnTo>
                    <a:pt x="10213" y="27408"/>
                  </a:lnTo>
                  <a:lnTo>
                    <a:pt x="10213" y="25804"/>
                  </a:lnTo>
                  <a:lnTo>
                    <a:pt x="10213" y="21553"/>
                  </a:lnTo>
                  <a:cubicBezTo>
                    <a:pt x="10213" y="19785"/>
                    <a:pt x="9719" y="18068"/>
                    <a:pt x="8787" y="16587"/>
                  </a:cubicBezTo>
                  <a:cubicBezTo>
                    <a:pt x="7770" y="14973"/>
                    <a:pt x="7236" y="13105"/>
                    <a:pt x="7242" y="11187"/>
                  </a:cubicBezTo>
                  <a:cubicBezTo>
                    <a:pt x="7250" y="8496"/>
                    <a:pt x="8303" y="5970"/>
                    <a:pt x="10204" y="4074"/>
                  </a:cubicBezTo>
                  <a:cubicBezTo>
                    <a:pt x="12105" y="2181"/>
                    <a:pt x="14630" y="1137"/>
                    <a:pt x="17318" y="1134"/>
                  </a:cubicBezTo>
                  <a:lnTo>
                    <a:pt x="17337" y="1134"/>
                  </a:lnTo>
                  <a:cubicBezTo>
                    <a:pt x="22893" y="1140"/>
                    <a:pt x="27411" y="5662"/>
                    <a:pt x="27411" y="11219"/>
                  </a:cubicBezTo>
                  <a:lnTo>
                    <a:pt x="27409" y="14491"/>
                  </a:lnTo>
                  <a:cubicBezTo>
                    <a:pt x="27409" y="14580"/>
                    <a:pt x="27430" y="14668"/>
                    <a:pt x="27471" y="14748"/>
                  </a:cubicBezTo>
                  <a:lnTo>
                    <a:pt x="28651" y="17076"/>
                  </a:lnTo>
                  <a:cubicBezTo>
                    <a:pt x="28755" y="17282"/>
                    <a:pt x="28673" y="17456"/>
                    <a:pt x="28633" y="17522"/>
                  </a:cubicBezTo>
                  <a:cubicBezTo>
                    <a:pt x="28593" y="17587"/>
                    <a:pt x="28474" y="17740"/>
                    <a:pt x="28242" y="17740"/>
                  </a:cubicBezTo>
                  <a:lnTo>
                    <a:pt x="27261" y="17740"/>
                  </a:lnTo>
                  <a:cubicBezTo>
                    <a:pt x="26969" y="17740"/>
                    <a:pt x="26724" y="17963"/>
                    <a:pt x="26697" y="18254"/>
                  </a:cubicBezTo>
                  <a:lnTo>
                    <a:pt x="26299" y="22446"/>
                  </a:lnTo>
                  <a:cubicBezTo>
                    <a:pt x="26209" y="23402"/>
                    <a:pt x="25417" y="24123"/>
                    <a:pt x="24457" y="24123"/>
                  </a:cubicBezTo>
                  <a:lnTo>
                    <a:pt x="22840" y="24123"/>
                  </a:lnTo>
                  <a:cubicBezTo>
                    <a:pt x="22526" y="24123"/>
                    <a:pt x="22273" y="24377"/>
                    <a:pt x="22273" y="24689"/>
                  </a:cubicBezTo>
                  <a:cubicBezTo>
                    <a:pt x="22273" y="25003"/>
                    <a:pt x="22526" y="25257"/>
                    <a:pt x="22840" y="25257"/>
                  </a:cubicBezTo>
                  <a:lnTo>
                    <a:pt x="24457" y="25257"/>
                  </a:lnTo>
                  <a:cubicBezTo>
                    <a:pt x="26005" y="25257"/>
                    <a:pt x="27282" y="24094"/>
                    <a:pt x="27428" y="22553"/>
                  </a:cubicBezTo>
                  <a:lnTo>
                    <a:pt x="27777" y="18874"/>
                  </a:lnTo>
                  <a:lnTo>
                    <a:pt x="28242" y="18874"/>
                  </a:lnTo>
                  <a:cubicBezTo>
                    <a:pt x="28800" y="18874"/>
                    <a:pt x="29307" y="18590"/>
                    <a:pt x="29600" y="18115"/>
                  </a:cubicBezTo>
                  <a:cubicBezTo>
                    <a:pt x="29891" y="17639"/>
                    <a:pt x="29914" y="17060"/>
                    <a:pt x="29661" y="16563"/>
                  </a:cubicBezTo>
                  <a:lnTo>
                    <a:pt x="28544" y="14356"/>
                  </a:lnTo>
                  <a:lnTo>
                    <a:pt x="28546" y="11219"/>
                  </a:lnTo>
                  <a:cubicBezTo>
                    <a:pt x="28546" y="5964"/>
                    <a:pt x="24928" y="1470"/>
                    <a:pt x="20024" y="330"/>
                  </a:cubicBezTo>
                  <a:cubicBezTo>
                    <a:pt x="18622" y="4"/>
                    <a:pt x="19051" y="234"/>
                    <a:pt x="18416" y="58"/>
                  </a:cubicBezTo>
                  <a:cubicBezTo>
                    <a:pt x="18414" y="58"/>
                    <a:pt x="18412" y="59"/>
                    <a:pt x="18409" y="59"/>
                  </a:cubicBezTo>
                  <a:cubicBezTo>
                    <a:pt x="18347" y="59"/>
                    <a:pt x="18049" y="1"/>
                    <a:pt x="18007"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28" name="Google Shape;1228;p47">
              <a:extLst>
                <a:ext uri="{FF2B5EF4-FFF2-40B4-BE49-F238E27FC236}">
                  <a16:creationId xmlns:a16="http://schemas.microsoft.com/office/drawing/2014/main" id="{B8B1DD4C-7213-10E2-F3A3-B55997A35075}"/>
                </a:ext>
              </a:extLst>
            </p:cNvPr>
            <p:cNvSpPr/>
            <p:nvPr/>
          </p:nvSpPr>
          <p:spPr>
            <a:xfrm rot="-1002475">
              <a:off x="1495332" y="2786710"/>
              <a:ext cx="610933" cy="467007"/>
            </a:xfrm>
            <a:custGeom>
              <a:avLst/>
              <a:gdLst/>
              <a:ahLst/>
              <a:cxnLst/>
              <a:rect l="l" t="t" r="r" b="b"/>
              <a:pathLst>
                <a:path w="15434" h="11798" extrusionOk="0">
                  <a:moveTo>
                    <a:pt x="9688" y="1"/>
                  </a:moveTo>
                  <a:cubicBezTo>
                    <a:pt x="9374" y="1"/>
                    <a:pt x="9121" y="254"/>
                    <a:pt x="9121" y="568"/>
                  </a:cubicBezTo>
                  <a:cubicBezTo>
                    <a:pt x="9121" y="881"/>
                    <a:pt x="9374" y="1134"/>
                    <a:pt x="9688" y="1134"/>
                  </a:cubicBezTo>
                  <a:lnTo>
                    <a:pt x="11274" y="1134"/>
                  </a:lnTo>
                  <a:cubicBezTo>
                    <a:pt x="12943" y="1134"/>
                    <a:pt x="14300" y="2492"/>
                    <a:pt x="14300" y="4161"/>
                  </a:cubicBezTo>
                  <a:cubicBezTo>
                    <a:pt x="14300" y="5030"/>
                    <a:pt x="13721" y="5767"/>
                    <a:pt x="12928" y="6005"/>
                  </a:cubicBezTo>
                  <a:cubicBezTo>
                    <a:pt x="12879" y="5505"/>
                    <a:pt x="12725" y="4834"/>
                    <a:pt x="12287" y="4314"/>
                  </a:cubicBezTo>
                  <a:cubicBezTo>
                    <a:pt x="12486" y="3967"/>
                    <a:pt x="12579" y="3582"/>
                    <a:pt x="12560" y="3174"/>
                  </a:cubicBezTo>
                  <a:cubicBezTo>
                    <a:pt x="12547" y="2870"/>
                    <a:pt x="12299" y="2633"/>
                    <a:pt x="11995" y="2633"/>
                  </a:cubicBezTo>
                  <a:cubicBezTo>
                    <a:pt x="11986" y="2633"/>
                    <a:pt x="11977" y="2633"/>
                    <a:pt x="11968" y="2633"/>
                  </a:cubicBezTo>
                  <a:cubicBezTo>
                    <a:pt x="11655" y="2648"/>
                    <a:pt x="11413" y="2913"/>
                    <a:pt x="11428" y="3225"/>
                  </a:cubicBezTo>
                  <a:cubicBezTo>
                    <a:pt x="11443" y="3572"/>
                    <a:pt x="11289" y="3872"/>
                    <a:pt x="10956" y="4140"/>
                  </a:cubicBezTo>
                  <a:cubicBezTo>
                    <a:pt x="10668" y="4372"/>
                    <a:pt x="10358" y="4483"/>
                    <a:pt x="10348" y="4487"/>
                  </a:cubicBezTo>
                  <a:cubicBezTo>
                    <a:pt x="10052" y="4588"/>
                    <a:pt x="9894" y="4909"/>
                    <a:pt x="9994" y="5204"/>
                  </a:cubicBezTo>
                  <a:cubicBezTo>
                    <a:pt x="10073" y="5441"/>
                    <a:pt x="10294" y="5591"/>
                    <a:pt x="10531" y="5591"/>
                  </a:cubicBezTo>
                  <a:cubicBezTo>
                    <a:pt x="10591" y="5591"/>
                    <a:pt x="10651" y="5581"/>
                    <a:pt x="10712" y="5560"/>
                  </a:cubicBezTo>
                  <a:cubicBezTo>
                    <a:pt x="10755" y="5546"/>
                    <a:pt x="11110" y="5421"/>
                    <a:pt x="11498" y="5150"/>
                  </a:cubicBezTo>
                  <a:cubicBezTo>
                    <a:pt x="11809" y="5617"/>
                    <a:pt x="11834" y="6323"/>
                    <a:pt x="11810" y="6602"/>
                  </a:cubicBezTo>
                  <a:cubicBezTo>
                    <a:pt x="11810" y="6610"/>
                    <a:pt x="11810" y="6617"/>
                    <a:pt x="11809" y="6626"/>
                  </a:cubicBezTo>
                  <a:cubicBezTo>
                    <a:pt x="11809" y="6634"/>
                    <a:pt x="11808" y="6644"/>
                    <a:pt x="11808" y="6653"/>
                  </a:cubicBezTo>
                  <a:cubicBezTo>
                    <a:pt x="11808" y="7872"/>
                    <a:pt x="10816" y="8864"/>
                    <a:pt x="9597" y="8864"/>
                  </a:cubicBezTo>
                  <a:lnTo>
                    <a:pt x="4495" y="8864"/>
                  </a:lnTo>
                  <a:cubicBezTo>
                    <a:pt x="4305" y="8864"/>
                    <a:pt x="4128" y="8960"/>
                    <a:pt x="4023" y="9118"/>
                  </a:cubicBezTo>
                  <a:lnTo>
                    <a:pt x="3168" y="10401"/>
                  </a:lnTo>
                  <a:cubicBezTo>
                    <a:pt x="3058" y="10566"/>
                    <a:pt x="2876" y="10663"/>
                    <a:pt x="2678" y="10663"/>
                  </a:cubicBezTo>
                  <a:lnTo>
                    <a:pt x="1722" y="10663"/>
                  </a:lnTo>
                  <a:cubicBezTo>
                    <a:pt x="1397" y="10663"/>
                    <a:pt x="1133" y="10399"/>
                    <a:pt x="1133" y="10076"/>
                  </a:cubicBezTo>
                  <a:lnTo>
                    <a:pt x="1133" y="7677"/>
                  </a:lnTo>
                  <a:cubicBezTo>
                    <a:pt x="1133" y="6032"/>
                    <a:pt x="1746" y="4459"/>
                    <a:pt x="2858" y="3249"/>
                  </a:cubicBezTo>
                  <a:cubicBezTo>
                    <a:pt x="3964" y="2047"/>
                    <a:pt x="5466" y="1305"/>
                    <a:pt x="7085" y="1160"/>
                  </a:cubicBezTo>
                  <a:cubicBezTo>
                    <a:pt x="7399" y="1133"/>
                    <a:pt x="7628" y="858"/>
                    <a:pt x="7601" y="547"/>
                  </a:cubicBezTo>
                  <a:cubicBezTo>
                    <a:pt x="7574" y="252"/>
                    <a:pt x="7328" y="30"/>
                    <a:pt x="7039" y="30"/>
                  </a:cubicBezTo>
                  <a:cubicBezTo>
                    <a:pt x="7022" y="30"/>
                    <a:pt x="7004" y="31"/>
                    <a:pt x="6986" y="32"/>
                  </a:cubicBezTo>
                  <a:cubicBezTo>
                    <a:pt x="5084" y="201"/>
                    <a:pt x="3321" y="1071"/>
                    <a:pt x="2025" y="2483"/>
                  </a:cubicBezTo>
                  <a:cubicBezTo>
                    <a:pt x="719" y="3902"/>
                    <a:pt x="1" y="5747"/>
                    <a:pt x="1" y="7677"/>
                  </a:cubicBezTo>
                  <a:lnTo>
                    <a:pt x="1" y="10076"/>
                  </a:lnTo>
                  <a:cubicBezTo>
                    <a:pt x="1" y="11025"/>
                    <a:pt x="773" y="11798"/>
                    <a:pt x="1722" y="11798"/>
                  </a:cubicBezTo>
                  <a:lnTo>
                    <a:pt x="2679" y="11798"/>
                  </a:lnTo>
                  <a:cubicBezTo>
                    <a:pt x="3256" y="11798"/>
                    <a:pt x="3793" y="11511"/>
                    <a:pt x="4112" y="11030"/>
                  </a:cubicBezTo>
                  <a:lnTo>
                    <a:pt x="4800" y="9999"/>
                  </a:lnTo>
                  <a:lnTo>
                    <a:pt x="9597" y="9999"/>
                  </a:lnTo>
                  <a:cubicBezTo>
                    <a:pt x="11264" y="9999"/>
                    <a:pt x="12650" y="8772"/>
                    <a:pt x="12902" y="7175"/>
                  </a:cubicBezTo>
                  <a:cubicBezTo>
                    <a:pt x="14338" y="6924"/>
                    <a:pt x="15434" y="5668"/>
                    <a:pt x="15434" y="4162"/>
                  </a:cubicBezTo>
                  <a:cubicBezTo>
                    <a:pt x="15434" y="1868"/>
                    <a:pt x="13568" y="1"/>
                    <a:pt x="11274"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29" name="Google Shape;1229;p47">
              <a:extLst>
                <a:ext uri="{FF2B5EF4-FFF2-40B4-BE49-F238E27FC236}">
                  <a16:creationId xmlns:a16="http://schemas.microsoft.com/office/drawing/2014/main" id="{06B72263-6B92-9DAC-83AC-D700DED33BD0}"/>
                </a:ext>
              </a:extLst>
            </p:cNvPr>
            <p:cNvSpPr/>
            <p:nvPr/>
          </p:nvSpPr>
          <p:spPr>
            <a:xfrm rot="-1002475">
              <a:off x="1625186" y="3048514"/>
              <a:ext cx="134822" cy="82453"/>
            </a:xfrm>
            <a:custGeom>
              <a:avLst/>
              <a:gdLst/>
              <a:ahLst/>
              <a:cxnLst/>
              <a:rect l="l" t="t" r="r" b="b"/>
              <a:pathLst>
                <a:path w="3406" h="2083" extrusionOk="0">
                  <a:moveTo>
                    <a:pt x="2760" y="1"/>
                  </a:moveTo>
                  <a:cubicBezTo>
                    <a:pt x="2547" y="1"/>
                    <a:pt x="2344" y="121"/>
                    <a:pt x="2247" y="325"/>
                  </a:cubicBezTo>
                  <a:cubicBezTo>
                    <a:pt x="2098" y="638"/>
                    <a:pt x="1822" y="830"/>
                    <a:pt x="1402" y="911"/>
                  </a:cubicBezTo>
                  <a:cubicBezTo>
                    <a:pt x="1247" y="940"/>
                    <a:pt x="1100" y="949"/>
                    <a:pt x="981" y="949"/>
                  </a:cubicBezTo>
                  <a:cubicBezTo>
                    <a:pt x="817" y="949"/>
                    <a:pt x="706" y="933"/>
                    <a:pt x="701" y="931"/>
                  </a:cubicBezTo>
                  <a:cubicBezTo>
                    <a:pt x="670" y="927"/>
                    <a:pt x="640" y="924"/>
                    <a:pt x="610" y="924"/>
                  </a:cubicBezTo>
                  <a:cubicBezTo>
                    <a:pt x="338" y="924"/>
                    <a:pt x="97" y="1121"/>
                    <a:pt x="51" y="1400"/>
                  </a:cubicBezTo>
                  <a:cubicBezTo>
                    <a:pt x="1" y="1708"/>
                    <a:pt x="210" y="2000"/>
                    <a:pt x="519" y="2050"/>
                  </a:cubicBezTo>
                  <a:cubicBezTo>
                    <a:pt x="549" y="2056"/>
                    <a:pt x="726" y="2083"/>
                    <a:pt x="980" y="2083"/>
                  </a:cubicBezTo>
                  <a:cubicBezTo>
                    <a:pt x="1150" y="2083"/>
                    <a:pt x="1354" y="2071"/>
                    <a:pt x="1573" y="2033"/>
                  </a:cubicBezTo>
                  <a:cubicBezTo>
                    <a:pt x="2373" y="1890"/>
                    <a:pt x="2959" y="1468"/>
                    <a:pt x="3272" y="811"/>
                  </a:cubicBezTo>
                  <a:cubicBezTo>
                    <a:pt x="3406" y="528"/>
                    <a:pt x="3285" y="190"/>
                    <a:pt x="3002" y="56"/>
                  </a:cubicBezTo>
                  <a:cubicBezTo>
                    <a:pt x="2924" y="19"/>
                    <a:pt x="2841" y="1"/>
                    <a:pt x="2760"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4" name="TextBox 3">
            <a:extLst>
              <a:ext uri="{FF2B5EF4-FFF2-40B4-BE49-F238E27FC236}">
                <a16:creationId xmlns:a16="http://schemas.microsoft.com/office/drawing/2014/main" id="{DA5C91BA-AF35-B557-F520-AEA2005CAEE5}"/>
              </a:ext>
            </a:extLst>
          </p:cNvPr>
          <p:cNvSpPr txBox="1"/>
          <p:nvPr/>
        </p:nvSpPr>
        <p:spPr>
          <a:xfrm>
            <a:off x="981913" y="729450"/>
            <a:ext cx="7180174" cy="430887"/>
          </a:xfrm>
          <a:prstGeom prst="rect">
            <a:avLst/>
          </a:prstGeom>
          <a:noFill/>
        </p:spPr>
        <p:txBody>
          <a:bodyPr wrap="square">
            <a:spAutoFit/>
          </a:bodyPr>
          <a:lstStyle/>
          <a:p>
            <a:pPr marL="0" marR="0" algn="ctr" rtl="0">
              <a:spcBef>
                <a:spcPts val="600"/>
              </a:spcBef>
              <a:spcAft>
                <a:spcPts val="600"/>
              </a:spcAft>
              <a:buNone/>
            </a:pPr>
            <a:r>
              <a:rPr lang="en-US" sz="2200" b="1" dirty="0">
                <a:latin typeface="ADLaM Display" panose="02010000000000000000" pitchFamily="2" charset="0"/>
                <a:ea typeface="ADLaM Display" panose="02010000000000000000" pitchFamily="2" charset="0"/>
                <a:cs typeface="ADLaM Display" panose="02010000000000000000" pitchFamily="2" charset="0"/>
              </a:rPr>
              <a:t>Cross-Talk with the Glucocorticoid Receptor (GR)</a:t>
            </a:r>
            <a:endParaRPr lang="en-US" sz="2200" dirty="0">
              <a:effectLst/>
              <a:latin typeface="ADLaM Display" panose="02010000000000000000" pitchFamily="2" charset="0"/>
              <a:ea typeface="ADLaM Display" panose="02010000000000000000" pitchFamily="2" charset="0"/>
              <a:cs typeface="ADLaM Display" panose="02010000000000000000" pitchFamily="2" charset="0"/>
            </a:endParaRPr>
          </a:p>
        </p:txBody>
      </p:sp>
      <p:sp>
        <p:nvSpPr>
          <p:cNvPr id="2" name="AutoShape 2" descr="Output image">
            <a:extLst>
              <a:ext uri="{FF2B5EF4-FFF2-40B4-BE49-F238E27FC236}">
                <a16:creationId xmlns:a16="http://schemas.microsoft.com/office/drawing/2014/main" id="{AFEB5188-BAED-C8E3-46E5-9F169BF92B5B}"/>
              </a:ext>
            </a:extLst>
          </p:cNvPr>
          <p:cNvSpPr>
            <a:spLocks noChangeAspect="1" noChangeArrowheads="1"/>
          </p:cNvSpPr>
          <p:nvPr/>
        </p:nvSpPr>
        <p:spPr bwMode="auto">
          <a:xfrm>
            <a:off x="4419600" y="241935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3" name="AutoShape 4" descr="Output image">
            <a:extLst>
              <a:ext uri="{FF2B5EF4-FFF2-40B4-BE49-F238E27FC236}">
                <a16:creationId xmlns:a16="http://schemas.microsoft.com/office/drawing/2014/main" id="{53AB2282-3718-6C80-BE06-21BF3DC405CE}"/>
              </a:ext>
            </a:extLst>
          </p:cNvPr>
          <p:cNvSpPr>
            <a:spLocks noChangeAspect="1" noChangeArrowheads="1"/>
          </p:cNvSpPr>
          <p:nvPr/>
        </p:nvSpPr>
        <p:spPr bwMode="auto">
          <a:xfrm>
            <a:off x="4572000" y="257175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6" name="Google Shape;769;p36">
            <a:extLst>
              <a:ext uri="{FF2B5EF4-FFF2-40B4-BE49-F238E27FC236}">
                <a16:creationId xmlns:a16="http://schemas.microsoft.com/office/drawing/2014/main" id="{CA216921-7553-24D2-7299-4C67F07FEA42}"/>
              </a:ext>
            </a:extLst>
          </p:cNvPr>
          <p:cNvSpPr txBox="1">
            <a:spLocks/>
          </p:cNvSpPr>
          <p:nvPr/>
        </p:nvSpPr>
        <p:spPr>
          <a:xfrm>
            <a:off x="4792133" y="3643817"/>
            <a:ext cx="4351867" cy="1434749"/>
          </a:xfrm>
          <a:prstGeom prst="rect">
            <a:avLst/>
          </a:prstGeom>
          <a:solidFill>
            <a:schemeClr val="accent2"/>
          </a:solidFill>
          <a:ln>
            <a:noFill/>
          </a:ln>
          <a:effectLst>
            <a:outerShdw dist="95250" dir="3000000" algn="bl" rotWithShape="0">
              <a:schemeClr val="lt2"/>
            </a:outerShdw>
          </a:effectLst>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L="457200" marR="0" lvl="0" indent="-317500" algn="l" rtl="0">
              <a:lnSpc>
                <a:spcPct val="100000"/>
              </a:lnSpc>
              <a:spcBef>
                <a:spcPts val="0"/>
              </a:spcBef>
              <a:spcAft>
                <a:spcPts val="0"/>
              </a:spcAft>
              <a:buClr>
                <a:schemeClr val="dk1"/>
              </a:buClr>
              <a:buSzPts val="1400"/>
              <a:buFont typeface="Nunito"/>
              <a:buNone/>
              <a:defRPr sz="1600" b="0" i="0" u="none" strike="noStrike" cap="none">
                <a:solidFill>
                  <a:schemeClr val="dk1"/>
                </a:solidFill>
                <a:latin typeface="Nunito"/>
                <a:ea typeface="Nunito"/>
                <a:cs typeface="Nunito"/>
                <a:sym typeface="Nunito"/>
              </a:defRPr>
            </a:lvl1pPr>
            <a:lvl2pPr marL="914400" marR="0" lvl="1" indent="-317500" algn="ctr" rtl="0">
              <a:lnSpc>
                <a:spcPct val="100000"/>
              </a:lnSpc>
              <a:spcBef>
                <a:spcPts val="0"/>
              </a:spcBef>
              <a:spcAft>
                <a:spcPts val="0"/>
              </a:spcAft>
              <a:buClr>
                <a:schemeClr val="dk1"/>
              </a:buClr>
              <a:buSzPts val="1800"/>
              <a:buFont typeface="Nunito"/>
              <a:buNone/>
              <a:defRPr sz="1800" b="0" i="0" u="none" strike="noStrike" cap="none">
                <a:solidFill>
                  <a:schemeClr val="dk1"/>
                </a:solidFill>
                <a:latin typeface="Nunito"/>
                <a:ea typeface="Nunito"/>
                <a:cs typeface="Nunito"/>
                <a:sym typeface="Nunito"/>
              </a:defRPr>
            </a:lvl2pPr>
            <a:lvl3pPr marL="1371600" marR="0" lvl="2" indent="-317500" algn="ctr" rtl="0">
              <a:lnSpc>
                <a:spcPct val="100000"/>
              </a:lnSpc>
              <a:spcBef>
                <a:spcPts val="0"/>
              </a:spcBef>
              <a:spcAft>
                <a:spcPts val="0"/>
              </a:spcAft>
              <a:buClr>
                <a:schemeClr val="dk1"/>
              </a:buClr>
              <a:buSzPts val="1800"/>
              <a:buFont typeface="Nunito"/>
              <a:buNone/>
              <a:defRPr sz="1800" b="0" i="0" u="none" strike="noStrike" cap="none">
                <a:solidFill>
                  <a:schemeClr val="dk1"/>
                </a:solidFill>
                <a:latin typeface="Nunito"/>
                <a:ea typeface="Nunito"/>
                <a:cs typeface="Nunito"/>
                <a:sym typeface="Nunito"/>
              </a:defRPr>
            </a:lvl3pPr>
            <a:lvl4pPr marL="1828800" marR="0" lvl="3" indent="-317500" algn="ctr" rtl="0">
              <a:lnSpc>
                <a:spcPct val="100000"/>
              </a:lnSpc>
              <a:spcBef>
                <a:spcPts val="0"/>
              </a:spcBef>
              <a:spcAft>
                <a:spcPts val="0"/>
              </a:spcAft>
              <a:buClr>
                <a:schemeClr val="dk1"/>
              </a:buClr>
              <a:buSzPts val="1800"/>
              <a:buFont typeface="Nunito"/>
              <a:buNone/>
              <a:defRPr sz="1800" b="0" i="0" u="none" strike="noStrike" cap="none">
                <a:solidFill>
                  <a:schemeClr val="dk1"/>
                </a:solidFill>
                <a:latin typeface="Nunito"/>
                <a:ea typeface="Nunito"/>
                <a:cs typeface="Nunito"/>
                <a:sym typeface="Nunito"/>
              </a:defRPr>
            </a:lvl4pPr>
            <a:lvl5pPr marL="2286000" marR="0" lvl="4" indent="-317500" algn="ctr" rtl="0">
              <a:lnSpc>
                <a:spcPct val="100000"/>
              </a:lnSpc>
              <a:spcBef>
                <a:spcPts val="0"/>
              </a:spcBef>
              <a:spcAft>
                <a:spcPts val="0"/>
              </a:spcAft>
              <a:buClr>
                <a:schemeClr val="dk1"/>
              </a:buClr>
              <a:buSzPts val="1800"/>
              <a:buFont typeface="Nunito"/>
              <a:buNone/>
              <a:defRPr sz="1800" b="0" i="0" u="none" strike="noStrike" cap="none">
                <a:solidFill>
                  <a:schemeClr val="dk1"/>
                </a:solidFill>
                <a:latin typeface="Nunito"/>
                <a:ea typeface="Nunito"/>
                <a:cs typeface="Nunito"/>
                <a:sym typeface="Nunito"/>
              </a:defRPr>
            </a:lvl5pPr>
            <a:lvl6pPr marL="2743200" marR="0" lvl="5" indent="-317500" algn="ctr" rtl="0">
              <a:lnSpc>
                <a:spcPct val="100000"/>
              </a:lnSpc>
              <a:spcBef>
                <a:spcPts val="0"/>
              </a:spcBef>
              <a:spcAft>
                <a:spcPts val="0"/>
              </a:spcAft>
              <a:buClr>
                <a:schemeClr val="dk1"/>
              </a:buClr>
              <a:buSzPts val="1800"/>
              <a:buFont typeface="Nunito"/>
              <a:buNone/>
              <a:defRPr sz="1800" b="0" i="0" u="none" strike="noStrike" cap="none">
                <a:solidFill>
                  <a:schemeClr val="dk1"/>
                </a:solidFill>
                <a:latin typeface="Nunito"/>
                <a:ea typeface="Nunito"/>
                <a:cs typeface="Nunito"/>
                <a:sym typeface="Nunito"/>
              </a:defRPr>
            </a:lvl6pPr>
            <a:lvl7pPr marL="3200400" marR="0" lvl="6" indent="-317500" algn="ctr" rtl="0">
              <a:lnSpc>
                <a:spcPct val="100000"/>
              </a:lnSpc>
              <a:spcBef>
                <a:spcPts val="0"/>
              </a:spcBef>
              <a:spcAft>
                <a:spcPts val="0"/>
              </a:spcAft>
              <a:buClr>
                <a:schemeClr val="dk1"/>
              </a:buClr>
              <a:buSzPts val="1800"/>
              <a:buFont typeface="Nunito"/>
              <a:buNone/>
              <a:defRPr sz="1800" b="0" i="0" u="none" strike="noStrike" cap="none">
                <a:solidFill>
                  <a:schemeClr val="dk1"/>
                </a:solidFill>
                <a:latin typeface="Nunito"/>
                <a:ea typeface="Nunito"/>
                <a:cs typeface="Nunito"/>
                <a:sym typeface="Nunito"/>
              </a:defRPr>
            </a:lvl7pPr>
            <a:lvl8pPr marL="3657600" marR="0" lvl="7" indent="-317500" algn="ctr" rtl="0">
              <a:lnSpc>
                <a:spcPct val="100000"/>
              </a:lnSpc>
              <a:spcBef>
                <a:spcPts val="0"/>
              </a:spcBef>
              <a:spcAft>
                <a:spcPts val="0"/>
              </a:spcAft>
              <a:buClr>
                <a:schemeClr val="dk1"/>
              </a:buClr>
              <a:buSzPts val="1800"/>
              <a:buFont typeface="Nunito"/>
              <a:buNone/>
              <a:defRPr sz="1800" b="0" i="0" u="none" strike="noStrike" cap="none">
                <a:solidFill>
                  <a:schemeClr val="dk1"/>
                </a:solidFill>
                <a:latin typeface="Nunito"/>
                <a:ea typeface="Nunito"/>
                <a:cs typeface="Nunito"/>
                <a:sym typeface="Nunito"/>
              </a:defRPr>
            </a:lvl8pPr>
            <a:lvl9pPr marL="4114800" marR="0" lvl="8" indent="-317500" algn="ctr" rtl="0">
              <a:lnSpc>
                <a:spcPct val="100000"/>
              </a:lnSpc>
              <a:spcBef>
                <a:spcPts val="0"/>
              </a:spcBef>
              <a:spcAft>
                <a:spcPts val="0"/>
              </a:spcAft>
              <a:buClr>
                <a:schemeClr val="dk1"/>
              </a:buClr>
              <a:buSzPts val="1800"/>
              <a:buFont typeface="Nunito"/>
              <a:buNone/>
              <a:defRPr sz="1800" b="0" i="0" u="none" strike="noStrike" cap="none">
                <a:solidFill>
                  <a:schemeClr val="dk1"/>
                </a:solidFill>
                <a:latin typeface="Nunito"/>
                <a:ea typeface="Nunito"/>
                <a:cs typeface="Nunito"/>
                <a:sym typeface="Nunito"/>
              </a:defRPr>
            </a:lvl9pPr>
          </a:lstStyle>
          <a:p>
            <a:pPr algn="ctr"/>
            <a:r>
              <a:rPr lang="en-US" sz="1400" dirty="0" err="1"/>
              <a:t>Bougarne</a:t>
            </a:r>
            <a:r>
              <a:rPr lang="en-US" sz="1400" dirty="0"/>
              <a:t>, N., Weyers, B., Desmet, S. J., Deckers, J., Ray, D. W., </a:t>
            </a:r>
            <a:r>
              <a:rPr lang="en-US" sz="1400" dirty="0" err="1"/>
              <a:t>Staels</a:t>
            </a:r>
            <a:r>
              <a:rPr lang="en-US" sz="1400" dirty="0"/>
              <a:t>, B., &amp; De Bosscher, K. (2018). Molecular actions of PPAR</a:t>
            </a:r>
            <a:r>
              <a:rPr lang="el-GR" sz="1400" dirty="0"/>
              <a:t>α </a:t>
            </a:r>
            <a:r>
              <a:rPr lang="en-US" sz="1400" dirty="0"/>
              <a:t>in lipid metabolism and inflammation. </a:t>
            </a:r>
            <a:r>
              <a:rPr lang="en-US" sz="1400" i="1" dirty="0"/>
              <a:t>Endocrine Reviews</a:t>
            </a:r>
            <a:r>
              <a:rPr lang="en-US" sz="1400" dirty="0"/>
              <a:t>, *39*(5), 760–802. </a:t>
            </a:r>
            <a:r>
              <a:rPr lang="en-US" sz="1400" dirty="0">
                <a:hlinkClick r:id="rId3"/>
              </a:rPr>
              <a:t>https://doi.org/10.1210/er.2018-00064</a:t>
            </a:r>
            <a:endParaRPr lang="en-US" sz="1400" dirty="0"/>
          </a:p>
        </p:txBody>
      </p:sp>
    </p:spTree>
    <p:extLst>
      <p:ext uri="{BB962C8B-B14F-4D97-AF65-F5344CB8AC3E}">
        <p14:creationId xmlns:p14="http://schemas.microsoft.com/office/powerpoint/2010/main" val="3952323674"/>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1220">
          <a:extLst>
            <a:ext uri="{FF2B5EF4-FFF2-40B4-BE49-F238E27FC236}">
              <a16:creationId xmlns:a16="http://schemas.microsoft.com/office/drawing/2014/main" id="{06FA2DB1-5E96-9A80-BEE5-69E343885F91}"/>
            </a:ext>
          </a:extLst>
        </p:cNvPr>
        <p:cNvGrpSpPr/>
        <p:nvPr/>
      </p:nvGrpSpPr>
      <p:grpSpPr>
        <a:xfrm>
          <a:off x="0" y="0"/>
          <a:ext cx="0" cy="0"/>
          <a:chOff x="0" y="0"/>
          <a:chExt cx="0" cy="0"/>
        </a:xfrm>
      </p:grpSpPr>
      <p:sp>
        <p:nvSpPr>
          <p:cNvPr id="1221" name="Google Shape;1221;p47">
            <a:extLst>
              <a:ext uri="{FF2B5EF4-FFF2-40B4-BE49-F238E27FC236}">
                <a16:creationId xmlns:a16="http://schemas.microsoft.com/office/drawing/2014/main" id="{7D367D0F-9769-D53C-73A7-4B436C49D9E9}"/>
              </a:ext>
            </a:extLst>
          </p:cNvPr>
          <p:cNvSpPr txBox="1">
            <a:spLocks noGrp="1"/>
          </p:cNvSpPr>
          <p:nvPr>
            <p:ph type="title"/>
          </p:nvPr>
        </p:nvSpPr>
        <p:spPr>
          <a:xfrm>
            <a:off x="512369" y="1459500"/>
            <a:ext cx="8208298" cy="2529300"/>
          </a:xfrm>
          <a:prstGeom prst="rect">
            <a:avLst/>
          </a:prstGeom>
        </p:spPr>
        <p:txBody>
          <a:bodyPr spcFirstLastPara="1" wrap="square" lIns="91425" tIns="91425" rIns="91425" bIns="91425" anchor="ctr" anchorCtr="0">
            <a:noAutofit/>
          </a:bodyPr>
          <a:lstStyle/>
          <a:p>
            <a:pPr algn="l">
              <a:lnSpc>
                <a:spcPct val="100000"/>
              </a:lnSpc>
            </a:pPr>
            <a:br>
              <a:rPr lang="en-US" sz="1800" dirty="0"/>
            </a:br>
            <a:br>
              <a:rPr lang="en-US" sz="1800" dirty="0"/>
            </a:br>
            <a:r>
              <a:rPr lang="en-US" sz="1800" dirty="0"/>
              <a:t>2. Synergistic Anti-Inflammatory </a:t>
            </a:r>
            <a:r>
              <a:rPr lang="en-US" sz="1800" u="sng" dirty="0"/>
              <a:t>Action Both receptors suppress NF-</a:t>
            </a:r>
            <a:r>
              <a:rPr lang="el-GR" sz="1800" u="sng" dirty="0"/>
              <a:t>κ</a:t>
            </a:r>
            <a:r>
              <a:rPr lang="en-US" sz="1800" u="sng" dirty="0"/>
              <a:t>B signaling:</a:t>
            </a:r>
            <a:br>
              <a:rPr lang="en-US" sz="1800" dirty="0"/>
            </a:br>
            <a:br>
              <a:rPr lang="en-US" sz="1800" dirty="0"/>
            </a:br>
            <a:r>
              <a:rPr lang="en-US" sz="1800" dirty="0"/>
              <a:t>o GR interferes physically with p65 and recruits HDACs to inflammatory promoters (tightening the DNA and turning the gene off).</a:t>
            </a:r>
            <a:br>
              <a:rPr lang="en-US" sz="1800" dirty="0"/>
            </a:br>
            <a:br>
              <a:rPr lang="en-US" sz="1800" dirty="0"/>
            </a:br>
            <a:r>
              <a:rPr lang="en-US" sz="1800" dirty="0"/>
              <a:t>o PPAR</a:t>
            </a:r>
            <a:r>
              <a:rPr lang="el-GR" sz="1800" dirty="0"/>
              <a:t>α </a:t>
            </a:r>
            <a:r>
              <a:rPr lang="en-US" sz="1800" u="sng" dirty="0"/>
              <a:t>promotes I</a:t>
            </a:r>
            <a:r>
              <a:rPr lang="el-GR" sz="1800" u="sng" dirty="0"/>
              <a:t>κ</a:t>
            </a:r>
            <a:r>
              <a:rPr lang="en-US" sz="1800" u="sng" dirty="0"/>
              <a:t>B</a:t>
            </a:r>
            <a:r>
              <a:rPr lang="el-GR" sz="1800" u="sng" dirty="0"/>
              <a:t>α </a:t>
            </a:r>
            <a:r>
              <a:rPr lang="en-US" sz="1800" u="sng" dirty="0"/>
              <a:t>expression </a:t>
            </a:r>
            <a:r>
              <a:rPr lang="en-US" sz="1800" dirty="0"/>
              <a:t>and </a:t>
            </a:r>
            <a:r>
              <a:rPr lang="en-US" sz="1800" u="sng" dirty="0"/>
              <a:t>competes for limited coactivators </a:t>
            </a:r>
            <a:r>
              <a:rPr lang="en-US" sz="1800" dirty="0"/>
              <a:t>(inhibiting transcription).</a:t>
            </a:r>
            <a:br>
              <a:rPr lang="en-US" sz="1800" dirty="0"/>
            </a:br>
            <a:br>
              <a:rPr lang="en-US" sz="1800" dirty="0"/>
            </a:br>
            <a:r>
              <a:rPr lang="en-US" sz="1800" dirty="0"/>
              <a:t>When activated together, they exert synergistic repression of NF-</a:t>
            </a:r>
            <a:r>
              <a:rPr lang="el-GR" sz="1800" dirty="0"/>
              <a:t>κ</a:t>
            </a:r>
            <a:r>
              <a:rPr lang="en-US" sz="1800" dirty="0"/>
              <a:t>B target genes (e.g., MCP-1, IL-6), likely through direct protein-protein interactions.</a:t>
            </a:r>
            <a:br>
              <a:rPr lang="en-US" sz="1800" dirty="0"/>
            </a:br>
            <a:br>
              <a:rPr lang="en-US" sz="1800" dirty="0"/>
            </a:br>
            <a:endParaRPr lang="en-US" sz="1800" dirty="0"/>
          </a:p>
        </p:txBody>
      </p:sp>
      <p:grpSp>
        <p:nvGrpSpPr>
          <p:cNvPr id="1222" name="Google Shape;1222;p47">
            <a:extLst>
              <a:ext uri="{FF2B5EF4-FFF2-40B4-BE49-F238E27FC236}">
                <a16:creationId xmlns:a16="http://schemas.microsoft.com/office/drawing/2014/main" id="{D5EB7652-1FDF-8F57-3E37-4F060EA0F0E1}"/>
              </a:ext>
            </a:extLst>
          </p:cNvPr>
          <p:cNvGrpSpPr/>
          <p:nvPr/>
        </p:nvGrpSpPr>
        <p:grpSpPr>
          <a:xfrm>
            <a:off x="122278" y="87555"/>
            <a:ext cx="623693" cy="542353"/>
            <a:chOff x="1082169" y="2497002"/>
            <a:chExt cx="1663996" cy="1720378"/>
          </a:xfrm>
        </p:grpSpPr>
        <p:sp>
          <p:nvSpPr>
            <p:cNvPr id="1223" name="Google Shape;1223;p47">
              <a:extLst>
                <a:ext uri="{FF2B5EF4-FFF2-40B4-BE49-F238E27FC236}">
                  <a16:creationId xmlns:a16="http://schemas.microsoft.com/office/drawing/2014/main" id="{824C0711-F387-5C3D-1F30-F9F0867052B9}"/>
                </a:ext>
              </a:extLst>
            </p:cNvPr>
            <p:cNvSpPr/>
            <p:nvPr/>
          </p:nvSpPr>
          <p:spPr>
            <a:xfrm rot="-1002475">
              <a:off x="1255753" y="2656719"/>
              <a:ext cx="1316828" cy="1400943"/>
            </a:xfrm>
            <a:custGeom>
              <a:avLst/>
              <a:gdLst/>
              <a:ahLst/>
              <a:cxnLst/>
              <a:rect l="l" t="t" r="r" b="b"/>
              <a:pathLst>
                <a:path w="33267" h="35392" extrusionOk="0">
                  <a:moveTo>
                    <a:pt x="16501" y="1"/>
                  </a:moveTo>
                  <a:cubicBezTo>
                    <a:pt x="15873" y="110"/>
                    <a:pt x="14762" y="293"/>
                    <a:pt x="14762" y="293"/>
                  </a:cubicBezTo>
                  <a:cubicBezTo>
                    <a:pt x="12749" y="761"/>
                    <a:pt x="10902" y="1778"/>
                    <a:pt x="9405" y="3270"/>
                  </a:cubicBezTo>
                  <a:cubicBezTo>
                    <a:pt x="7289" y="5379"/>
                    <a:pt x="6118" y="8189"/>
                    <a:pt x="6108" y="11183"/>
                  </a:cubicBezTo>
                  <a:cubicBezTo>
                    <a:pt x="6102" y="13317"/>
                    <a:pt x="6696" y="15394"/>
                    <a:pt x="7829" y="17192"/>
                  </a:cubicBezTo>
                  <a:cubicBezTo>
                    <a:pt x="8647" y="18490"/>
                    <a:pt x="9079" y="19998"/>
                    <a:pt x="9079" y="21552"/>
                  </a:cubicBezTo>
                  <a:lnTo>
                    <a:pt x="9079" y="24669"/>
                  </a:lnTo>
                  <a:lnTo>
                    <a:pt x="9118" y="25929"/>
                  </a:lnTo>
                  <a:lnTo>
                    <a:pt x="9079" y="26273"/>
                  </a:lnTo>
                  <a:lnTo>
                    <a:pt x="9079" y="28907"/>
                  </a:lnTo>
                  <a:cubicBezTo>
                    <a:pt x="9079" y="29271"/>
                    <a:pt x="8783" y="29566"/>
                    <a:pt x="8418" y="29566"/>
                  </a:cubicBezTo>
                  <a:lnTo>
                    <a:pt x="5260" y="29566"/>
                  </a:lnTo>
                  <a:cubicBezTo>
                    <a:pt x="2360" y="29566"/>
                    <a:pt x="1" y="31925"/>
                    <a:pt x="1" y="34825"/>
                  </a:cubicBezTo>
                  <a:cubicBezTo>
                    <a:pt x="1" y="35137"/>
                    <a:pt x="254" y="35392"/>
                    <a:pt x="568" y="35392"/>
                  </a:cubicBezTo>
                  <a:cubicBezTo>
                    <a:pt x="881" y="35392"/>
                    <a:pt x="1134" y="35137"/>
                    <a:pt x="1134" y="34825"/>
                  </a:cubicBezTo>
                  <a:lnTo>
                    <a:pt x="1134" y="34824"/>
                  </a:lnTo>
                  <a:lnTo>
                    <a:pt x="32132" y="34824"/>
                  </a:lnTo>
                  <a:cubicBezTo>
                    <a:pt x="32132" y="35137"/>
                    <a:pt x="32386" y="35392"/>
                    <a:pt x="32700" y="35392"/>
                  </a:cubicBezTo>
                  <a:cubicBezTo>
                    <a:pt x="33012" y="35392"/>
                    <a:pt x="33266" y="35137"/>
                    <a:pt x="33266" y="34824"/>
                  </a:cubicBezTo>
                  <a:cubicBezTo>
                    <a:pt x="33266" y="33420"/>
                    <a:pt x="32719" y="32099"/>
                    <a:pt x="31726" y="31107"/>
                  </a:cubicBezTo>
                  <a:cubicBezTo>
                    <a:pt x="30734" y="30114"/>
                    <a:pt x="29413" y="29567"/>
                    <a:pt x="28007" y="29567"/>
                  </a:cubicBezTo>
                  <a:lnTo>
                    <a:pt x="20189" y="29567"/>
                  </a:lnTo>
                  <a:cubicBezTo>
                    <a:pt x="19825" y="29567"/>
                    <a:pt x="19528" y="29271"/>
                    <a:pt x="19528" y="28907"/>
                  </a:cubicBezTo>
                  <a:lnTo>
                    <a:pt x="19528" y="25916"/>
                  </a:lnTo>
                  <a:cubicBezTo>
                    <a:pt x="19528" y="25553"/>
                    <a:pt x="19825" y="25256"/>
                    <a:pt x="20189" y="25256"/>
                  </a:cubicBezTo>
                  <a:cubicBezTo>
                    <a:pt x="20502" y="25256"/>
                    <a:pt x="20756" y="25003"/>
                    <a:pt x="20756" y="24689"/>
                  </a:cubicBezTo>
                  <a:lnTo>
                    <a:pt x="22273" y="24689"/>
                  </a:lnTo>
                  <a:cubicBezTo>
                    <a:pt x="22273" y="25003"/>
                    <a:pt x="22527" y="25256"/>
                    <a:pt x="22840" y="25256"/>
                  </a:cubicBezTo>
                  <a:lnTo>
                    <a:pt x="24457" y="25256"/>
                  </a:lnTo>
                  <a:cubicBezTo>
                    <a:pt x="26005" y="25256"/>
                    <a:pt x="27282" y="24094"/>
                    <a:pt x="27428" y="22553"/>
                  </a:cubicBezTo>
                  <a:lnTo>
                    <a:pt x="27777" y="18874"/>
                  </a:lnTo>
                  <a:lnTo>
                    <a:pt x="28243" y="18874"/>
                  </a:lnTo>
                  <a:cubicBezTo>
                    <a:pt x="28800" y="18874"/>
                    <a:pt x="29307" y="18590"/>
                    <a:pt x="29600" y="18115"/>
                  </a:cubicBezTo>
                  <a:cubicBezTo>
                    <a:pt x="29891" y="17639"/>
                    <a:pt x="29914" y="17059"/>
                    <a:pt x="29663" y="16563"/>
                  </a:cubicBezTo>
                  <a:lnTo>
                    <a:pt x="28544" y="14356"/>
                  </a:lnTo>
                  <a:lnTo>
                    <a:pt x="28546" y="11219"/>
                  </a:lnTo>
                  <a:cubicBezTo>
                    <a:pt x="28546" y="5964"/>
                    <a:pt x="24928" y="1470"/>
                    <a:pt x="20024" y="330"/>
                  </a:cubicBezTo>
                  <a:cubicBezTo>
                    <a:pt x="18622" y="4"/>
                    <a:pt x="19051" y="233"/>
                    <a:pt x="18416" y="58"/>
                  </a:cubicBezTo>
                  <a:cubicBezTo>
                    <a:pt x="18414" y="58"/>
                    <a:pt x="18412" y="59"/>
                    <a:pt x="18409" y="59"/>
                  </a:cubicBezTo>
                  <a:cubicBezTo>
                    <a:pt x="18347" y="59"/>
                    <a:pt x="18049" y="1"/>
                    <a:pt x="18007" y="1"/>
                  </a:cubicBezTo>
                  <a:close/>
                </a:path>
              </a:pathLst>
            </a:custGeom>
            <a:solidFill>
              <a:schemeClr val="accent2"/>
            </a:solidFill>
            <a:ln w="114300" cap="flat" cmpd="sng">
              <a:solidFill>
                <a:schemeClr val="accent2"/>
              </a:solidFill>
              <a:prstDash val="solid"/>
              <a:round/>
              <a:headEnd type="none" w="sm" len="sm"/>
              <a:tailEnd type="none" w="sm" len="sm"/>
            </a:ln>
            <a:effectLst>
              <a:outerShdw dist="76200" dir="1800000" algn="bl" rotWithShape="0">
                <a:schemeClr val="lt2"/>
              </a:outerShdw>
            </a:effectLst>
          </p:spPr>
          <p:txBody>
            <a:bodyPr spcFirstLastPara="1" wrap="square" lIns="91425" tIns="91425" rIns="91425" bIns="91425" anchor="ctr" anchorCtr="0">
              <a:noAutofit/>
            </a:bodyPr>
            <a:lstStyle/>
            <a:p>
              <a:pPr marL="0" marR="0" lvl="0" indent="0" algn="l" rtl="0">
                <a:lnSpc>
                  <a:spcPct val="100000"/>
                </a:lnSpc>
                <a:spcBef>
                  <a:spcPts val="0"/>
                </a:spcBef>
                <a:spcAft>
                  <a:spcPts val="0"/>
                </a:spcAft>
                <a:buNone/>
              </a:pPr>
              <a:endParaRPr/>
            </a:p>
          </p:txBody>
        </p:sp>
        <p:sp>
          <p:nvSpPr>
            <p:cNvPr id="1224" name="Google Shape;1224;p47">
              <a:extLst>
                <a:ext uri="{FF2B5EF4-FFF2-40B4-BE49-F238E27FC236}">
                  <a16:creationId xmlns:a16="http://schemas.microsoft.com/office/drawing/2014/main" id="{A05EBCF7-1F24-E265-4E7F-6699E4FEDC0E}"/>
                </a:ext>
              </a:extLst>
            </p:cNvPr>
            <p:cNvSpPr/>
            <p:nvPr/>
          </p:nvSpPr>
          <p:spPr>
            <a:xfrm rot="-1002475">
              <a:off x="1278198" y="2679168"/>
              <a:ext cx="1271901" cy="1356055"/>
            </a:xfrm>
            <a:custGeom>
              <a:avLst/>
              <a:gdLst/>
              <a:ahLst/>
              <a:cxnLst/>
              <a:rect l="l" t="t" r="r" b="b"/>
              <a:pathLst>
                <a:path w="32132" h="34258" extrusionOk="0">
                  <a:moveTo>
                    <a:pt x="16761" y="0"/>
                  </a:moveTo>
                  <a:cubicBezTo>
                    <a:pt x="10884" y="0"/>
                    <a:pt x="6127" y="4741"/>
                    <a:pt x="6108" y="10618"/>
                  </a:cubicBezTo>
                  <a:cubicBezTo>
                    <a:pt x="6102" y="12715"/>
                    <a:pt x="6701" y="14672"/>
                    <a:pt x="7741" y="16323"/>
                  </a:cubicBezTo>
                  <a:cubicBezTo>
                    <a:pt x="8620" y="17718"/>
                    <a:pt x="9079" y="19337"/>
                    <a:pt x="9079" y="20986"/>
                  </a:cubicBezTo>
                  <a:lnTo>
                    <a:pt x="9079" y="28340"/>
                  </a:lnTo>
                  <a:cubicBezTo>
                    <a:pt x="9079" y="29017"/>
                    <a:pt x="8529" y="29567"/>
                    <a:pt x="7851" y="29567"/>
                  </a:cubicBezTo>
                  <a:lnTo>
                    <a:pt x="4693" y="29567"/>
                  </a:lnTo>
                  <a:cubicBezTo>
                    <a:pt x="2101" y="29567"/>
                    <a:pt x="1" y="31667"/>
                    <a:pt x="1" y="34258"/>
                  </a:cubicBezTo>
                  <a:lnTo>
                    <a:pt x="32131" y="34258"/>
                  </a:lnTo>
                  <a:cubicBezTo>
                    <a:pt x="32131" y="31667"/>
                    <a:pt x="30032" y="29567"/>
                    <a:pt x="27440" y="29567"/>
                  </a:cubicBezTo>
                  <a:lnTo>
                    <a:pt x="19622" y="29567"/>
                  </a:lnTo>
                  <a:cubicBezTo>
                    <a:pt x="18944" y="29567"/>
                    <a:pt x="18395" y="29017"/>
                    <a:pt x="18395" y="28339"/>
                  </a:cubicBezTo>
                  <a:lnTo>
                    <a:pt x="18395" y="25349"/>
                  </a:lnTo>
                  <a:cubicBezTo>
                    <a:pt x="18395" y="24671"/>
                    <a:pt x="18944" y="24122"/>
                    <a:pt x="19622" y="24122"/>
                  </a:cubicBezTo>
                  <a:lnTo>
                    <a:pt x="23890" y="24122"/>
                  </a:lnTo>
                  <a:cubicBezTo>
                    <a:pt x="25137" y="24122"/>
                    <a:pt x="26179" y="23174"/>
                    <a:pt x="26297" y="21933"/>
                  </a:cubicBezTo>
                  <a:lnTo>
                    <a:pt x="26694" y="17739"/>
                  </a:lnTo>
                  <a:lnTo>
                    <a:pt x="27676" y="17739"/>
                  </a:lnTo>
                  <a:cubicBezTo>
                    <a:pt x="28440" y="17739"/>
                    <a:pt x="28935" y="16934"/>
                    <a:pt x="28590" y="16252"/>
                  </a:cubicBezTo>
                  <a:lnTo>
                    <a:pt x="27410" y="13924"/>
                  </a:lnTo>
                  <a:lnTo>
                    <a:pt x="27412" y="10652"/>
                  </a:lnTo>
                  <a:cubicBezTo>
                    <a:pt x="27412" y="4770"/>
                    <a:pt x="22643" y="1"/>
                    <a:pt x="16761"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25" name="Google Shape;1225;p47">
              <a:extLst>
                <a:ext uri="{FF2B5EF4-FFF2-40B4-BE49-F238E27FC236}">
                  <a16:creationId xmlns:a16="http://schemas.microsoft.com/office/drawing/2014/main" id="{57DB1808-F10C-E44B-5F01-AC7E7A630C74}"/>
                </a:ext>
              </a:extLst>
            </p:cNvPr>
            <p:cNvSpPr/>
            <p:nvPr/>
          </p:nvSpPr>
          <p:spPr>
            <a:xfrm rot="-1002475">
              <a:off x="1517787" y="2809192"/>
              <a:ext cx="566046" cy="422120"/>
            </a:xfrm>
            <a:custGeom>
              <a:avLst/>
              <a:gdLst/>
              <a:ahLst/>
              <a:cxnLst/>
              <a:rect l="l" t="t" r="r" b="b"/>
              <a:pathLst>
                <a:path w="14300" h="10664" extrusionOk="0">
                  <a:moveTo>
                    <a:pt x="7108" y="1"/>
                  </a:moveTo>
                  <a:cubicBezTo>
                    <a:pt x="3183" y="1"/>
                    <a:pt x="0" y="3182"/>
                    <a:pt x="0" y="7109"/>
                  </a:cubicBezTo>
                  <a:lnTo>
                    <a:pt x="0" y="9508"/>
                  </a:lnTo>
                  <a:cubicBezTo>
                    <a:pt x="0" y="10145"/>
                    <a:pt x="517" y="10663"/>
                    <a:pt x="1156" y="10663"/>
                  </a:cubicBezTo>
                  <a:lnTo>
                    <a:pt x="2112" y="10663"/>
                  </a:lnTo>
                  <a:cubicBezTo>
                    <a:pt x="2499" y="10663"/>
                    <a:pt x="2860" y="10469"/>
                    <a:pt x="3074" y="10148"/>
                  </a:cubicBezTo>
                  <a:lnTo>
                    <a:pt x="3929" y="8864"/>
                  </a:lnTo>
                  <a:lnTo>
                    <a:pt x="9030" y="8864"/>
                  </a:lnTo>
                  <a:cubicBezTo>
                    <a:pt x="10564" y="8864"/>
                    <a:pt x="11809" y="7620"/>
                    <a:pt x="11809" y="6085"/>
                  </a:cubicBezTo>
                  <a:cubicBezTo>
                    <a:pt x="13184" y="6085"/>
                    <a:pt x="14300" y="4969"/>
                    <a:pt x="14300" y="3594"/>
                  </a:cubicBezTo>
                  <a:cubicBezTo>
                    <a:pt x="14300" y="1609"/>
                    <a:pt x="12691" y="1"/>
                    <a:pt x="10707"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26" name="Google Shape;1226;p47">
              <a:extLst>
                <a:ext uri="{FF2B5EF4-FFF2-40B4-BE49-F238E27FC236}">
                  <a16:creationId xmlns:a16="http://schemas.microsoft.com/office/drawing/2014/main" id="{6F1257E5-CC86-5957-63C6-E68DE080689F}"/>
                </a:ext>
              </a:extLst>
            </p:cNvPr>
            <p:cNvSpPr/>
            <p:nvPr/>
          </p:nvSpPr>
          <p:spPr>
            <a:xfrm rot="-1002475">
              <a:off x="2105720" y="3486731"/>
              <a:ext cx="588727" cy="446107"/>
            </a:xfrm>
            <a:custGeom>
              <a:avLst/>
              <a:gdLst/>
              <a:ahLst/>
              <a:cxnLst/>
              <a:rect l="l" t="t" r="r" b="b"/>
              <a:pathLst>
                <a:path w="14873" h="11270" extrusionOk="0">
                  <a:moveTo>
                    <a:pt x="1795" y="1"/>
                  </a:moveTo>
                  <a:cubicBezTo>
                    <a:pt x="805" y="1"/>
                    <a:pt x="1" y="805"/>
                    <a:pt x="1" y="1794"/>
                  </a:cubicBezTo>
                  <a:lnTo>
                    <a:pt x="1" y="4785"/>
                  </a:lnTo>
                  <a:cubicBezTo>
                    <a:pt x="1" y="5774"/>
                    <a:pt x="805" y="6578"/>
                    <a:pt x="1795" y="6578"/>
                  </a:cubicBezTo>
                  <a:lnTo>
                    <a:pt x="9613" y="6578"/>
                  </a:lnTo>
                  <a:cubicBezTo>
                    <a:pt x="10716" y="6578"/>
                    <a:pt x="11751" y="7008"/>
                    <a:pt x="12531" y="7787"/>
                  </a:cubicBezTo>
                  <a:cubicBezTo>
                    <a:pt x="13309" y="8565"/>
                    <a:pt x="13739" y="9601"/>
                    <a:pt x="13739" y="10703"/>
                  </a:cubicBezTo>
                  <a:cubicBezTo>
                    <a:pt x="13739" y="11016"/>
                    <a:pt x="13992" y="11270"/>
                    <a:pt x="14306" y="11270"/>
                  </a:cubicBezTo>
                  <a:cubicBezTo>
                    <a:pt x="14619" y="11270"/>
                    <a:pt x="14872" y="11016"/>
                    <a:pt x="14872" y="10703"/>
                  </a:cubicBezTo>
                  <a:cubicBezTo>
                    <a:pt x="14872" y="9297"/>
                    <a:pt x="14325" y="7977"/>
                    <a:pt x="13332" y="6985"/>
                  </a:cubicBezTo>
                  <a:cubicBezTo>
                    <a:pt x="12339" y="5992"/>
                    <a:pt x="11019" y="5445"/>
                    <a:pt x="9613" y="5445"/>
                  </a:cubicBezTo>
                  <a:lnTo>
                    <a:pt x="1795" y="5445"/>
                  </a:lnTo>
                  <a:cubicBezTo>
                    <a:pt x="1431" y="5445"/>
                    <a:pt x="1134" y="5149"/>
                    <a:pt x="1134" y="4785"/>
                  </a:cubicBezTo>
                  <a:lnTo>
                    <a:pt x="1134" y="1794"/>
                  </a:lnTo>
                  <a:cubicBezTo>
                    <a:pt x="1134" y="1431"/>
                    <a:pt x="1431" y="1134"/>
                    <a:pt x="1795" y="1134"/>
                  </a:cubicBezTo>
                  <a:cubicBezTo>
                    <a:pt x="2108" y="1134"/>
                    <a:pt x="2362" y="881"/>
                    <a:pt x="2362" y="567"/>
                  </a:cubicBezTo>
                  <a:cubicBezTo>
                    <a:pt x="2362" y="254"/>
                    <a:pt x="2108" y="1"/>
                    <a:pt x="179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27" name="Google Shape;1227;p47">
              <a:extLst>
                <a:ext uri="{FF2B5EF4-FFF2-40B4-BE49-F238E27FC236}">
                  <a16:creationId xmlns:a16="http://schemas.microsoft.com/office/drawing/2014/main" id="{B261D307-CF54-7B34-ED1C-7F20307CD7C1}"/>
                </a:ext>
              </a:extLst>
            </p:cNvPr>
            <p:cNvSpPr/>
            <p:nvPr/>
          </p:nvSpPr>
          <p:spPr>
            <a:xfrm rot="-1002475">
              <a:off x="1258555" y="2675798"/>
              <a:ext cx="1184104" cy="1400943"/>
            </a:xfrm>
            <a:custGeom>
              <a:avLst/>
              <a:gdLst/>
              <a:ahLst/>
              <a:cxnLst/>
              <a:rect l="l" t="t" r="r" b="b"/>
              <a:pathLst>
                <a:path w="29914" h="35392" extrusionOk="0">
                  <a:moveTo>
                    <a:pt x="16501" y="1"/>
                  </a:moveTo>
                  <a:cubicBezTo>
                    <a:pt x="15873" y="110"/>
                    <a:pt x="14762" y="294"/>
                    <a:pt x="14760" y="294"/>
                  </a:cubicBezTo>
                  <a:cubicBezTo>
                    <a:pt x="12748" y="761"/>
                    <a:pt x="10901" y="1778"/>
                    <a:pt x="9404" y="3270"/>
                  </a:cubicBezTo>
                  <a:cubicBezTo>
                    <a:pt x="7288" y="5380"/>
                    <a:pt x="6118" y="8190"/>
                    <a:pt x="6108" y="11184"/>
                  </a:cubicBezTo>
                  <a:cubicBezTo>
                    <a:pt x="6101" y="13318"/>
                    <a:pt x="6696" y="15395"/>
                    <a:pt x="7829" y="17192"/>
                  </a:cubicBezTo>
                  <a:cubicBezTo>
                    <a:pt x="8647" y="18491"/>
                    <a:pt x="9078" y="19998"/>
                    <a:pt x="9078" y="21553"/>
                  </a:cubicBezTo>
                  <a:lnTo>
                    <a:pt x="9078" y="24671"/>
                  </a:lnTo>
                  <a:lnTo>
                    <a:pt x="9117" y="25929"/>
                  </a:lnTo>
                  <a:lnTo>
                    <a:pt x="9078" y="26273"/>
                  </a:lnTo>
                  <a:lnTo>
                    <a:pt x="9078" y="28907"/>
                  </a:lnTo>
                  <a:cubicBezTo>
                    <a:pt x="9078" y="29271"/>
                    <a:pt x="8783" y="29567"/>
                    <a:pt x="8418" y="29567"/>
                  </a:cubicBezTo>
                  <a:lnTo>
                    <a:pt x="5259" y="29567"/>
                  </a:lnTo>
                  <a:cubicBezTo>
                    <a:pt x="2359" y="29567"/>
                    <a:pt x="1" y="31926"/>
                    <a:pt x="1" y="34825"/>
                  </a:cubicBezTo>
                  <a:cubicBezTo>
                    <a:pt x="1" y="35138"/>
                    <a:pt x="254" y="35392"/>
                    <a:pt x="568" y="35392"/>
                  </a:cubicBezTo>
                  <a:cubicBezTo>
                    <a:pt x="881" y="35392"/>
                    <a:pt x="1134" y="35138"/>
                    <a:pt x="1134" y="34825"/>
                  </a:cubicBezTo>
                  <a:cubicBezTo>
                    <a:pt x="1134" y="32551"/>
                    <a:pt x="2984" y="30700"/>
                    <a:pt x="5259" y="30700"/>
                  </a:cubicBezTo>
                  <a:lnTo>
                    <a:pt x="8418" y="30700"/>
                  </a:lnTo>
                  <a:cubicBezTo>
                    <a:pt x="9407" y="30700"/>
                    <a:pt x="10213" y="29896"/>
                    <a:pt x="10213" y="28907"/>
                  </a:cubicBezTo>
                  <a:lnTo>
                    <a:pt x="10213" y="27408"/>
                  </a:lnTo>
                  <a:lnTo>
                    <a:pt x="10213" y="25804"/>
                  </a:lnTo>
                  <a:lnTo>
                    <a:pt x="10213" y="21553"/>
                  </a:lnTo>
                  <a:cubicBezTo>
                    <a:pt x="10213" y="19785"/>
                    <a:pt x="9719" y="18068"/>
                    <a:pt x="8787" y="16587"/>
                  </a:cubicBezTo>
                  <a:cubicBezTo>
                    <a:pt x="7770" y="14973"/>
                    <a:pt x="7236" y="13105"/>
                    <a:pt x="7242" y="11187"/>
                  </a:cubicBezTo>
                  <a:cubicBezTo>
                    <a:pt x="7250" y="8496"/>
                    <a:pt x="8303" y="5970"/>
                    <a:pt x="10204" y="4074"/>
                  </a:cubicBezTo>
                  <a:cubicBezTo>
                    <a:pt x="12105" y="2181"/>
                    <a:pt x="14630" y="1137"/>
                    <a:pt x="17318" y="1134"/>
                  </a:cubicBezTo>
                  <a:lnTo>
                    <a:pt x="17337" y="1134"/>
                  </a:lnTo>
                  <a:cubicBezTo>
                    <a:pt x="22893" y="1140"/>
                    <a:pt x="27411" y="5662"/>
                    <a:pt x="27411" y="11219"/>
                  </a:cubicBezTo>
                  <a:lnTo>
                    <a:pt x="27409" y="14491"/>
                  </a:lnTo>
                  <a:cubicBezTo>
                    <a:pt x="27409" y="14580"/>
                    <a:pt x="27430" y="14668"/>
                    <a:pt x="27471" y="14748"/>
                  </a:cubicBezTo>
                  <a:lnTo>
                    <a:pt x="28651" y="17076"/>
                  </a:lnTo>
                  <a:cubicBezTo>
                    <a:pt x="28755" y="17282"/>
                    <a:pt x="28673" y="17456"/>
                    <a:pt x="28633" y="17522"/>
                  </a:cubicBezTo>
                  <a:cubicBezTo>
                    <a:pt x="28593" y="17587"/>
                    <a:pt x="28474" y="17740"/>
                    <a:pt x="28242" y="17740"/>
                  </a:cubicBezTo>
                  <a:lnTo>
                    <a:pt x="27261" y="17740"/>
                  </a:lnTo>
                  <a:cubicBezTo>
                    <a:pt x="26969" y="17740"/>
                    <a:pt x="26724" y="17963"/>
                    <a:pt x="26697" y="18254"/>
                  </a:cubicBezTo>
                  <a:lnTo>
                    <a:pt x="26299" y="22446"/>
                  </a:lnTo>
                  <a:cubicBezTo>
                    <a:pt x="26209" y="23402"/>
                    <a:pt x="25417" y="24123"/>
                    <a:pt x="24457" y="24123"/>
                  </a:cubicBezTo>
                  <a:lnTo>
                    <a:pt x="22840" y="24123"/>
                  </a:lnTo>
                  <a:cubicBezTo>
                    <a:pt x="22526" y="24123"/>
                    <a:pt x="22273" y="24377"/>
                    <a:pt x="22273" y="24689"/>
                  </a:cubicBezTo>
                  <a:cubicBezTo>
                    <a:pt x="22273" y="25003"/>
                    <a:pt x="22526" y="25257"/>
                    <a:pt x="22840" y="25257"/>
                  </a:cubicBezTo>
                  <a:lnTo>
                    <a:pt x="24457" y="25257"/>
                  </a:lnTo>
                  <a:cubicBezTo>
                    <a:pt x="26005" y="25257"/>
                    <a:pt x="27282" y="24094"/>
                    <a:pt x="27428" y="22553"/>
                  </a:cubicBezTo>
                  <a:lnTo>
                    <a:pt x="27777" y="18874"/>
                  </a:lnTo>
                  <a:lnTo>
                    <a:pt x="28242" y="18874"/>
                  </a:lnTo>
                  <a:cubicBezTo>
                    <a:pt x="28800" y="18874"/>
                    <a:pt x="29307" y="18590"/>
                    <a:pt x="29600" y="18115"/>
                  </a:cubicBezTo>
                  <a:cubicBezTo>
                    <a:pt x="29891" y="17639"/>
                    <a:pt x="29914" y="17060"/>
                    <a:pt x="29661" y="16563"/>
                  </a:cubicBezTo>
                  <a:lnTo>
                    <a:pt x="28544" y="14356"/>
                  </a:lnTo>
                  <a:lnTo>
                    <a:pt x="28546" y="11219"/>
                  </a:lnTo>
                  <a:cubicBezTo>
                    <a:pt x="28546" y="5964"/>
                    <a:pt x="24928" y="1470"/>
                    <a:pt x="20024" y="330"/>
                  </a:cubicBezTo>
                  <a:cubicBezTo>
                    <a:pt x="18622" y="4"/>
                    <a:pt x="19051" y="234"/>
                    <a:pt x="18416" y="58"/>
                  </a:cubicBezTo>
                  <a:cubicBezTo>
                    <a:pt x="18414" y="58"/>
                    <a:pt x="18412" y="59"/>
                    <a:pt x="18409" y="59"/>
                  </a:cubicBezTo>
                  <a:cubicBezTo>
                    <a:pt x="18347" y="59"/>
                    <a:pt x="18049" y="1"/>
                    <a:pt x="18007"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28" name="Google Shape;1228;p47">
              <a:extLst>
                <a:ext uri="{FF2B5EF4-FFF2-40B4-BE49-F238E27FC236}">
                  <a16:creationId xmlns:a16="http://schemas.microsoft.com/office/drawing/2014/main" id="{1F8CA87D-86DB-1D14-B3A9-21A5656F2A7A}"/>
                </a:ext>
              </a:extLst>
            </p:cNvPr>
            <p:cNvSpPr/>
            <p:nvPr/>
          </p:nvSpPr>
          <p:spPr>
            <a:xfrm rot="-1002475">
              <a:off x="1495332" y="2786710"/>
              <a:ext cx="610933" cy="467007"/>
            </a:xfrm>
            <a:custGeom>
              <a:avLst/>
              <a:gdLst/>
              <a:ahLst/>
              <a:cxnLst/>
              <a:rect l="l" t="t" r="r" b="b"/>
              <a:pathLst>
                <a:path w="15434" h="11798" extrusionOk="0">
                  <a:moveTo>
                    <a:pt x="9688" y="1"/>
                  </a:moveTo>
                  <a:cubicBezTo>
                    <a:pt x="9374" y="1"/>
                    <a:pt x="9121" y="254"/>
                    <a:pt x="9121" y="568"/>
                  </a:cubicBezTo>
                  <a:cubicBezTo>
                    <a:pt x="9121" y="881"/>
                    <a:pt x="9374" y="1134"/>
                    <a:pt x="9688" y="1134"/>
                  </a:cubicBezTo>
                  <a:lnTo>
                    <a:pt x="11274" y="1134"/>
                  </a:lnTo>
                  <a:cubicBezTo>
                    <a:pt x="12943" y="1134"/>
                    <a:pt x="14300" y="2492"/>
                    <a:pt x="14300" y="4161"/>
                  </a:cubicBezTo>
                  <a:cubicBezTo>
                    <a:pt x="14300" y="5030"/>
                    <a:pt x="13721" y="5767"/>
                    <a:pt x="12928" y="6005"/>
                  </a:cubicBezTo>
                  <a:cubicBezTo>
                    <a:pt x="12879" y="5505"/>
                    <a:pt x="12725" y="4834"/>
                    <a:pt x="12287" y="4314"/>
                  </a:cubicBezTo>
                  <a:cubicBezTo>
                    <a:pt x="12486" y="3967"/>
                    <a:pt x="12579" y="3582"/>
                    <a:pt x="12560" y="3174"/>
                  </a:cubicBezTo>
                  <a:cubicBezTo>
                    <a:pt x="12547" y="2870"/>
                    <a:pt x="12299" y="2633"/>
                    <a:pt x="11995" y="2633"/>
                  </a:cubicBezTo>
                  <a:cubicBezTo>
                    <a:pt x="11986" y="2633"/>
                    <a:pt x="11977" y="2633"/>
                    <a:pt x="11968" y="2633"/>
                  </a:cubicBezTo>
                  <a:cubicBezTo>
                    <a:pt x="11655" y="2648"/>
                    <a:pt x="11413" y="2913"/>
                    <a:pt x="11428" y="3225"/>
                  </a:cubicBezTo>
                  <a:cubicBezTo>
                    <a:pt x="11443" y="3572"/>
                    <a:pt x="11289" y="3872"/>
                    <a:pt x="10956" y="4140"/>
                  </a:cubicBezTo>
                  <a:cubicBezTo>
                    <a:pt x="10668" y="4372"/>
                    <a:pt x="10358" y="4483"/>
                    <a:pt x="10348" y="4487"/>
                  </a:cubicBezTo>
                  <a:cubicBezTo>
                    <a:pt x="10052" y="4588"/>
                    <a:pt x="9894" y="4909"/>
                    <a:pt x="9994" y="5204"/>
                  </a:cubicBezTo>
                  <a:cubicBezTo>
                    <a:pt x="10073" y="5441"/>
                    <a:pt x="10294" y="5591"/>
                    <a:pt x="10531" y="5591"/>
                  </a:cubicBezTo>
                  <a:cubicBezTo>
                    <a:pt x="10591" y="5591"/>
                    <a:pt x="10651" y="5581"/>
                    <a:pt x="10712" y="5560"/>
                  </a:cubicBezTo>
                  <a:cubicBezTo>
                    <a:pt x="10755" y="5546"/>
                    <a:pt x="11110" y="5421"/>
                    <a:pt x="11498" y="5150"/>
                  </a:cubicBezTo>
                  <a:cubicBezTo>
                    <a:pt x="11809" y="5617"/>
                    <a:pt x="11834" y="6323"/>
                    <a:pt x="11810" y="6602"/>
                  </a:cubicBezTo>
                  <a:cubicBezTo>
                    <a:pt x="11810" y="6610"/>
                    <a:pt x="11810" y="6617"/>
                    <a:pt x="11809" y="6626"/>
                  </a:cubicBezTo>
                  <a:cubicBezTo>
                    <a:pt x="11809" y="6634"/>
                    <a:pt x="11808" y="6644"/>
                    <a:pt x="11808" y="6653"/>
                  </a:cubicBezTo>
                  <a:cubicBezTo>
                    <a:pt x="11808" y="7872"/>
                    <a:pt x="10816" y="8864"/>
                    <a:pt x="9597" y="8864"/>
                  </a:cubicBezTo>
                  <a:lnTo>
                    <a:pt x="4495" y="8864"/>
                  </a:lnTo>
                  <a:cubicBezTo>
                    <a:pt x="4305" y="8864"/>
                    <a:pt x="4128" y="8960"/>
                    <a:pt x="4023" y="9118"/>
                  </a:cubicBezTo>
                  <a:lnTo>
                    <a:pt x="3168" y="10401"/>
                  </a:lnTo>
                  <a:cubicBezTo>
                    <a:pt x="3058" y="10566"/>
                    <a:pt x="2876" y="10663"/>
                    <a:pt x="2678" y="10663"/>
                  </a:cubicBezTo>
                  <a:lnTo>
                    <a:pt x="1722" y="10663"/>
                  </a:lnTo>
                  <a:cubicBezTo>
                    <a:pt x="1397" y="10663"/>
                    <a:pt x="1133" y="10399"/>
                    <a:pt x="1133" y="10076"/>
                  </a:cubicBezTo>
                  <a:lnTo>
                    <a:pt x="1133" y="7677"/>
                  </a:lnTo>
                  <a:cubicBezTo>
                    <a:pt x="1133" y="6032"/>
                    <a:pt x="1746" y="4459"/>
                    <a:pt x="2858" y="3249"/>
                  </a:cubicBezTo>
                  <a:cubicBezTo>
                    <a:pt x="3964" y="2047"/>
                    <a:pt x="5466" y="1305"/>
                    <a:pt x="7085" y="1160"/>
                  </a:cubicBezTo>
                  <a:cubicBezTo>
                    <a:pt x="7399" y="1133"/>
                    <a:pt x="7628" y="858"/>
                    <a:pt x="7601" y="547"/>
                  </a:cubicBezTo>
                  <a:cubicBezTo>
                    <a:pt x="7574" y="252"/>
                    <a:pt x="7328" y="30"/>
                    <a:pt x="7039" y="30"/>
                  </a:cubicBezTo>
                  <a:cubicBezTo>
                    <a:pt x="7022" y="30"/>
                    <a:pt x="7004" y="31"/>
                    <a:pt x="6986" y="32"/>
                  </a:cubicBezTo>
                  <a:cubicBezTo>
                    <a:pt x="5084" y="201"/>
                    <a:pt x="3321" y="1071"/>
                    <a:pt x="2025" y="2483"/>
                  </a:cubicBezTo>
                  <a:cubicBezTo>
                    <a:pt x="719" y="3902"/>
                    <a:pt x="1" y="5747"/>
                    <a:pt x="1" y="7677"/>
                  </a:cubicBezTo>
                  <a:lnTo>
                    <a:pt x="1" y="10076"/>
                  </a:lnTo>
                  <a:cubicBezTo>
                    <a:pt x="1" y="11025"/>
                    <a:pt x="773" y="11798"/>
                    <a:pt x="1722" y="11798"/>
                  </a:cubicBezTo>
                  <a:lnTo>
                    <a:pt x="2679" y="11798"/>
                  </a:lnTo>
                  <a:cubicBezTo>
                    <a:pt x="3256" y="11798"/>
                    <a:pt x="3793" y="11511"/>
                    <a:pt x="4112" y="11030"/>
                  </a:cubicBezTo>
                  <a:lnTo>
                    <a:pt x="4800" y="9999"/>
                  </a:lnTo>
                  <a:lnTo>
                    <a:pt x="9597" y="9999"/>
                  </a:lnTo>
                  <a:cubicBezTo>
                    <a:pt x="11264" y="9999"/>
                    <a:pt x="12650" y="8772"/>
                    <a:pt x="12902" y="7175"/>
                  </a:cubicBezTo>
                  <a:cubicBezTo>
                    <a:pt x="14338" y="6924"/>
                    <a:pt x="15434" y="5668"/>
                    <a:pt x="15434" y="4162"/>
                  </a:cubicBezTo>
                  <a:cubicBezTo>
                    <a:pt x="15434" y="1868"/>
                    <a:pt x="13568" y="1"/>
                    <a:pt x="11274"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29" name="Google Shape;1229;p47">
              <a:extLst>
                <a:ext uri="{FF2B5EF4-FFF2-40B4-BE49-F238E27FC236}">
                  <a16:creationId xmlns:a16="http://schemas.microsoft.com/office/drawing/2014/main" id="{EEB07C7B-CF0A-CF4A-A11F-CF05A5CC971A}"/>
                </a:ext>
              </a:extLst>
            </p:cNvPr>
            <p:cNvSpPr/>
            <p:nvPr/>
          </p:nvSpPr>
          <p:spPr>
            <a:xfrm rot="-1002475">
              <a:off x="1625186" y="3048514"/>
              <a:ext cx="134822" cy="82453"/>
            </a:xfrm>
            <a:custGeom>
              <a:avLst/>
              <a:gdLst/>
              <a:ahLst/>
              <a:cxnLst/>
              <a:rect l="l" t="t" r="r" b="b"/>
              <a:pathLst>
                <a:path w="3406" h="2083" extrusionOk="0">
                  <a:moveTo>
                    <a:pt x="2760" y="1"/>
                  </a:moveTo>
                  <a:cubicBezTo>
                    <a:pt x="2547" y="1"/>
                    <a:pt x="2344" y="121"/>
                    <a:pt x="2247" y="325"/>
                  </a:cubicBezTo>
                  <a:cubicBezTo>
                    <a:pt x="2098" y="638"/>
                    <a:pt x="1822" y="830"/>
                    <a:pt x="1402" y="911"/>
                  </a:cubicBezTo>
                  <a:cubicBezTo>
                    <a:pt x="1247" y="940"/>
                    <a:pt x="1100" y="949"/>
                    <a:pt x="981" y="949"/>
                  </a:cubicBezTo>
                  <a:cubicBezTo>
                    <a:pt x="817" y="949"/>
                    <a:pt x="706" y="933"/>
                    <a:pt x="701" y="931"/>
                  </a:cubicBezTo>
                  <a:cubicBezTo>
                    <a:pt x="670" y="927"/>
                    <a:pt x="640" y="924"/>
                    <a:pt x="610" y="924"/>
                  </a:cubicBezTo>
                  <a:cubicBezTo>
                    <a:pt x="338" y="924"/>
                    <a:pt x="97" y="1121"/>
                    <a:pt x="51" y="1400"/>
                  </a:cubicBezTo>
                  <a:cubicBezTo>
                    <a:pt x="1" y="1708"/>
                    <a:pt x="210" y="2000"/>
                    <a:pt x="519" y="2050"/>
                  </a:cubicBezTo>
                  <a:cubicBezTo>
                    <a:pt x="549" y="2056"/>
                    <a:pt x="726" y="2083"/>
                    <a:pt x="980" y="2083"/>
                  </a:cubicBezTo>
                  <a:cubicBezTo>
                    <a:pt x="1150" y="2083"/>
                    <a:pt x="1354" y="2071"/>
                    <a:pt x="1573" y="2033"/>
                  </a:cubicBezTo>
                  <a:cubicBezTo>
                    <a:pt x="2373" y="1890"/>
                    <a:pt x="2959" y="1468"/>
                    <a:pt x="3272" y="811"/>
                  </a:cubicBezTo>
                  <a:cubicBezTo>
                    <a:pt x="3406" y="528"/>
                    <a:pt x="3285" y="190"/>
                    <a:pt x="3002" y="56"/>
                  </a:cubicBezTo>
                  <a:cubicBezTo>
                    <a:pt x="2924" y="19"/>
                    <a:pt x="2841" y="1"/>
                    <a:pt x="2760"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4" name="TextBox 3">
            <a:extLst>
              <a:ext uri="{FF2B5EF4-FFF2-40B4-BE49-F238E27FC236}">
                <a16:creationId xmlns:a16="http://schemas.microsoft.com/office/drawing/2014/main" id="{7038D0D0-33CB-7EC9-61AF-516ABDD0D581}"/>
              </a:ext>
            </a:extLst>
          </p:cNvPr>
          <p:cNvSpPr txBox="1"/>
          <p:nvPr/>
        </p:nvSpPr>
        <p:spPr>
          <a:xfrm>
            <a:off x="981913" y="619454"/>
            <a:ext cx="7180174" cy="430887"/>
          </a:xfrm>
          <a:prstGeom prst="rect">
            <a:avLst/>
          </a:prstGeom>
          <a:noFill/>
        </p:spPr>
        <p:txBody>
          <a:bodyPr wrap="square">
            <a:spAutoFit/>
          </a:bodyPr>
          <a:lstStyle/>
          <a:p>
            <a:pPr marL="0" marR="0" algn="ctr" rtl="0">
              <a:spcBef>
                <a:spcPts val="600"/>
              </a:spcBef>
              <a:spcAft>
                <a:spcPts val="600"/>
              </a:spcAft>
              <a:buNone/>
            </a:pPr>
            <a:r>
              <a:rPr lang="en-US" sz="2200" b="1" dirty="0">
                <a:latin typeface="ADLaM Display" panose="02010000000000000000" pitchFamily="2" charset="0"/>
                <a:ea typeface="ADLaM Display" panose="02010000000000000000" pitchFamily="2" charset="0"/>
                <a:cs typeface="ADLaM Display" panose="02010000000000000000" pitchFamily="2" charset="0"/>
              </a:rPr>
              <a:t>Cross-Talk with the Glucocorticoid Receptor (GR)</a:t>
            </a:r>
            <a:endParaRPr lang="en-US" sz="2200" dirty="0">
              <a:effectLst/>
              <a:latin typeface="ADLaM Display" panose="02010000000000000000" pitchFamily="2" charset="0"/>
              <a:ea typeface="ADLaM Display" panose="02010000000000000000" pitchFamily="2" charset="0"/>
              <a:cs typeface="ADLaM Display" panose="02010000000000000000" pitchFamily="2" charset="0"/>
            </a:endParaRPr>
          </a:p>
        </p:txBody>
      </p:sp>
      <p:sp>
        <p:nvSpPr>
          <p:cNvPr id="2" name="AutoShape 2" descr="Output image">
            <a:extLst>
              <a:ext uri="{FF2B5EF4-FFF2-40B4-BE49-F238E27FC236}">
                <a16:creationId xmlns:a16="http://schemas.microsoft.com/office/drawing/2014/main" id="{C8B4390C-0852-6E3E-2B3B-BC601DA05752}"/>
              </a:ext>
            </a:extLst>
          </p:cNvPr>
          <p:cNvSpPr>
            <a:spLocks noChangeAspect="1" noChangeArrowheads="1"/>
          </p:cNvSpPr>
          <p:nvPr/>
        </p:nvSpPr>
        <p:spPr bwMode="auto">
          <a:xfrm>
            <a:off x="4419600" y="241935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3" name="AutoShape 4" descr="Output image">
            <a:extLst>
              <a:ext uri="{FF2B5EF4-FFF2-40B4-BE49-F238E27FC236}">
                <a16:creationId xmlns:a16="http://schemas.microsoft.com/office/drawing/2014/main" id="{E4B34BD3-F91F-A12B-98FD-37993D25F6D2}"/>
              </a:ext>
            </a:extLst>
          </p:cNvPr>
          <p:cNvSpPr>
            <a:spLocks noChangeAspect="1" noChangeArrowheads="1"/>
          </p:cNvSpPr>
          <p:nvPr/>
        </p:nvSpPr>
        <p:spPr bwMode="auto">
          <a:xfrm>
            <a:off x="4572000" y="257175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5" name="Google Shape;769;p36">
            <a:extLst>
              <a:ext uri="{FF2B5EF4-FFF2-40B4-BE49-F238E27FC236}">
                <a16:creationId xmlns:a16="http://schemas.microsoft.com/office/drawing/2014/main" id="{94DEC0D0-D353-B998-4546-7BB7F9DB858F}"/>
              </a:ext>
            </a:extLst>
          </p:cNvPr>
          <p:cNvSpPr txBox="1">
            <a:spLocks/>
          </p:cNvSpPr>
          <p:nvPr/>
        </p:nvSpPr>
        <p:spPr>
          <a:xfrm>
            <a:off x="5230905" y="4176134"/>
            <a:ext cx="3847964" cy="937381"/>
          </a:xfrm>
          <a:prstGeom prst="rect">
            <a:avLst/>
          </a:prstGeom>
          <a:solidFill>
            <a:schemeClr val="accent2"/>
          </a:solidFill>
          <a:ln>
            <a:noFill/>
          </a:ln>
          <a:effectLst>
            <a:outerShdw dist="95250" dir="3000000" algn="bl" rotWithShape="0">
              <a:schemeClr val="lt2"/>
            </a:outerShdw>
          </a:effectLst>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L="457200" marR="0" lvl="0" indent="-317500" algn="l" rtl="0">
              <a:lnSpc>
                <a:spcPct val="100000"/>
              </a:lnSpc>
              <a:spcBef>
                <a:spcPts val="0"/>
              </a:spcBef>
              <a:spcAft>
                <a:spcPts val="0"/>
              </a:spcAft>
              <a:buClr>
                <a:schemeClr val="dk1"/>
              </a:buClr>
              <a:buSzPts val="1400"/>
              <a:buFont typeface="Nunito"/>
              <a:buNone/>
              <a:defRPr sz="1600" b="0" i="0" u="none" strike="noStrike" cap="none">
                <a:solidFill>
                  <a:schemeClr val="dk1"/>
                </a:solidFill>
                <a:latin typeface="Nunito"/>
                <a:ea typeface="Nunito"/>
                <a:cs typeface="Nunito"/>
                <a:sym typeface="Nunito"/>
              </a:defRPr>
            </a:lvl1pPr>
            <a:lvl2pPr marL="914400" marR="0" lvl="1" indent="-317500" algn="ctr" rtl="0">
              <a:lnSpc>
                <a:spcPct val="100000"/>
              </a:lnSpc>
              <a:spcBef>
                <a:spcPts val="0"/>
              </a:spcBef>
              <a:spcAft>
                <a:spcPts val="0"/>
              </a:spcAft>
              <a:buClr>
                <a:schemeClr val="dk1"/>
              </a:buClr>
              <a:buSzPts val="1800"/>
              <a:buFont typeface="Nunito"/>
              <a:buNone/>
              <a:defRPr sz="1800" b="0" i="0" u="none" strike="noStrike" cap="none">
                <a:solidFill>
                  <a:schemeClr val="dk1"/>
                </a:solidFill>
                <a:latin typeface="Nunito"/>
                <a:ea typeface="Nunito"/>
                <a:cs typeface="Nunito"/>
                <a:sym typeface="Nunito"/>
              </a:defRPr>
            </a:lvl2pPr>
            <a:lvl3pPr marL="1371600" marR="0" lvl="2" indent="-317500" algn="ctr" rtl="0">
              <a:lnSpc>
                <a:spcPct val="100000"/>
              </a:lnSpc>
              <a:spcBef>
                <a:spcPts val="0"/>
              </a:spcBef>
              <a:spcAft>
                <a:spcPts val="0"/>
              </a:spcAft>
              <a:buClr>
                <a:schemeClr val="dk1"/>
              </a:buClr>
              <a:buSzPts val="1800"/>
              <a:buFont typeface="Nunito"/>
              <a:buNone/>
              <a:defRPr sz="1800" b="0" i="0" u="none" strike="noStrike" cap="none">
                <a:solidFill>
                  <a:schemeClr val="dk1"/>
                </a:solidFill>
                <a:latin typeface="Nunito"/>
                <a:ea typeface="Nunito"/>
                <a:cs typeface="Nunito"/>
                <a:sym typeface="Nunito"/>
              </a:defRPr>
            </a:lvl3pPr>
            <a:lvl4pPr marL="1828800" marR="0" lvl="3" indent="-317500" algn="ctr" rtl="0">
              <a:lnSpc>
                <a:spcPct val="100000"/>
              </a:lnSpc>
              <a:spcBef>
                <a:spcPts val="0"/>
              </a:spcBef>
              <a:spcAft>
                <a:spcPts val="0"/>
              </a:spcAft>
              <a:buClr>
                <a:schemeClr val="dk1"/>
              </a:buClr>
              <a:buSzPts val="1800"/>
              <a:buFont typeface="Nunito"/>
              <a:buNone/>
              <a:defRPr sz="1800" b="0" i="0" u="none" strike="noStrike" cap="none">
                <a:solidFill>
                  <a:schemeClr val="dk1"/>
                </a:solidFill>
                <a:latin typeface="Nunito"/>
                <a:ea typeface="Nunito"/>
                <a:cs typeface="Nunito"/>
                <a:sym typeface="Nunito"/>
              </a:defRPr>
            </a:lvl4pPr>
            <a:lvl5pPr marL="2286000" marR="0" lvl="4" indent="-317500" algn="ctr" rtl="0">
              <a:lnSpc>
                <a:spcPct val="100000"/>
              </a:lnSpc>
              <a:spcBef>
                <a:spcPts val="0"/>
              </a:spcBef>
              <a:spcAft>
                <a:spcPts val="0"/>
              </a:spcAft>
              <a:buClr>
                <a:schemeClr val="dk1"/>
              </a:buClr>
              <a:buSzPts val="1800"/>
              <a:buFont typeface="Nunito"/>
              <a:buNone/>
              <a:defRPr sz="1800" b="0" i="0" u="none" strike="noStrike" cap="none">
                <a:solidFill>
                  <a:schemeClr val="dk1"/>
                </a:solidFill>
                <a:latin typeface="Nunito"/>
                <a:ea typeface="Nunito"/>
                <a:cs typeface="Nunito"/>
                <a:sym typeface="Nunito"/>
              </a:defRPr>
            </a:lvl5pPr>
            <a:lvl6pPr marL="2743200" marR="0" lvl="5" indent="-317500" algn="ctr" rtl="0">
              <a:lnSpc>
                <a:spcPct val="100000"/>
              </a:lnSpc>
              <a:spcBef>
                <a:spcPts val="0"/>
              </a:spcBef>
              <a:spcAft>
                <a:spcPts val="0"/>
              </a:spcAft>
              <a:buClr>
                <a:schemeClr val="dk1"/>
              </a:buClr>
              <a:buSzPts val="1800"/>
              <a:buFont typeface="Nunito"/>
              <a:buNone/>
              <a:defRPr sz="1800" b="0" i="0" u="none" strike="noStrike" cap="none">
                <a:solidFill>
                  <a:schemeClr val="dk1"/>
                </a:solidFill>
                <a:latin typeface="Nunito"/>
                <a:ea typeface="Nunito"/>
                <a:cs typeface="Nunito"/>
                <a:sym typeface="Nunito"/>
              </a:defRPr>
            </a:lvl6pPr>
            <a:lvl7pPr marL="3200400" marR="0" lvl="6" indent="-317500" algn="ctr" rtl="0">
              <a:lnSpc>
                <a:spcPct val="100000"/>
              </a:lnSpc>
              <a:spcBef>
                <a:spcPts val="0"/>
              </a:spcBef>
              <a:spcAft>
                <a:spcPts val="0"/>
              </a:spcAft>
              <a:buClr>
                <a:schemeClr val="dk1"/>
              </a:buClr>
              <a:buSzPts val="1800"/>
              <a:buFont typeface="Nunito"/>
              <a:buNone/>
              <a:defRPr sz="1800" b="0" i="0" u="none" strike="noStrike" cap="none">
                <a:solidFill>
                  <a:schemeClr val="dk1"/>
                </a:solidFill>
                <a:latin typeface="Nunito"/>
                <a:ea typeface="Nunito"/>
                <a:cs typeface="Nunito"/>
                <a:sym typeface="Nunito"/>
              </a:defRPr>
            </a:lvl7pPr>
            <a:lvl8pPr marL="3657600" marR="0" lvl="7" indent="-317500" algn="ctr" rtl="0">
              <a:lnSpc>
                <a:spcPct val="100000"/>
              </a:lnSpc>
              <a:spcBef>
                <a:spcPts val="0"/>
              </a:spcBef>
              <a:spcAft>
                <a:spcPts val="0"/>
              </a:spcAft>
              <a:buClr>
                <a:schemeClr val="dk1"/>
              </a:buClr>
              <a:buSzPts val="1800"/>
              <a:buFont typeface="Nunito"/>
              <a:buNone/>
              <a:defRPr sz="1800" b="0" i="0" u="none" strike="noStrike" cap="none">
                <a:solidFill>
                  <a:schemeClr val="dk1"/>
                </a:solidFill>
                <a:latin typeface="Nunito"/>
                <a:ea typeface="Nunito"/>
                <a:cs typeface="Nunito"/>
                <a:sym typeface="Nunito"/>
              </a:defRPr>
            </a:lvl8pPr>
            <a:lvl9pPr marL="4114800" marR="0" lvl="8" indent="-317500" algn="ctr" rtl="0">
              <a:lnSpc>
                <a:spcPct val="100000"/>
              </a:lnSpc>
              <a:spcBef>
                <a:spcPts val="0"/>
              </a:spcBef>
              <a:spcAft>
                <a:spcPts val="0"/>
              </a:spcAft>
              <a:buClr>
                <a:schemeClr val="dk1"/>
              </a:buClr>
              <a:buSzPts val="1800"/>
              <a:buFont typeface="Nunito"/>
              <a:buNone/>
              <a:defRPr sz="1800" b="0" i="0" u="none" strike="noStrike" cap="none">
                <a:solidFill>
                  <a:schemeClr val="dk1"/>
                </a:solidFill>
                <a:latin typeface="Nunito"/>
                <a:ea typeface="Nunito"/>
                <a:cs typeface="Nunito"/>
                <a:sym typeface="Nunito"/>
              </a:defRPr>
            </a:lvl9pPr>
          </a:lstStyle>
          <a:p>
            <a:pPr algn="ctr"/>
            <a:r>
              <a:rPr lang="en-US" sz="1100" dirty="0" err="1"/>
              <a:t>Bougarne</a:t>
            </a:r>
            <a:r>
              <a:rPr lang="en-US" sz="1100" dirty="0"/>
              <a:t>, N., Weyers, B., Desmet, S. J., Deckers, J., Ray, D. W., </a:t>
            </a:r>
            <a:r>
              <a:rPr lang="en-US" sz="1100" dirty="0" err="1"/>
              <a:t>Staels</a:t>
            </a:r>
            <a:r>
              <a:rPr lang="en-US" sz="1100" dirty="0"/>
              <a:t>, B., &amp; De Bosscher, K. (2018). Molecular actions of PPAR</a:t>
            </a:r>
            <a:r>
              <a:rPr lang="el-GR" sz="1100" dirty="0"/>
              <a:t>α </a:t>
            </a:r>
            <a:r>
              <a:rPr lang="en-US" sz="1100" dirty="0"/>
              <a:t>in lipid metabolism and inflammation. </a:t>
            </a:r>
            <a:r>
              <a:rPr lang="en-US" sz="1100" i="1" dirty="0"/>
              <a:t>Endocrine Reviews</a:t>
            </a:r>
            <a:r>
              <a:rPr lang="en-US" sz="1100" dirty="0"/>
              <a:t>, *39*(5), 760–802. </a:t>
            </a:r>
            <a:r>
              <a:rPr lang="en-US" sz="1100" dirty="0">
                <a:hlinkClick r:id="rId3"/>
              </a:rPr>
              <a:t>https://doi.org/10.1210/er.2018-00064</a:t>
            </a:r>
            <a:endParaRPr lang="en-US" sz="1100" dirty="0"/>
          </a:p>
        </p:txBody>
      </p:sp>
    </p:spTree>
    <p:extLst>
      <p:ext uri="{BB962C8B-B14F-4D97-AF65-F5344CB8AC3E}">
        <p14:creationId xmlns:p14="http://schemas.microsoft.com/office/powerpoint/2010/main" val="4125975539"/>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1220">
          <a:extLst>
            <a:ext uri="{FF2B5EF4-FFF2-40B4-BE49-F238E27FC236}">
              <a16:creationId xmlns:a16="http://schemas.microsoft.com/office/drawing/2014/main" id="{CD981FBB-9C81-EA3B-B804-597AFD380C77}"/>
            </a:ext>
          </a:extLst>
        </p:cNvPr>
        <p:cNvGrpSpPr/>
        <p:nvPr/>
      </p:nvGrpSpPr>
      <p:grpSpPr>
        <a:xfrm>
          <a:off x="0" y="0"/>
          <a:ext cx="0" cy="0"/>
          <a:chOff x="0" y="0"/>
          <a:chExt cx="0" cy="0"/>
        </a:xfrm>
      </p:grpSpPr>
      <p:sp>
        <p:nvSpPr>
          <p:cNvPr id="1242" name="Google Shape;1242;p47">
            <a:extLst>
              <a:ext uri="{FF2B5EF4-FFF2-40B4-BE49-F238E27FC236}">
                <a16:creationId xmlns:a16="http://schemas.microsoft.com/office/drawing/2014/main" id="{E9D3A437-2C36-0A87-1408-9FC273E7C575}"/>
              </a:ext>
            </a:extLst>
          </p:cNvPr>
          <p:cNvSpPr/>
          <p:nvPr/>
        </p:nvSpPr>
        <p:spPr>
          <a:xfrm rot="-9388557">
            <a:off x="5248733" y="647732"/>
            <a:ext cx="112800" cy="112818"/>
          </a:xfrm>
          <a:custGeom>
            <a:avLst/>
            <a:gdLst/>
            <a:ahLst/>
            <a:cxnLst/>
            <a:rect l="l" t="t" r="r" b="b"/>
            <a:pathLst>
              <a:path w="6138" h="6139" extrusionOk="0">
                <a:moveTo>
                  <a:pt x="3069" y="0"/>
                </a:moveTo>
                <a:cubicBezTo>
                  <a:pt x="2625" y="513"/>
                  <a:pt x="2402" y="1024"/>
                  <a:pt x="2235" y="1535"/>
                </a:cubicBezTo>
                <a:cubicBezTo>
                  <a:pt x="2177" y="1722"/>
                  <a:pt x="2134" y="1909"/>
                  <a:pt x="2099" y="2097"/>
                </a:cubicBezTo>
                <a:cubicBezTo>
                  <a:pt x="1912" y="2131"/>
                  <a:pt x="1723" y="2173"/>
                  <a:pt x="1536" y="2233"/>
                </a:cubicBezTo>
                <a:cubicBezTo>
                  <a:pt x="1023" y="2398"/>
                  <a:pt x="512" y="2623"/>
                  <a:pt x="1" y="3070"/>
                </a:cubicBezTo>
                <a:cubicBezTo>
                  <a:pt x="512" y="3517"/>
                  <a:pt x="1023" y="3740"/>
                  <a:pt x="1536" y="3907"/>
                </a:cubicBezTo>
                <a:cubicBezTo>
                  <a:pt x="1722" y="3966"/>
                  <a:pt x="1909" y="4008"/>
                  <a:pt x="2096" y="4042"/>
                </a:cubicBezTo>
                <a:cubicBezTo>
                  <a:pt x="2132" y="4230"/>
                  <a:pt x="2173" y="4417"/>
                  <a:pt x="2232" y="4604"/>
                </a:cubicBezTo>
                <a:cubicBezTo>
                  <a:pt x="2399" y="5115"/>
                  <a:pt x="2622" y="5627"/>
                  <a:pt x="3069" y="6138"/>
                </a:cubicBezTo>
                <a:cubicBezTo>
                  <a:pt x="3517" y="5627"/>
                  <a:pt x="3741" y="5115"/>
                  <a:pt x="3906" y="4604"/>
                </a:cubicBezTo>
                <a:cubicBezTo>
                  <a:pt x="3966" y="4416"/>
                  <a:pt x="4008" y="4229"/>
                  <a:pt x="4042" y="4040"/>
                </a:cubicBezTo>
                <a:cubicBezTo>
                  <a:pt x="4230" y="4005"/>
                  <a:pt x="4416" y="3963"/>
                  <a:pt x="4604" y="3904"/>
                </a:cubicBezTo>
                <a:cubicBezTo>
                  <a:pt x="5115" y="3737"/>
                  <a:pt x="5626" y="3514"/>
                  <a:pt x="6138" y="3070"/>
                </a:cubicBezTo>
                <a:cubicBezTo>
                  <a:pt x="5626" y="2625"/>
                  <a:pt x="5115" y="2402"/>
                  <a:pt x="4604" y="2235"/>
                </a:cubicBezTo>
                <a:cubicBezTo>
                  <a:pt x="4416" y="2176"/>
                  <a:pt x="4228" y="2133"/>
                  <a:pt x="4040" y="2099"/>
                </a:cubicBezTo>
                <a:cubicBezTo>
                  <a:pt x="4005" y="1910"/>
                  <a:pt x="3963" y="1723"/>
                  <a:pt x="3904" y="1535"/>
                </a:cubicBezTo>
                <a:cubicBezTo>
                  <a:pt x="3738" y="1024"/>
                  <a:pt x="3514" y="513"/>
                  <a:pt x="3069"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pic>
        <p:nvPicPr>
          <p:cNvPr id="2" name="Picture 1">
            <a:extLst>
              <a:ext uri="{FF2B5EF4-FFF2-40B4-BE49-F238E27FC236}">
                <a16:creationId xmlns:a16="http://schemas.microsoft.com/office/drawing/2014/main" id="{C870D147-9E13-04AA-D653-A2718E657041}"/>
              </a:ext>
            </a:extLst>
          </p:cNvPr>
          <p:cNvPicPr>
            <a:picLocks noChangeAspect="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357809" y="278136"/>
            <a:ext cx="8428382" cy="4588061"/>
          </a:xfrm>
          <a:prstGeom prst="rect">
            <a:avLst/>
          </a:prstGeom>
          <a:ln w="127000" cap="sq">
            <a:solidFill>
              <a:srgbClr val="000000"/>
            </a:solidFill>
            <a:miter lim="800000"/>
          </a:ln>
          <a:effectLst>
            <a:outerShdw blurRad="57150" dist="50800" dir="2700000" algn="tl" rotWithShape="0">
              <a:srgbClr val="000000">
                <a:alpha val="40000"/>
              </a:srgbClr>
            </a:outerShdw>
          </a:effectLst>
        </p:spPr>
      </p:pic>
    </p:spTree>
    <p:extLst>
      <p:ext uri="{BB962C8B-B14F-4D97-AF65-F5344CB8AC3E}">
        <p14:creationId xmlns:p14="http://schemas.microsoft.com/office/powerpoint/2010/main" val="1393245525"/>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1220">
          <a:extLst>
            <a:ext uri="{FF2B5EF4-FFF2-40B4-BE49-F238E27FC236}">
              <a16:creationId xmlns:a16="http://schemas.microsoft.com/office/drawing/2014/main" id="{34D52E6C-EC58-9F1C-ED82-C0770039A84B}"/>
            </a:ext>
          </a:extLst>
        </p:cNvPr>
        <p:cNvGrpSpPr/>
        <p:nvPr/>
      </p:nvGrpSpPr>
      <p:grpSpPr>
        <a:xfrm>
          <a:off x="0" y="0"/>
          <a:ext cx="0" cy="0"/>
          <a:chOff x="0" y="0"/>
          <a:chExt cx="0" cy="0"/>
        </a:xfrm>
      </p:grpSpPr>
      <p:sp>
        <p:nvSpPr>
          <p:cNvPr id="1221" name="Google Shape;1221;p47">
            <a:extLst>
              <a:ext uri="{FF2B5EF4-FFF2-40B4-BE49-F238E27FC236}">
                <a16:creationId xmlns:a16="http://schemas.microsoft.com/office/drawing/2014/main" id="{BC3AEE1A-694B-389C-EC53-7974E68CE053}"/>
              </a:ext>
            </a:extLst>
          </p:cNvPr>
          <p:cNvSpPr txBox="1">
            <a:spLocks noGrp="1"/>
          </p:cNvSpPr>
          <p:nvPr>
            <p:ph type="title"/>
          </p:nvPr>
        </p:nvSpPr>
        <p:spPr>
          <a:xfrm>
            <a:off x="603391" y="1459500"/>
            <a:ext cx="8242017" cy="2529300"/>
          </a:xfrm>
          <a:prstGeom prst="rect">
            <a:avLst/>
          </a:prstGeom>
        </p:spPr>
        <p:txBody>
          <a:bodyPr spcFirstLastPara="1" wrap="square" lIns="91425" tIns="91425" rIns="91425" bIns="91425" anchor="ctr" anchorCtr="0">
            <a:noAutofit/>
          </a:bodyPr>
          <a:lstStyle/>
          <a:p>
            <a:pPr algn="l">
              <a:lnSpc>
                <a:spcPct val="100000"/>
              </a:lnSpc>
            </a:pPr>
            <a:r>
              <a:rPr lang="en-US" sz="1600" dirty="0"/>
              <a:t>Why This Is a Big Deal?</a:t>
            </a:r>
            <a:br>
              <a:rPr lang="en-US" sz="1600" dirty="0"/>
            </a:br>
            <a:br>
              <a:rPr lang="en-US" sz="1600" dirty="0"/>
            </a:br>
            <a:r>
              <a:rPr lang="en-US" sz="1600" dirty="0"/>
              <a:t>Understanding this partnership opens exciting new possibilities for medicine, especially for treating chronic inflammatory diseases like asthma, rheumatoid arthritis, or inflammatory bowel disease.</a:t>
            </a:r>
            <a:br>
              <a:rPr lang="en-US" sz="1600" dirty="0"/>
            </a:br>
            <a:br>
              <a:rPr lang="en-US" sz="1600" dirty="0"/>
            </a:br>
            <a:r>
              <a:rPr lang="en-US" sz="1600" dirty="0"/>
              <a:t>•The Problem with "Crisis Manager" (GR) Alone: Using steroid drugs (which activate GR) is very effective but has severe side effects like weight gain, diabetes, and bone thinning when used long-term.</a:t>
            </a:r>
            <a:br>
              <a:rPr lang="en-US" sz="1600" dirty="0"/>
            </a:br>
            <a:br>
              <a:rPr lang="en-US" sz="1600" dirty="0"/>
            </a:br>
            <a:r>
              <a:rPr lang="en-US" sz="1600" dirty="0"/>
              <a:t>•The Potential Solution: Combining a lower, safer dose of a steroid (GR activator) with a PPARα-activating drug could be much more effective than either drug alone.</a:t>
            </a:r>
          </a:p>
        </p:txBody>
      </p:sp>
      <p:grpSp>
        <p:nvGrpSpPr>
          <p:cNvPr id="1222" name="Google Shape;1222;p47">
            <a:extLst>
              <a:ext uri="{FF2B5EF4-FFF2-40B4-BE49-F238E27FC236}">
                <a16:creationId xmlns:a16="http://schemas.microsoft.com/office/drawing/2014/main" id="{32F4AC1C-B49A-ECD0-F257-AD7802D19CF0}"/>
              </a:ext>
            </a:extLst>
          </p:cNvPr>
          <p:cNvGrpSpPr/>
          <p:nvPr/>
        </p:nvGrpSpPr>
        <p:grpSpPr>
          <a:xfrm>
            <a:off x="122278" y="87555"/>
            <a:ext cx="623693" cy="542353"/>
            <a:chOff x="1082169" y="2497002"/>
            <a:chExt cx="1663996" cy="1720378"/>
          </a:xfrm>
        </p:grpSpPr>
        <p:sp>
          <p:nvSpPr>
            <p:cNvPr id="1223" name="Google Shape;1223;p47">
              <a:extLst>
                <a:ext uri="{FF2B5EF4-FFF2-40B4-BE49-F238E27FC236}">
                  <a16:creationId xmlns:a16="http://schemas.microsoft.com/office/drawing/2014/main" id="{CECD80E9-1A4C-0E00-2DD2-93428AF23C2C}"/>
                </a:ext>
              </a:extLst>
            </p:cNvPr>
            <p:cNvSpPr/>
            <p:nvPr/>
          </p:nvSpPr>
          <p:spPr>
            <a:xfrm rot="-1002475">
              <a:off x="1255753" y="2656719"/>
              <a:ext cx="1316828" cy="1400943"/>
            </a:xfrm>
            <a:custGeom>
              <a:avLst/>
              <a:gdLst/>
              <a:ahLst/>
              <a:cxnLst/>
              <a:rect l="l" t="t" r="r" b="b"/>
              <a:pathLst>
                <a:path w="33267" h="35392" extrusionOk="0">
                  <a:moveTo>
                    <a:pt x="16501" y="1"/>
                  </a:moveTo>
                  <a:cubicBezTo>
                    <a:pt x="15873" y="110"/>
                    <a:pt x="14762" y="293"/>
                    <a:pt x="14762" y="293"/>
                  </a:cubicBezTo>
                  <a:cubicBezTo>
                    <a:pt x="12749" y="761"/>
                    <a:pt x="10902" y="1778"/>
                    <a:pt x="9405" y="3270"/>
                  </a:cubicBezTo>
                  <a:cubicBezTo>
                    <a:pt x="7289" y="5379"/>
                    <a:pt x="6118" y="8189"/>
                    <a:pt x="6108" y="11183"/>
                  </a:cubicBezTo>
                  <a:cubicBezTo>
                    <a:pt x="6102" y="13317"/>
                    <a:pt x="6696" y="15394"/>
                    <a:pt x="7829" y="17192"/>
                  </a:cubicBezTo>
                  <a:cubicBezTo>
                    <a:pt x="8647" y="18490"/>
                    <a:pt x="9079" y="19998"/>
                    <a:pt x="9079" y="21552"/>
                  </a:cubicBezTo>
                  <a:lnTo>
                    <a:pt x="9079" y="24669"/>
                  </a:lnTo>
                  <a:lnTo>
                    <a:pt x="9118" y="25929"/>
                  </a:lnTo>
                  <a:lnTo>
                    <a:pt x="9079" y="26273"/>
                  </a:lnTo>
                  <a:lnTo>
                    <a:pt x="9079" y="28907"/>
                  </a:lnTo>
                  <a:cubicBezTo>
                    <a:pt x="9079" y="29271"/>
                    <a:pt x="8783" y="29566"/>
                    <a:pt x="8418" y="29566"/>
                  </a:cubicBezTo>
                  <a:lnTo>
                    <a:pt x="5260" y="29566"/>
                  </a:lnTo>
                  <a:cubicBezTo>
                    <a:pt x="2360" y="29566"/>
                    <a:pt x="1" y="31925"/>
                    <a:pt x="1" y="34825"/>
                  </a:cubicBezTo>
                  <a:cubicBezTo>
                    <a:pt x="1" y="35137"/>
                    <a:pt x="254" y="35392"/>
                    <a:pt x="568" y="35392"/>
                  </a:cubicBezTo>
                  <a:cubicBezTo>
                    <a:pt x="881" y="35392"/>
                    <a:pt x="1134" y="35137"/>
                    <a:pt x="1134" y="34825"/>
                  </a:cubicBezTo>
                  <a:lnTo>
                    <a:pt x="1134" y="34824"/>
                  </a:lnTo>
                  <a:lnTo>
                    <a:pt x="32132" y="34824"/>
                  </a:lnTo>
                  <a:cubicBezTo>
                    <a:pt x="32132" y="35137"/>
                    <a:pt x="32386" y="35392"/>
                    <a:pt x="32700" y="35392"/>
                  </a:cubicBezTo>
                  <a:cubicBezTo>
                    <a:pt x="33012" y="35392"/>
                    <a:pt x="33266" y="35137"/>
                    <a:pt x="33266" y="34824"/>
                  </a:cubicBezTo>
                  <a:cubicBezTo>
                    <a:pt x="33266" y="33420"/>
                    <a:pt x="32719" y="32099"/>
                    <a:pt x="31726" y="31107"/>
                  </a:cubicBezTo>
                  <a:cubicBezTo>
                    <a:pt x="30734" y="30114"/>
                    <a:pt x="29413" y="29567"/>
                    <a:pt x="28007" y="29567"/>
                  </a:cubicBezTo>
                  <a:lnTo>
                    <a:pt x="20189" y="29567"/>
                  </a:lnTo>
                  <a:cubicBezTo>
                    <a:pt x="19825" y="29567"/>
                    <a:pt x="19528" y="29271"/>
                    <a:pt x="19528" y="28907"/>
                  </a:cubicBezTo>
                  <a:lnTo>
                    <a:pt x="19528" y="25916"/>
                  </a:lnTo>
                  <a:cubicBezTo>
                    <a:pt x="19528" y="25553"/>
                    <a:pt x="19825" y="25256"/>
                    <a:pt x="20189" y="25256"/>
                  </a:cubicBezTo>
                  <a:cubicBezTo>
                    <a:pt x="20502" y="25256"/>
                    <a:pt x="20756" y="25003"/>
                    <a:pt x="20756" y="24689"/>
                  </a:cubicBezTo>
                  <a:lnTo>
                    <a:pt x="22273" y="24689"/>
                  </a:lnTo>
                  <a:cubicBezTo>
                    <a:pt x="22273" y="25003"/>
                    <a:pt x="22527" y="25256"/>
                    <a:pt x="22840" y="25256"/>
                  </a:cubicBezTo>
                  <a:lnTo>
                    <a:pt x="24457" y="25256"/>
                  </a:lnTo>
                  <a:cubicBezTo>
                    <a:pt x="26005" y="25256"/>
                    <a:pt x="27282" y="24094"/>
                    <a:pt x="27428" y="22553"/>
                  </a:cubicBezTo>
                  <a:lnTo>
                    <a:pt x="27777" y="18874"/>
                  </a:lnTo>
                  <a:lnTo>
                    <a:pt x="28243" y="18874"/>
                  </a:lnTo>
                  <a:cubicBezTo>
                    <a:pt x="28800" y="18874"/>
                    <a:pt x="29307" y="18590"/>
                    <a:pt x="29600" y="18115"/>
                  </a:cubicBezTo>
                  <a:cubicBezTo>
                    <a:pt x="29891" y="17639"/>
                    <a:pt x="29914" y="17059"/>
                    <a:pt x="29663" y="16563"/>
                  </a:cubicBezTo>
                  <a:lnTo>
                    <a:pt x="28544" y="14356"/>
                  </a:lnTo>
                  <a:lnTo>
                    <a:pt x="28546" y="11219"/>
                  </a:lnTo>
                  <a:cubicBezTo>
                    <a:pt x="28546" y="5964"/>
                    <a:pt x="24928" y="1470"/>
                    <a:pt x="20024" y="330"/>
                  </a:cubicBezTo>
                  <a:cubicBezTo>
                    <a:pt x="18622" y="4"/>
                    <a:pt x="19051" y="233"/>
                    <a:pt x="18416" y="58"/>
                  </a:cubicBezTo>
                  <a:cubicBezTo>
                    <a:pt x="18414" y="58"/>
                    <a:pt x="18412" y="59"/>
                    <a:pt x="18409" y="59"/>
                  </a:cubicBezTo>
                  <a:cubicBezTo>
                    <a:pt x="18347" y="59"/>
                    <a:pt x="18049" y="1"/>
                    <a:pt x="18007" y="1"/>
                  </a:cubicBezTo>
                  <a:close/>
                </a:path>
              </a:pathLst>
            </a:custGeom>
            <a:solidFill>
              <a:schemeClr val="accent2"/>
            </a:solidFill>
            <a:ln w="114300" cap="flat" cmpd="sng">
              <a:solidFill>
                <a:schemeClr val="accent2"/>
              </a:solidFill>
              <a:prstDash val="solid"/>
              <a:round/>
              <a:headEnd type="none" w="sm" len="sm"/>
              <a:tailEnd type="none" w="sm" len="sm"/>
            </a:ln>
            <a:effectLst>
              <a:outerShdw dist="76200" dir="1800000" algn="bl" rotWithShape="0">
                <a:schemeClr val="lt2"/>
              </a:outerShdw>
            </a:effectLst>
          </p:spPr>
          <p:txBody>
            <a:bodyPr spcFirstLastPara="1" wrap="square" lIns="91425" tIns="91425" rIns="91425" bIns="91425" anchor="ctr" anchorCtr="0">
              <a:noAutofit/>
            </a:bodyPr>
            <a:lstStyle/>
            <a:p>
              <a:pPr marL="0" marR="0" lvl="0" indent="0" algn="l" rtl="0">
                <a:lnSpc>
                  <a:spcPct val="100000"/>
                </a:lnSpc>
                <a:spcBef>
                  <a:spcPts val="0"/>
                </a:spcBef>
                <a:spcAft>
                  <a:spcPts val="0"/>
                </a:spcAft>
                <a:buNone/>
              </a:pPr>
              <a:endParaRPr/>
            </a:p>
          </p:txBody>
        </p:sp>
        <p:sp>
          <p:nvSpPr>
            <p:cNvPr id="1224" name="Google Shape;1224;p47">
              <a:extLst>
                <a:ext uri="{FF2B5EF4-FFF2-40B4-BE49-F238E27FC236}">
                  <a16:creationId xmlns:a16="http://schemas.microsoft.com/office/drawing/2014/main" id="{CD3C16EF-EF6B-5876-51BC-C4C6E32E7CBC}"/>
                </a:ext>
              </a:extLst>
            </p:cNvPr>
            <p:cNvSpPr/>
            <p:nvPr/>
          </p:nvSpPr>
          <p:spPr>
            <a:xfrm rot="-1002475">
              <a:off x="1278198" y="2679168"/>
              <a:ext cx="1271901" cy="1356055"/>
            </a:xfrm>
            <a:custGeom>
              <a:avLst/>
              <a:gdLst/>
              <a:ahLst/>
              <a:cxnLst/>
              <a:rect l="l" t="t" r="r" b="b"/>
              <a:pathLst>
                <a:path w="32132" h="34258" extrusionOk="0">
                  <a:moveTo>
                    <a:pt x="16761" y="0"/>
                  </a:moveTo>
                  <a:cubicBezTo>
                    <a:pt x="10884" y="0"/>
                    <a:pt x="6127" y="4741"/>
                    <a:pt x="6108" y="10618"/>
                  </a:cubicBezTo>
                  <a:cubicBezTo>
                    <a:pt x="6102" y="12715"/>
                    <a:pt x="6701" y="14672"/>
                    <a:pt x="7741" y="16323"/>
                  </a:cubicBezTo>
                  <a:cubicBezTo>
                    <a:pt x="8620" y="17718"/>
                    <a:pt x="9079" y="19337"/>
                    <a:pt x="9079" y="20986"/>
                  </a:cubicBezTo>
                  <a:lnTo>
                    <a:pt x="9079" y="28340"/>
                  </a:lnTo>
                  <a:cubicBezTo>
                    <a:pt x="9079" y="29017"/>
                    <a:pt x="8529" y="29567"/>
                    <a:pt x="7851" y="29567"/>
                  </a:cubicBezTo>
                  <a:lnTo>
                    <a:pt x="4693" y="29567"/>
                  </a:lnTo>
                  <a:cubicBezTo>
                    <a:pt x="2101" y="29567"/>
                    <a:pt x="1" y="31667"/>
                    <a:pt x="1" y="34258"/>
                  </a:cubicBezTo>
                  <a:lnTo>
                    <a:pt x="32131" y="34258"/>
                  </a:lnTo>
                  <a:cubicBezTo>
                    <a:pt x="32131" y="31667"/>
                    <a:pt x="30032" y="29567"/>
                    <a:pt x="27440" y="29567"/>
                  </a:cubicBezTo>
                  <a:lnTo>
                    <a:pt x="19622" y="29567"/>
                  </a:lnTo>
                  <a:cubicBezTo>
                    <a:pt x="18944" y="29567"/>
                    <a:pt x="18395" y="29017"/>
                    <a:pt x="18395" y="28339"/>
                  </a:cubicBezTo>
                  <a:lnTo>
                    <a:pt x="18395" y="25349"/>
                  </a:lnTo>
                  <a:cubicBezTo>
                    <a:pt x="18395" y="24671"/>
                    <a:pt x="18944" y="24122"/>
                    <a:pt x="19622" y="24122"/>
                  </a:cubicBezTo>
                  <a:lnTo>
                    <a:pt x="23890" y="24122"/>
                  </a:lnTo>
                  <a:cubicBezTo>
                    <a:pt x="25137" y="24122"/>
                    <a:pt x="26179" y="23174"/>
                    <a:pt x="26297" y="21933"/>
                  </a:cubicBezTo>
                  <a:lnTo>
                    <a:pt x="26694" y="17739"/>
                  </a:lnTo>
                  <a:lnTo>
                    <a:pt x="27676" y="17739"/>
                  </a:lnTo>
                  <a:cubicBezTo>
                    <a:pt x="28440" y="17739"/>
                    <a:pt x="28935" y="16934"/>
                    <a:pt x="28590" y="16252"/>
                  </a:cubicBezTo>
                  <a:lnTo>
                    <a:pt x="27410" y="13924"/>
                  </a:lnTo>
                  <a:lnTo>
                    <a:pt x="27412" y="10652"/>
                  </a:lnTo>
                  <a:cubicBezTo>
                    <a:pt x="27412" y="4770"/>
                    <a:pt x="22643" y="1"/>
                    <a:pt x="16761"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25" name="Google Shape;1225;p47">
              <a:extLst>
                <a:ext uri="{FF2B5EF4-FFF2-40B4-BE49-F238E27FC236}">
                  <a16:creationId xmlns:a16="http://schemas.microsoft.com/office/drawing/2014/main" id="{F969943E-674C-376C-3FC5-4946E254E0F1}"/>
                </a:ext>
              </a:extLst>
            </p:cNvPr>
            <p:cNvSpPr/>
            <p:nvPr/>
          </p:nvSpPr>
          <p:spPr>
            <a:xfrm rot="-1002475">
              <a:off x="1517787" y="2809192"/>
              <a:ext cx="566046" cy="422120"/>
            </a:xfrm>
            <a:custGeom>
              <a:avLst/>
              <a:gdLst/>
              <a:ahLst/>
              <a:cxnLst/>
              <a:rect l="l" t="t" r="r" b="b"/>
              <a:pathLst>
                <a:path w="14300" h="10664" extrusionOk="0">
                  <a:moveTo>
                    <a:pt x="7108" y="1"/>
                  </a:moveTo>
                  <a:cubicBezTo>
                    <a:pt x="3183" y="1"/>
                    <a:pt x="0" y="3182"/>
                    <a:pt x="0" y="7109"/>
                  </a:cubicBezTo>
                  <a:lnTo>
                    <a:pt x="0" y="9508"/>
                  </a:lnTo>
                  <a:cubicBezTo>
                    <a:pt x="0" y="10145"/>
                    <a:pt x="517" y="10663"/>
                    <a:pt x="1156" y="10663"/>
                  </a:cubicBezTo>
                  <a:lnTo>
                    <a:pt x="2112" y="10663"/>
                  </a:lnTo>
                  <a:cubicBezTo>
                    <a:pt x="2499" y="10663"/>
                    <a:pt x="2860" y="10469"/>
                    <a:pt x="3074" y="10148"/>
                  </a:cubicBezTo>
                  <a:lnTo>
                    <a:pt x="3929" y="8864"/>
                  </a:lnTo>
                  <a:lnTo>
                    <a:pt x="9030" y="8864"/>
                  </a:lnTo>
                  <a:cubicBezTo>
                    <a:pt x="10564" y="8864"/>
                    <a:pt x="11809" y="7620"/>
                    <a:pt x="11809" y="6085"/>
                  </a:cubicBezTo>
                  <a:cubicBezTo>
                    <a:pt x="13184" y="6085"/>
                    <a:pt x="14300" y="4969"/>
                    <a:pt x="14300" y="3594"/>
                  </a:cubicBezTo>
                  <a:cubicBezTo>
                    <a:pt x="14300" y="1609"/>
                    <a:pt x="12691" y="1"/>
                    <a:pt x="10707"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26" name="Google Shape;1226;p47">
              <a:extLst>
                <a:ext uri="{FF2B5EF4-FFF2-40B4-BE49-F238E27FC236}">
                  <a16:creationId xmlns:a16="http://schemas.microsoft.com/office/drawing/2014/main" id="{AF8156CD-11D1-2ABB-DE21-53BB75C9482E}"/>
                </a:ext>
              </a:extLst>
            </p:cNvPr>
            <p:cNvSpPr/>
            <p:nvPr/>
          </p:nvSpPr>
          <p:spPr>
            <a:xfrm rot="-1002475">
              <a:off x="2105720" y="3486731"/>
              <a:ext cx="588727" cy="446107"/>
            </a:xfrm>
            <a:custGeom>
              <a:avLst/>
              <a:gdLst/>
              <a:ahLst/>
              <a:cxnLst/>
              <a:rect l="l" t="t" r="r" b="b"/>
              <a:pathLst>
                <a:path w="14873" h="11270" extrusionOk="0">
                  <a:moveTo>
                    <a:pt x="1795" y="1"/>
                  </a:moveTo>
                  <a:cubicBezTo>
                    <a:pt x="805" y="1"/>
                    <a:pt x="1" y="805"/>
                    <a:pt x="1" y="1794"/>
                  </a:cubicBezTo>
                  <a:lnTo>
                    <a:pt x="1" y="4785"/>
                  </a:lnTo>
                  <a:cubicBezTo>
                    <a:pt x="1" y="5774"/>
                    <a:pt x="805" y="6578"/>
                    <a:pt x="1795" y="6578"/>
                  </a:cubicBezTo>
                  <a:lnTo>
                    <a:pt x="9613" y="6578"/>
                  </a:lnTo>
                  <a:cubicBezTo>
                    <a:pt x="10716" y="6578"/>
                    <a:pt x="11751" y="7008"/>
                    <a:pt x="12531" y="7787"/>
                  </a:cubicBezTo>
                  <a:cubicBezTo>
                    <a:pt x="13309" y="8565"/>
                    <a:pt x="13739" y="9601"/>
                    <a:pt x="13739" y="10703"/>
                  </a:cubicBezTo>
                  <a:cubicBezTo>
                    <a:pt x="13739" y="11016"/>
                    <a:pt x="13992" y="11270"/>
                    <a:pt x="14306" y="11270"/>
                  </a:cubicBezTo>
                  <a:cubicBezTo>
                    <a:pt x="14619" y="11270"/>
                    <a:pt x="14872" y="11016"/>
                    <a:pt x="14872" y="10703"/>
                  </a:cubicBezTo>
                  <a:cubicBezTo>
                    <a:pt x="14872" y="9297"/>
                    <a:pt x="14325" y="7977"/>
                    <a:pt x="13332" y="6985"/>
                  </a:cubicBezTo>
                  <a:cubicBezTo>
                    <a:pt x="12339" y="5992"/>
                    <a:pt x="11019" y="5445"/>
                    <a:pt x="9613" y="5445"/>
                  </a:cubicBezTo>
                  <a:lnTo>
                    <a:pt x="1795" y="5445"/>
                  </a:lnTo>
                  <a:cubicBezTo>
                    <a:pt x="1431" y="5445"/>
                    <a:pt x="1134" y="5149"/>
                    <a:pt x="1134" y="4785"/>
                  </a:cubicBezTo>
                  <a:lnTo>
                    <a:pt x="1134" y="1794"/>
                  </a:lnTo>
                  <a:cubicBezTo>
                    <a:pt x="1134" y="1431"/>
                    <a:pt x="1431" y="1134"/>
                    <a:pt x="1795" y="1134"/>
                  </a:cubicBezTo>
                  <a:cubicBezTo>
                    <a:pt x="2108" y="1134"/>
                    <a:pt x="2362" y="881"/>
                    <a:pt x="2362" y="567"/>
                  </a:cubicBezTo>
                  <a:cubicBezTo>
                    <a:pt x="2362" y="254"/>
                    <a:pt x="2108" y="1"/>
                    <a:pt x="179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27" name="Google Shape;1227;p47">
              <a:extLst>
                <a:ext uri="{FF2B5EF4-FFF2-40B4-BE49-F238E27FC236}">
                  <a16:creationId xmlns:a16="http://schemas.microsoft.com/office/drawing/2014/main" id="{4490AC8D-8050-BC28-9BF4-21DDEDBFE89C}"/>
                </a:ext>
              </a:extLst>
            </p:cNvPr>
            <p:cNvSpPr/>
            <p:nvPr/>
          </p:nvSpPr>
          <p:spPr>
            <a:xfrm rot="-1002475">
              <a:off x="1258555" y="2675798"/>
              <a:ext cx="1184104" cy="1400943"/>
            </a:xfrm>
            <a:custGeom>
              <a:avLst/>
              <a:gdLst/>
              <a:ahLst/>
              <a:cxnLst/>
              <a:rect l="l" t="t" r="r" b="b"/>
              <a:pathLst>
                <a:path w="29914" h="35392" extrusionOk="0">
                  <a:moveTo>
                    <a:pt x="16501" y="1"/>
                  </a:moveTo>
                  <a:cubicBezTo>
                    <a:pt x="15873" y="110"/>
                    <a:pt x="14762" y="294"/>
                    <a:pt x="14760" y="294"/>
                  </a:cubicBezTo>
                  <a:cubicBezTo>
                    <a:pt x="12748" y="761"/>
                    <a:pt x="10901" y="1778"/>
                    <a:pt x="9404" y="3270"/>
                  </a:cubicBezTo>
                  <a:cubicBezTo>
                    <a:pt x="7288" y="5380"/>
                    <a:pt x="6118" y="8190"/>
                    <a:pt x="6108" y="11184"/>
                  </a:cubicBezTo>
                  <a:cubicBezTo>
                    <a:pt x="6101" y="13318"/>
                    <a:pt x="6696" y="15395"/>
                    <a:pt x="7829" y="17192"/>
                  </a:cubicBezTo>
                  <a:cubicBezTo>
                    <a:pt x="8647" y="18491"/>
                    <a:pt x="9078" y="19998"/>
                    <a:pt x="9078" y="21553"/>
                  </a:cubicBezTo>
                  <a:lnTo>
                    <a:pt x="9078" y="24671"/>
                  </a:lnTo>
                  <a:lnTo>
                    <a:pt x="9117" y="25929"/>
                  </a:lnTo>
                  <a:lnTo>
                    <a:pt x="9078" y="26273"/>
                  </a:lnTo>
                  <a:lnTo>
                    <a:pt x="9078" y="28907"/>
                  </a:lnTo>
                  <a:cubicBezTo>
                    <a:pt x="9078" y="29271"/>
                    <a:pt x="8783" y="29567"/>
                    <a:pt x="8418" y="29567"/>
                  </a:cubicBezTo>
                  <a:lnTo>
                    <a:pt x="5259" y="29567"/>
                  </a:lnTo>
                  <a:cubicBezTo>
                    <a:pt x="2359" y="29567"/>
                    <a:pt x="1" y="31926"/>
                    <a:pt x="1" y="34825"/>
                  </a:cubicBezTo>
                  <a:cubicBezTo>
                    <a:pt x="1" y="35138"/>
                    <a:pt x="254" y="35392"/>
                    <a:pt x="568" y="35392"/>
                  </a:cubicBezTo>
                  <a:cubicBezTo>
                    <a:pt x="881" y="35392"/>
                    <a:pt x="1134" y="35138"/>
                    <a:pt x="1134" y="34825"/>
                  </a:cubicBezTo>
                  <a:cubicBezTo>
                    <a:pt x="1134" y="32551"/>
                    <a:pt x="2984" y="30700"/>
                    <a:pt x="5259" y="30700"/>
                  </a:cubicBezTo>
                  <a:lnTo>
                    <a:pt x="8418" y="30700"/>
                  </a:lnTo>
                  <a:cubicBezTo>
                    <a:pt x="9407" y="30700"/>
                    <a:pt x="10213" y="29896"/>
                    <a:pt x="10213" y="28907"/>
                  </a:cubicBezTo>
                  <a:lnTo>
                    <a:pt x="10213" y="27408"/>
                  </a:lnTo>
                  <a:lnTo>
                    <a:pt x="10213" y="25804"/>
                  </a:lnTo>
                  <a:lnTo>
                    <a:pt x="10213" y="21553"/>
                  </a:lnTo>
                  <a:cubicBezTo>
                    <a:pt x="10213" y="19785"/>
                    <a:pt x="9719" y="18068"/>
                    <a:pt x="8787" y="16587"/>
                  </a:cubicBezTo>
                  <a:cubicBezTo>
                    <a:pt x="7770" y="14973"/>
                    <a:pt x="7236" y="13105"/>
                    <a:pt x="7242" y="11187"/>
                  </a:cubicBezTo>
                  <a:cubicBezTo>
                    <a:pt x="7250" y="8496"/>
                    <a:pt x="8303" y="5970"/>
                    <a:pt x="10204" y="4074"/>
                  </a:cubicBezTo>
                  <a:cubicBezTo>
                    <a:pt x="12105" y="2181"/>
                    <a:pt x="14630" y="1137"/>
                    <a:pt x="17318" y="1134"/>
                  </a:cubicBezTo>
                  <a:lnTo>
                    <a:pt x="17337" y="1134"/>
                  </a:lnTo>
                  <a:cubicBezTo>
                    <a:pt x="22893" y="1140"/>
                    <a:pt x="27411" y="5662"/>
                    <a:pt x="27411" y="11219"/>
                  </a:cubicBezTo>
                  <a:lnTo>
                    <a:pt x="27409" y="14491"/>
                  </a:lnTo>
                  <a:cubicBezTo>
                    <a:pt x="27409" y="14580"/>
                    <a:pt x="27430" y="14668"/>
                    <a:pt x="27471" y="14748"/>
                  </a:cubicBezTo>
                  <a:lnTo>
                    <a:pt x="28651" y="17076"/>
                  </a:lnTo>
                  <a:cubicBezTo>
                    <a:pt x="28755" y="17282"/>
                    <a:pt x="28673" y="17456"/>
                    <a:pt x="28633" y="17522"/>
                  </a:cubicBezTo>
                  <a:cubicBezTo>
                    <a:pt x="28593" y="17587"/>
                    <a:pt x="28474" y="17740"/>
                    <a:pt x="28242" y="17740"/>
                  </a:cubicBezTo>
                  <a:lnTo>
                    <a:pt x="27261" y="17740"/>
                  </a:lnTo>
                  <a:cubicBezTo>
                    <a:pt x="26969" y="17740"/>
                    <a:pt x="26724" y="17963"/>
                    <a:pt x="26697" y="18254"/>
                  </a:cubicBezTo>
                  <a:lnTo>
                    <a:pt x="26299" y="22446"/>
                  </a:lnTo>
                  <a:cubicBezTo>
                    <a:pt x="26209" y="23402"/>
                    <a:pt x="25417" y="24123"/>
                    <a:pt x="24457" y="24123"/>
                  </a:cubicBezTo>
                  <a:lnTo>
                    <a:pt x="22840" y="24123"/>
                  </a:lnTo>
                  <a:cubicBezTo>
                    <a:pt x="22526" y="24123"/>
                    <a:pt x="22273" y="24377"/>
                    <a:pt x="22273" y="24689"/>
                  </a:cubicBezTo>
                  <a:cubicBezTo>
                    <a:pt x="22273" y="25003"/>
                    <a:pt x="22526" y="25257"/>
                    <a:pt x="22840" y="25257"/>
                  </a:cubicBezTo>
                  <a:lnTo>
                    <a:pt x="24457" y="25257"/>
                  </a:lnTo>
                  <a:cubicBezTo>
                    <a:pt x="26005" y="25257"/>
                    <a:pt x="27282" y="24094"/>
                    <a:pt x="27428" y="22553"/>
                  </a:cubicBezTo>
                  <a:lnTo>
                    <a:pt x="27777" y="18874"/>
                  </a:lnTo>
                  <a:lnTo>
                    <a:pt x="28242" y="18874"/>
                  </a:lnTo>
                  <a:cubicBezTo>
                    <a:pt x="28800" y="18874"/>
                    <a:pt x="29307" y="18590"/>
                    <a:pt x="29600" y="18115"/>
                  </a:cubicBezTo>
                  <a:cubicBezTo>
                    <a:pt x="29891" y="17639"/>
                    <a:pt x="29914" y="17060"/>
                    <a:pt x="29661" y="16563"/>
                  </a:cubicBezTo>
                  <a:lnTo>
                    <a:pt x="28544" y="14356"/>
                  </a:lnTo>
                  <a:lnTo>
                    <a:pt x="28546" y="11219"/>
                  </a:lnTo>
                  <a:cubicBezTo>
                    <a:pt x="28546" y="5964"/>
                    <a:pt x="24928" y="1470"/>
                    <a:pt x="20024" y="330"/>
                  </a:cubicBezTo>
                  <a:cubicBezTo>
                    <a:pt x="18622" y="4"/>
                    <a:pt x="19051" y="234"/>
                    <a:pt x="18416" y="58"/>
                  </a:cubicBezTo>
                  <a:cubicBezTo>
                    <a:pt x="18414" y="58"/>
                    <a:pt x="18412" y="59"/>
                    <a:pt x="18409" y="59"/>
                  </a:cubicBezTo>
                  <a:cubicBezTo>
                    <a:pt x="18347" y="59"/>
                    <a:pt x="18049" y="1"/>
                    <a:pt x="18007"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28" name="Google Shape;1228;p47">
              <a:extLst>
                <a:ext uri="{FF2B5EF4-FFF2-40B4-BE49-F238E27FC236}">
                  <a16:creationId xmlns:a16="http://schemas.microsoft.com/office/drawing/2014/main" id="{3C7F7292-3FE3-79D2-93E3-4B31DC066D75}"/>
                </a:ext>
              </a:extLst>
            </p:cNvPr>
            <p:cNvSpPr/>
            <p:nvPr/>
          </p:nvSpPr>
          <p:spPr>
            <a:xfrm rot="-1002475">
              <a:off x="1495332" y="2786710"/>
              <a:ext cx="610933" cy="467007"/>
            </a:xfrm>
            <a:custGeom>
              <a:avLst/>
              <a:gdLst/>
              <a:ahLst/>
              <a:cxnLst/>
              <a:rect l="l" t="t" r="r" b="b"/>
              <a:pathLst>
                <a:path w="15434" h="11798" extrusionOk="0">
                  <a:moveTo>
                    <a:pt x="9688" y="1"/>
                  </a:moveTo>
                  <a:cubicBezTo>
                    <a:pt x="9374" y="1"/>
                    <a:pt x="9121" y="254"/>
                    <a:pt x="9121" y="568"/>
                  </a:cubicBezTo>
                  <a:cubicBezTo>
                    <a:pt x="9121" y="881"/>
                    <a:pt x="9374" y="1134"/>
                    <a:pt x="9688" y="1134"/>
                  </a:cubicBezTo>
                  <a:lnTo>
                    <a:pt x="11274" y="1134"/>
                  </a:lnTo>
                  <a:cubicBezTo>
                    <a:pt x="12943" y="1134"/>
                    <a:pt x="14300" y="2492"/>
                    <a:pt x="14300" y="4161"/>
                  </a:cubicBezTo>
                  <a:cubicBezTo>
                    <a:pt x="14300" y="5030"/>
                    <a:pt x="13721" y="5767"/>
                    <a:pt x="12928" y="6005"/>
                  </a:cubicBezTo>
                  <a:cubicBezTo>
                    <a:pt x="12879" y="5505"/>
                    <a:pt x="12725" y="4834"/>
                    <a:pt x="12287" y="4314"/>
                  </a:cubicBezTo>
                  <a:cubicBezTo>
                    <a:pt x="12486" y="3967"/>
                    <a:pt x="12579" y="3582"/>
                    <a:pt x="12560" y="3174"/>
                  </a:cubicBezTo>
                  <a:cubicBezTo>
                    <a:pt x="12547" y="2870"/>
                    <a:pt x="12299" y="2633"/>
                    <a:pt x="11995" y="2633"/>
                  </a:cubicBezTo>
                  <a:cubicBezTo>
                    <a:pt x="11986" y="2633"/>
                    <a:pt x="11977" y="2633"/>
                    <a:pt x="11968" y="2633"/>
                  </a:cubicBezTo>
                  <a:cubicBezTo>
                    <a:pt x="11655" y="2648"/>
                    <a:pt x="11413" y="2913"/>
                    <a:pt x="11428" y="3225"/>
                  </a:cubicBezTo>
                  <a:cubicBezTo>
                    <a:pt x="11443" y="3572"/>
                    <a:pt x="11289" y="3872"/>
                    <a:pt x="10956" y="4140"/>
                  </a:cubicBezTo>
                  <a:cubicBezTo>
                    <a:pt x="10668" y="4372"/>
                    <a:pt x="10358" y="4483"/>
                    <a:pt x="10348" y="4487"/>
                  </a:cubicBezTo>
                  <a:cubicBezTo>
                    <a:pt x="10052" y="4588"/>
                    <a:pt x="9894" y="4909"/>
                    <a:pt x="9994" y="5204"/>
                  </a:cubicBezTo>
                  <a:cubicBezTo>
                    <a:pt x="10073" y="5441"/>
                    <a:pt x="10294" y="5591"/>
                    <a:pt x="10531" y="5591"/>
                  </a:cubicBezTo>
                  <a:cubicBezTo>
                    <a:pt x="10591" y="5591"/>
                    <a:pt x="10651" y="5581"/>
                    <a:pt x="10712" y="5560"/>
                  </a:cubicBezTo>
                  <a:cubicBezTo>
                    <a:pt x="10755" y="5546"/>
                    <a:pt x="11110" y="5421"/>
                    <a:pt x="11498" y="5150"/>
                  </a:cubicBezTo>
                  <a:cubicBezTo>
                    <a:pt x="11809" y="5617"/>
                    <a:pt x="11834" y="6323"/>
                    <a:pt x="11810" y="6602"/>
                  </a:cubicBezTo>
                  <a:cubicBezTo>
                    <a:pt x="11810" y="6610"/>
                    <a:pt x="11810" y="6617"/>
                    <a:pt x="11809" y="6626"/>
                  </a:cubicBezTo>
                  <a:cubicBezTo>
                    <a:pt x="11809" y="6634"/>
                    <a:pt x="11808" y="6644"/>
                    <a:pt x="11808" y="6653"/>
                  </a:cubicBezTo>
                  <a:cubicBezTo>
                    <a:pt x="11808" y="7872"/>
                    <a:pt x="10816" y="8864"/>
                    <a:pt x="9597" y="8864"/>
                  </a:cubicBezTo>
                  <a:lnTo>
                    <a:pt x="4495" y="8864"/>
                  </a:lnTo>
                  <a:cubicBezTo>
                    <a:pt x="4305" y="8864"/>
                    <a:pt x="4128" y="8960"/>
                    <a:pt x="4023" y="9118"/>
                  </a:cubicBezTo>
                  <a:lnTo>
                    <a:pt x="3168" y="10401"/>
                  </a:lnTo>
                  <a:cubicBezTo>
                    <a:pt x="3058" y="10566"/>
                    <a:pt x="2876" y="10663"/>
                    <a:pt x="2678" y="10663"/>
                  </a:cubicBezTo>
                  <a:lnTo>
                    <a:pt x="1722" y="10663"/>
                  </a:lnTo>
                  <a:cubicBezTo>
                    <a:pt x="1397" y="10663"/>
                    <a:pt x="1133" y="10399"/>
                    <a:pt x="1133" y="10076"/>
                  </a:cubicBezTo>
                  <a:lnTo>
                    <a:pt x="1133" y="7677"/>
                  </a:lnTo>
                  <a:cubicBezTo>
                    <a:pt x="1133" y="6032"/>
                    <a:pt x="1746" y="4459"/>
                    <a:pt x="2858" y="3249"/>
                  </a:cubicBezTo>
                  <a:cubicBezTo>
                    <a:pt x="3964" y="2047"/>
                    <a:pt x="5466" y="1305"/>
                    <a:pt x="7085" y="1160"/>
                  </a:cubicBezTo>
                  <a:cubicBezTo>
                    <a:pt x="7399" y="1133"/>
                    <a:pt x="7628" y="858"/>
                    <a:pt x="7601" y="547"/>
                  </a:cubicBezTo>
                  <a:cubicBezTo>
                    <a:pt x="7574" y="252"/>
                    <a:pt x="7328" y="30"/>
                    <a:pt x="7039" y="30"/>
                  </a:cubicBezTo>
                  <a:cubicBezTo>
                    <a:pt x="7022" y="30"/>
                    <a:pt x="7004" y="31"/>
                    <a:pt x="6986" y="32"/>
                  </a:cubicBezTo>
                  <a:cubicBezTo>
                    <a:pt x="5084" y="201"/>
                    <a:pt x="3321" y="1071"/>
                    <a:pt x="2025" y="2483"/>
                  </a:cubicBezTo>
                  <a:cubicBezTo>
                    <a:pt x="719" y="3902"/>
                    <a:pt x="1" y="5747"/>
                    <a:pt x="1" y="7677"/>
                  </a:cubicBezTo>
                  <a:lnTo>
                    <a:pt x="1" y="10076"/>
                  </a:lnTo>
                  <a:cubicBezTo>
                    <a:pt x="1" y="11025"/>
                    <a:pt x="773" y="11798"/>
                    <a:pt x="1722" y="11798"/>
                  </a:cubicBezTo>
                  <a:lnTo>
                    <a:pt x="2679" y="11798"/>
                  </a:lnTo>
                  <a:cubicBezTo>
                    <a:pt x="3256" y="11798"/>
                    <a:pt x="3793" y="11511"/>
                    <a:pt x="4112" y="11030"/>
                  </a:cubicBezTo>
                  <a:lnTo>
                    <a:pt x="4800" y="9999"/>
                  </a:lnTo>
                  <a:lnTo>
                    <a:pt x="9597" y="9999"/>
                  </a:lnTo>
                  <a:cubicBezTo>
                    <a:pt x="11264" y="9999"/>
                    <a:pt x="12650" y="8772"/>
                    <a:pt x="12902" y="7175"/>
                  </a:cubicBezTo>
                  <a:cubicBezTo>
                    <a:pt x="14338" y="6924"/>
                    <a:pt x="15434" y="5668"/>
                    <a:pt x="15434" y="4162"/>
                  </a:cubicBezTo>
                  <a:cubicBezTo>
                    <a:pt x="15434" y="1868"/>
                    <a:pt x="13568" y="1"/>
                    <a:pt x="11274"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29" name="Google Shape;1229;p47">
              <a:extLst>
                <a:ext uri="{FF2B5EF4-FFF2-40B4-BE49-F238E27FC236}">
                  <a16:creationId xmlns:a16="http://schemas.microsoft.com/office/drawing/2014/main" id="{2A3F9DBE-049C-AC10-5C6C-ED7B4532830C}"/>
                </a:ext>
              </a:extLst>
            </p:cNvPr>
            <p:cNvSpPr/>
            <p:nvPr/>
          </p:nvSpPr>
          <p:spPr>
            <a:xfrm rot="-1002475">
              <a:off x="1625186" y="3048514"/>
              <a:ext cx="134822" cy="82453"/>
            </a:xfrm>
            <a:custGeom>
              <a:avLst/>
              <a:gdLst/>
              <a:ahLst/>
              <a:cxnLst/>
              <a:rect l="l" t="t" r="r" b="b"/>
              <a:pathLst>
                <a:path w="3406" h="2083" extrusionOk="0">
                  <a:moveTo>
                    <a:pt x="2760" y="1"/>
                  </a:moveTo>
                  <a:cubicBezTo>
                    <a:pt x="2547" y="1"/>
                    <a:pt x="2344" y="121"/>
                    <a:pt x="2247" y="325"/>
                  </a:cubicBezTo>
                  <a:cubicBezTo>
                    <a:pt x="2098" y="638"/>
                    <a:pt x="1822" y="830"/>
                    <a:pt x="1402" y="911"/>
                  </a:cubicBezTo>
                  <a:cubicBezTo>
                    <a:pt x="1247" y="940"/>
                    <a:pt x="1100" y="949"/>
                    <a:pt x="981" y="949"/>
                  </a:cubicBezTo>
                  <a:cubicBezTo>
                    <a:pt x="817" y="949"/>
                    <a:pt x="706" y="933"/>
                    <a:pt x="701" y="931"/>
                  </a:cubicBezTo>
                  <a:cubicBezTo>
                    <a:pt x="670" y="927"/>
                    <a:pt x="640" y="924"/>
                    <a:pt x="610" y="924"/>
                  </a:cubicBezTo>
                  <a:cubicBezTo>
                    <a:pt x="338" y="924"/>
                    <a:pt x="97" y="1121"/>
                    <a:pt x="51" y="1400"/>
                  </a:cubicBezTo>
                  <a:cubicBezTo>
                    <a:pt x="1" y="1708"/>
                    <a:pt x="210" y="2000"/>
                    <a:pt x="519" y="2050"/>
                  </a:cubicBezTo>
                  <a:cubicBezTo>
                    <a:pt x="549" y="2056"/>
                    <a:pt x="726" y="2083"/>
                    <a:pt x="980" y="2083"/>
                  </a:cubicBezTo>
                  <a:cubicBezTo>
                    <a:pt x="1150" y="2083"/>
                    <a:pt x="1354" y="2071"/>
                    <a:pt x="1573" y="2033"/>
                  </a:cubicBezTo>
                  <a:cubicBezTo>
                    <a:pt x="2373" y="1890"/>
                    <a:pt x="2959" y="1468"/>
                    <a:pt x="3272" y="811"/>
                  </a:cubicBezTo>
                  <a:cubicBezTo>
                    <a:pt x="3406" y="528"/>
                    <a:pt x="3285" y="190"/>
                    <a:pt x="3002" y="56"/>
                  </a:cubicBezTo>
                  <a:cubicBezTo>
                    <a:pt x="2924" y="19"/>
                    <a:pt x="2841" y="1"/>
                    <a:pt x="2760"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4" name="TextBox 3">
            <a:extLst>
              <a:ext uri="{FF2B5EF4-FFF2-40B4-BE49-F238E27FC236}">
                <a16:creationId xmlns:a16="http://schemas.microsoft.com/office/drawing/2014/main" id="{B1D0B06F-81A7-5FCE-3A38-F6E96F245BE5}"/>
              </a:ext>
            </a:extLst>
          </p:cNvPr>
          <p:cNvSpPr txBox="1"/>
          <p:nvPr/>
        </p:nvSpPr>
        <p:spPr>
          <a:xfrm>
            <a:off x="910331" y="568957"/>
            <a:ext cx="7180174" cy="430887"/>
          </a:xfrm>
          <a:prstGeom prst="rect">
            <a:avLst/>
          </a:prstGeom>
          <a:noFill/>
        </p:spPr>
        <p:txBody>
          <a:bodyPr wrap="square">
            <a:spAutoFit/>
          </a:bodyPr>
          <a:lstStyle/>
          <a:p>
            <a:pPr marL="0" marR="0" algn="ctr" rtl="0">
              <a:spcBef>
                <a:spcPts val="600"/>
              </a:spcBef>
              <a:spcAft>
                <a:spcPts val="600"/>
              </a:spcAft>
              <a:buNone/>
            </a:pPr>
            <a:r>
              <a:rPr lang="en-US" sz="2200" b="1" dirty="0">
                <a:latin typeface="ADLaM Display" panose="02010000000000000000" pitchFamily="2" charset="0"/>
                <a:ea typeface="ADLaM Display" panose="02010000000000000000" pitchFamily="2" charset="0"/>
                <a:cs typeface="ADLaM Display" panose="02010000000000000000" pitchFamily="2" charset="0"/>
              </a:rPr>
              <a:t>Therapeutic Implications</a:t>
            </a:r>
            <a:endParaRPr lang="en-US" sz="2200" dirty="0">
              <a:effectLst/>
              <a:latin typeface="ADLaM Display" panose="02010000000000000000" pitchFamily="2" charset="0"/>
              <a:ea typeface="ADLaM Display" panose="02010000000000000000" pitchFamily="2" charset="0"/>
              <a:cs typeface="ADLaM Display" panose="02010000000000000000" pitchFamily="2" charset="0"/>
            </a:endParaRPr>
          </a:p>
        </p:txBody>
      </p:sp>
      <p:sp>
        <p:nvSpPr>
          <p:cNvPr id="2" name="AutoShape 2" descr="Output image">
            <a:extLst>
              <a:ext uri="{FF2B5EF4-FFF2-40B4-BE49-F238E27FC236}">
                <a16:creationId xmlns:a16="http://schemas.microsoft.com/office/drawing/2014/main" id="{330D4AE5-07C4-0E1C-BF24-1FD36A8DEB56}"/>
              </a:ext>
            </a:extLst>
          </p:cNvPr>
          <p:cNvSpPr>
            <a:spLocks noChangeAspect="1" noChangeArrowheads="1"/>
          </p:cNvSpPr>
          <p:nvPr/>
        </p:nvSpPr>
        <p:spPr bwMode="auto">
          <a:xfrm>
            <a:off x="4419600" y="241935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3" name="AutoShape 4" descr="Output image">
            <a:extLst>
              <a:ext uri="{FF2B5EF4-FFF2-40B4-BE49-F238E27FC236}">
                <a16:creationId xmlns:a16="http://schemas.microsoft.com/office/drawing/2014/main" id="{FA809A0C-6D22-6C98-08B6-1FE620F25C16}"/>
              </a:ext>
            </a:extLst>
          </p:cNvPr>
          <p:cNvSpPr>
            <a:spLocks noChangeAspect="1" noChangeArrowheads="1"/>
          </p:cNvSpPr>
          <p:nvPr/>
        </p:nvSpPr>
        <p:spPr bwMode="auto">
          <a:xfrm>
            <a:off x="4572000" y="257175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Tree>
    <p:extLst>
      <p:ext uri="{BB962C8B-B14F-4D97-AF65-F5344CB8AC3E}">
        <p14:creationId xmlns:p14="http://schemas.microsoft.com/office/powerpoint/2010/main" val="3317899720"/>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Shape 1220">
          <a:extLst>
            <a:ext uri="{FF2B5EF4-FFF2-40B4-BE49-F238E27FC236}">
              <a16:creationId xmlns:a16="http://schemas.microsoft.com/office/drawing/2014/main" id="{2D82084B-65E8-1C07-0D8A-1C8FCFB6BE8C}"/>
            </a:ext>
          </a:extLst>
        </p:cNvPr>
        <p:cNvGrpSpPr/>
        <p:nvPr/>
      </p:nvGrpSpPr>
      <p:grpSpPr>
        <a:xfrm>
          <a:off x="0" y="0"/>
          <a:ext cx="0" cy="0"/>
          <a:chOff x="0" y="0"/>
          <a:chExt cx="0" cy="0"/>
        </a:xfrm>
      </p:grpSpPr>
      <p:sp>
        <p:nvSpPr>
          <p:cNvPr id="1221" name="Google Shape;1221;p47">
            <a:extLst>
              <a:ext uri="{FF2B5EF4-FFF2-40B4-BE49-F238E27FC236}">
                <a16:creationId xmlns:a16="http://schemas.microsoft.com/office/drawing/2014/main" id="{29E59120-B1A8-A2BD-E21E-B1FA08902237}"/>
              </a:ext>
            </a:extLst>
          </p:cNvPr>
          <p:cNvSpPr txBox="1">
            <a:spLocks noGrp="1"/>
          </p:cNvSpPr>
          <p:nvPr>
            <p:ph type="title"/>
          </p:nvPr>
        </p:nvSpPr>
        <p:spPr>
          <a:xfrm>
            <a:off x="578843" y="-33750"/>
            <a:ext cx="8242017" cy="2529300"/>
          </a:xfrm>
          <a:prstGeom prst="rect">
            <a:avLst/>
          </a:prstGeom>
        </p:spPr>
        <p:txBody>
          <a:bodyPr spcFirstLastPara="1" wrap="square" lIns="91425" tIns="91425" rIns="91425" bIns="91425" anchor="ctr" anchorCtr="0">
            <a:noAutofit/>
          </a:bodyPr>
          <a:lstStyle/>
          <a:p>
            <a:pPr algn="l">
              <a:lnSpc>
                <a:spcPct val="100000"/>
              </a:lnSpc>
            </a:pPr>
            <a:br>
              <a:rPr lang="en-US" sz="1800" dirty="0"/>
            </a:br>
            <a:br>
              <a:rPr lang="en-US" sz="1800" dirty="0"/>
            </a:br>
            <a:r>
              <a:rPr lang="en-US" sz="1800" b="1" dirty="0"/>
              <a:t>to use PEA to reduce the dose of a glucocorticoid </a:t>
            </a:r>
            <a:r>
              <a:rPr lang="en-US" sz="1800" dirty="0"/>
              <a:t>the most appropriate and justifiable choice is </a:t>
            </a:r>
            <a:r>
              <a:rPr lang="en-US" sz="1800" b="1" u="sng" dirty="0"/>
              <a:t>Prednisolone.</a:t>
            </a:r>
            <a:br>
              <a:rPr lang="en-US" sz="1800" dirty="0"/>
            </a:br>
            <a:br>
              <a:rPr lang="en-US" sz="1800" dirty="0"/>
            </a:br>
            <a:endParaRPr lang="en-US" sz="1800" dirty="0"/>
          </a:p>
        </p:txBody>
      </p:sp>
      <p:grpSp>
        <p:nvGrpSpPr>
          <p:cNvPr id="1222" name="Google Shape;1222;p47">
            <a:extLst>
              <a:ext uri="{FF2B5EF4-FFF2-40B4-BE49-F238E27FC236}">
                <a16:creationId xmlns:a16="http://schemas.microsoft.com/office/drawing/2014/main" id="{9FF7E4F6-AFFE-B4D5-B83E-4B73F40BCBCC}"/>
              </a:ext>
            </a:extLst>
          </p:cNvPr>
          <p:cNvGrpSpPr/>
          <p:nvPr/>
        </p:nvGrpSpPr>
        <p:grpSpPr>
          <a:xfrm>
            <a:off x="122278" y="87555"/>
            <a:ext cx="623693" cy="542353"/>
            <a:chOff x="1082169" y="2497002"/>
            <a:chExt cx="1663996" cy="1720378"/>
          </a:xfrm>
        </p:grpSpPr>
        <p:sp>
          <p:nvSpPr>
            <p:cNvPr id="1223" name="Google Shape;1223;p47">
              <a:extLst>
                <a:ext uri="{FF2B5EF4-FFF2-40B4-BE49-F238E27FC236}">
                  <a16:creationId xmlns:a16="http://schemas.microsoft.com/office/drawing/2014/main" id="{E1028A49-8044-95FD-518F-06A8690D1145}"/>
                </a:ext>
              </a:extLst>
            </p:cNvPr>
            <p:cNvSpPr/>
            <p:nvPr/>
          </p:nvSpPr>
          <p:spPr>
            <a:xfrm rot="-1002475">
              <a:off x="1255753" y="2656719"/>
              <a:ext cx="1316828" cy="1400943"/>
            </a:xfrm>
            <a:custGeom>
              <a:avLst/>
              <a:gdLst/>
              <a:ahLst/>
              <a:cxnLst/>
              <a:rect l="l" t="t" r="r" b="b"/>
              <a:pathLst>
                <a:path w="33267" h="35392" extrusionOk="0">
                  <a:moveTo>
                    <a:pt x="16501" y="1"/>
                  </a:moveTo>
                  <a:cubicBezTo>
                    <a:pt x="15873" y="110"/>
                    <a:pt x="14762" y="293"/>
                    <a:pt x="14762" y="293"/>
                  </a:cubicBezTo>
                  <a:cubicBezTo>
                    <a:pt x="12749" y="761"/>
                    <a:pt x="10902" y="1778"/>
                    <a:pt x="9405" y="3270"/>
                  </a:cubicBezTo>
                  <a:cubicBezTo>
                    <a:pt x="7289" y="5379"/>
                    <a:pt x="6118" y="8189"/>
                    <a:pt x="6108" y="11183"/>
                  </a:cubicBezTo>
                  <a:cubicBezTo>
                    <a:pt x="6102" y="13317"/>
                    <a:pt x="6696" y="15394"/>
                    <a:pt x="7829" y="17192"/>
                  </a:cubicBezTo>
                  <a:cubicBezTo>
                    <a:pt x="8647" y="18490"/>
                    <a:pt x="9079" y="19998"/>
                    <a:pt x="9079" y="21552"/>
                  </a:cubicBezTo>
                  <a:lnTo>
                    <a:pt x="9079" y="24669"/>
                  </a:lnTo>
                  <a:lnTo>
                    <a:pt x="9118" y="25929"/>
                  </a:lnTo>
                  <a:lnTo>
                    <a:pt x="9079" y="26273"/>
                  </a:lnTo>
                  <a:lnTo>
                    <a:pt x="9079" y="28907"/>
                  </a:lnTo>
                  <a:cubicBezTo>
                    <a:pt x="9079" y="29271"/>
                    <a:pt x="8783" y="29566"/>
                    <a:pt x="8418" y="29566"/>
                  </a:cubicBezTo>
                  <a:lnTo>
                    <a:pt x="5260" y="29566"/>
                  </a:lnTo>
                  <a:cubicBezTo>
                    <a:pt x="2360" y="29566"/>
                    <a:pt x="1" y="31925"/>
                    <a:pt x="1" y="34825"/>
                  </a:cubicBezTo>
                  <a:cubicBezTo>
                    <a:pt x="1" y="35137"/>
                    <a:pt x="254" y="35392"/>
                    <a:pt x="568" y="35392"/>
                  </a:cubicBezTo>
                  <a:cubicBezTo>
                    <a:pt x="881" y="35392"/>
                    <a:pt x="1134" y="35137"/>
                    <a:pt x="1134" y="34825"/>
                  </a:cubicBezTo>
                  <a:lnTo>
                    <a:pt x="1134" y="34824"/>
                  </a:lnTo>
                  <a:lnTo>
                    <a:pt x="32132" y="34824"/>
                  </a:lnTo>
                  <a:cubicBezTo>
                    <a:pt x="32132" y="35137"/>
                    <a:pt x="32386" y="35392"/>
                    <a:pt x="32700" y="35392"/>
                  </a:cubicBezTo>
                  <a:cubicBezTo>
                    <a:pt x="33012" y="35392"/>
                    <a:pt x="33266" y="35137"/>
                    <a:pt x="33266" y="34824"/>
                  </a:cubicBezTo>
                  <a:cubicBezTo>
                    <a:pt x="33266" y="33420"/>
                    <a:pt x="32719" y="32099"/>
                    <a:pt x="31726" y="31107"/>
                  </a:cubicBezTo>
                  <a:cubicBezTo>
                    <a:pt x="30734" y="30114"/>
                    <a:pt x="29413" y="29567"/>
                    <a:pt x="28007" y="29567"/>
                  </a:cubicBezTo>
                  <a:lnTo>
                    <a:pt x="20189" y="29567"/>
                  </a:lnTo>
                  <a:cubicBezTo>
                    <a:pt x="19825" y="29567"/>
                    <a:pt x="19528" y="29271"/>
                    <a:pt x="19528" y="28907"/>
                  </a:cubicBezTo>
                  <a:lnTo>
                    <a:pt x="19528" y="25916"/>
                  </a:lnTo>
                  <a:cubicBezTo>
                    <a:pt x="19528" y="25553"/>
                    <a:pt x="19825" y="25256"/>
                    <a:pt x="20189" y="25256"/>
                  </a:cubicBezTo>
                  <a:cubicBezTo>
                    <a:pt x="20502" y="25256"/>
                    <a:pt x="20756" y="25003"/>
                    <a:pt x="20756" y="24689"/>
                  </a:cubicBezTo>
                  <a:lnTo>
                    <a:pt x="22273" y="24689"/>
                  </a:lnTo>
                  <a:cubicBezTo>
                    <a:pt x="22273" y="25003"/>
                    <a:pt x="22527" y="25256"/>
                    <a:pt x="22840" y="25256"/>
                  </a:cubicBezTo>
                  <a:lnTo>
                    <a:pt x="24457" y="25256"/>
                  </a:lnTo>
                  <a:cubicBezTo>
                    <a:pt x="26005" y="25256"/>
                    <a:pt x="27282" y="24094"/>
                    <a:pt x="27428" y="22553"/>
                  </a:cubicBezTo>
                  <a:lnTo>
                    <a:pt x="27777" y="18874"/>
                  </a:lnTo>
                  <a:lnTo>
                    <a:pt x="28243" y="18874"/>
                  </a:lnTo>
                  <a:cubicBezTo>
                    <a:pt x="28800" y="18874"/>
                    <a:pt x="29307" y="18590"/>
                    <a:pt x="29600" y="18115"/>
                  </a:cubicBezTo>
                  <a:cubicBezTo>
                    <a:pt x="29891" y="17639"/>
                    <a:pt x="29914" y="17059"/>
                    <a:pt x="29663" y="16563"/>
                  </a:cubicBezTo>
                  <a:lnTo>
                    <a:pt x="28544" y="14356"/>
                  </a:lnTo>
                  <a:lnTo>
                    <a:pt x="28546" y="11219"/>
                  </a:lnTo>
                  <a:cubicBezTo>
                    <a:pt x="28546" y="5964"/>
                    <a:pt x="24928" y="1470"/>
                    <a:pt x="20024" y="330"/>
                  </a:cubicBezTo>
                  <a:cubicBezTo>
                    <a:pt x="18622" y="4"/>
                    <a:pt x="19051" y="233"/>
                    <a:pt x="18416" y="58"/>
                  </a:cubicBezTo>
                  <a:cubicBezTo>
                    <a:pt x="18414" y="58"/>
                    <a:pt x="18412" y="59"/>
                    <a:pt x="18409" y="59"/>
                  </a:cubicBezTo>
                  <a:cubicBezTo>
                    <a:pt x="18347" y="59"/>
                    <a:pt x="18049" y="1"/>
                    <a:pt x="18007" y="1"/>
                  </a:cubicBezTo>
                  <a:close/>
                </a:path>
              </a:pathLst>
            </a:custGeom>
            <a:solidFill>
              <a:schemeClr val="accent2"/>
            </a:solidFill>
            <a:ln w="114300" cap="flat" cmpd="sng">
              <a:solidFill>
                <a:schemeClr val="accent2"/>
              </a:solidFill>
              <a:prstDash val="solid"/>
              <a:round/>
              <a:headEnd type="none" w="sm" len="sm"/>
              <a:tailEnd type="none" w="sm" len="sm"/>
            </a:ln>
            <a:effectLst>
              <a:outerShdw dist="76200" dir="1800000" algn="bl" rotWithShape="0">
                <a:schemeClr val="lt2"/>
              </a:outerShdw>
            </a:effectLst>
          </p:spPr>
          <p:txBody>
            <a:bodyPr spcFirstLastPara="1" wrap="square" lIns="91425" tIns="91425" rIns="91425" bIns="91425" anchor="ctr" anchorCtr="0">
              <a:noAutofit/>
            </a:bodyPr>
            <a:lstStyle/>
            <a:p>
              <a:pPr marL="0" marR="0" lvl="0" indent="0" algn="l" rtl="0">
                <a:lnSpc>
                  <a:spcPct val="100000"/>
                </a:lnSpc>
                <a:spcBef>
                  <a:spcPts val="0"/>
                </a:spcBef>
                <a:spcAft>
                  <a:spcPts val="0"/>
                </a:spcAft>
                <a:buNone/>
              </a:pPr>
              <a:endParaRPr/>
            </a:p>
          </p:txBody>
        </p:sp>
        <p:sp>
          <p:nvSpPr>
            <p:cNvPr id="1224" name="Google Shape;1224;p47">
              <a:extLst>
                <a:ext uri="{FF2B5EF4-FFF2-40B4-BE49-F238E27FC236}">
                  <a16:creationId xmlns:a16="http://schemas.microsoft.com/office/drawing/2014/main" id="{2DC4072E-ACC9-D25D-66F0-6685104C7929}"/>
                </a:ext>
              </a:extLst>
            </p:cNvPr>
            <p:cNvSpPr/>
            <p:nvPr/>
          </p:nvSpPr>
          <p:spPr>
            <a:xfrm rot="-1002475">
              <a:off x="1278198" y="2679168"/>
              <a:ext cx="1271901" cy="1356055"/>
            </a:xfrm>
            <a:custGeom>
              <a:avLst/>
              <a:gdLst/>
              <a:ahLst/>
              <a:cxnLst/>
              <a:rect l="l" t="t" r="r" b="b"/>
              <a:pathLst>
                <a:path w="32132" h="34258" extrusionOk="0">
                  <a:moveTo>
                    <a:pt x="16761" y="0"/>
                  </a:moveTo>
                  <a:cubicBezTo>
                    <a:pt x="10884" y="0"/>
                    <a:pt x="6127" y="4741"/>
                    <a:pt x="6108" y="10618"/>
                  </a:cubicBezTo>
                  <a:cubicBezTo>
                    <a:pt x="6102" y="12715"/>
                    <a:pt x="6701" y="14672"/>
                    <a:pt x="7741" y="16323"/>
                  </a:cubicBezTo>
                  <a:cubicBezTo>
                    <a:pt x="8620" y="17718"/>
                    <a:pt x="9079" y="19337"/>
                    <a:pt x="9079" y="20986"/>
                  </a:cubicBezTo>
                  <a:lnTo>
                    <a:pt x="9079" y="28340"/>
                  </a:lnTo>
                  <a:cubicBezTo>
                    <a:pt x="9079" y="29017"/>
                    <a:pt x="8529" y="29567"/>
                    <a:pt x="7851" y="29567"/>
                  </a:cubicBezTo>
                  <a:lnTo>
                    <a:pt x="4693" y="29567"/>
                  </a:lnTo>
                  <a:cubicBezTo>
                    <a:pt x="2101" y="29567"/>
                    <a:pt x="1" y="31667"/>
                    <a:pt x="1" y="34258"/>
                  </a:cubicBezTo>
                  <a:lnTo>
                    <a:pt x="32131" y="34258"/>
                  </a:lnTo>
                  <a:cubicBezTo>
                    <a:pt x="32131" y="31667"/>
                    <a:pt x="30032" y="29567"/>
                    <a:pt x="27440" y="29567"/>
                  </a:cubicBezTo>
                  <a:lnTo>
                    <a:pt x="19622" y="29567"/>
                  </a:lnTo>
                  <a:cubicBezTo>
                    <a:pt x="18944" y="29567"/>
                    <a:pt x="18395" y="29017"/>
                    <a:pt x="18395" y="28339"/>
                  </a:cubicBezTo>
                  <a:lnTo>
                    <a:pt x="18395" y="25349"/>
                  </a:lnTo>
                  <a:cubicBezTo>
                    <a:pt x="18395" y="24671"/>
                    <a:pt x="18944" y="24122"/>
                    <a:pt x="19622" y="24122"/>
                  </a:cubicBezTo>
                  <a:lnTo>
                    <a:pt x="23890" y="24122"/>
                  </a:lnTo>
                  <a:cubicBezTo>
                    <a:pt x="25137" y="24122"/>
                    <a:pt x="26179" y="23174"/>
                    <a:pt x="26297" y="21933"/>
                  </a:cubicBezTo>
                  <a:lnTo>
                    <a:pt x="26694" y="17739"/>
                  </a:lnTo>
                  <a:lnTo>
                    <a:pt x="27676" y="17739"/>
                  </a:lnTo>
                  <a:cubicBezTo>
                    <a:pt x="28440" y="17739"/>
                    <a:pt x="28935" y="16934"/>
                    <a:pt x="28590" y="16252"/>
                  </a:cubicBezTo>
                  <a:lnTo>
                    <a:pt x="27410" y="13924"/>
                  </a:lnTo>
                  <a:lnTo>
                    <a:pt x="27412" y="10652"/>
                  </a:lnTo>
                  <a:cubicBezTo>
                    <a:pt x="27412" y="4770"/>
                    <a:pt x="22643" y="1"/>
                    <a:pt x="16761"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25" name="Google Shape;1225;p47">
              <a:extLst>
                <a:ext uri="{FF2B5EF4-FFF2-40B4-BE49-F238E27FC236}">
                  <a16:creationId xmlns:a16="http://schemas.microsoft.com/office/drawing/2014/main" id="{6D7CD760-ACDF-5A4D-6C81-D8B8B9718130}"/>
                </a:ext>
              </a:extLst>
            </p:cNvPr>
            <p:cNvSpPr/>
            <p:nvPr/>
          </p:nvSpPr>
          <p:spPr>
            <a:xfrm rot="-1002475">
              <a:off x="1517787" y="2809192"/>
              <a:ext cx="566046" cy="422120"/>
            </a:xfrm>
            <a:custGeom>
              <a:avLst/>
              <a:gdLst/>
              <a:ahLst/>
              <a:cxnLst/>
              <a:rect l="l" t="t" r="r" b="b"/>
              <a:pathLst>
                <a:path w="14300" h="10664" extrusionOk="0">
                  <a:moveTo>
                    <a:pt x="7108" y="1"/>
                  </a:moveTo>
                  <a:cubicBezTo>
                    <a:pt x="3183" y="1"/>
                    <a:pt x="0" y="3182"/>
                    <a:pt x="0" y="7109"/>
                  </a:cubicBezTo>
                  <a:lnTo>
                    <a:pt x="0" y="9508"/>
                  </a:lnTo>
                  <a:cubicBezTo>
                    <a:pt x="0" y="10145"/>
                    <a:pt x="517" y="10663"/>
                    <a:pt x="1156" y="10663"/>
                  </a:cubicBezTo>
                  <a:lnTo>
                    <a:pt x="2112" y="10663"/>
                  </a:lnTo>
                  <a:cubicBezTo>
                    <a:pt x="2499" y="10663"/>
                    <a:pt x="2860" y="10469"/>
                    <a:pt x="3074" y="10148"/>
                  </a:cubicBezTo>
                  <a:lnTo>
                    <a:pt x="3929" y="8864"/>
                  </a:lnTo>
                  <a:lnTo>
                    <a:pt x="9030" y="8864"/>
                  </a:lnTo>
                  <a:cubicBezTo>
                    <a:pt x="10564" y="8864"/>
                    <a:pt x="11809" y="7620"/>
                    <a:pt x="11809" y="6085"/>
                  </a:cubicBezTo>
                  <a:cubicBezTo>
                    <a:pt x="13184" y="6085"/>
                    <a:pt x="14300" y="4969"/>
                    <a:pt x="14300" y="3594"/>
                  </a:cubicBezTo>
                  <a:cubicBezTo>
                    <a:pt x="14300" y="1609"/>
                    <a:pt x="12691" y="1"/>
                    <a:pt x="10707"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26" name="Google Shape;1226;p47">
              <a:extLst>
                <a:ext uri="{FF2B5EF4-FFF2-40B4-BE49-F238E27FC236}">
                  <a16:creationId xmlns:a16="http://schemas.microsoft.com/office/drawing/2014/main" id="{74F0AC8D-BE58-CB51-613A-E293B12F07B0}"/>
                </a:ext>
              </a:extLst>
            </p:cNvPr>
            <p:cNvSpPr/>
            <p:nvPr/>
          </p:nvSpPr>
          <p:spPr>
            <a:xfrm rot="-1002475">
              <a:off x="2105720" y="3486731"/>
              <a:ext cx="588727" cy="446107"/>
            </a:xfrm>
            <a:custGeom>
              <a:avLst/>
              <a:gdLst/>
              <a:ahLst/>
              <a:cxnLst/>
              <a:rect l="l" t="t" r="r" b="b"/>
              <a:pathLst>
                <a:path w="14873" h="11270" extrusionOk="0">
                  <a:moveTo>
                    <a:pt x="1795" y="1"/>
                  </a:moveTo>
                  <a:cubicBezTo>
                    <a:pt x="805" y="1"/>
                    <a:pt x="1" y="805"/>
                    <a:pt x="1" y="1794"/>
                  </a:cubicBezTo>
                  <a:lnTo>
                    <a:pt x="1" y="4785"/>
                  </a:lnTo>
                  <a:cubicBezTo>
                    <a:pt x="1" y="5774"/>
                    <a:pt x="805" y="6578"/>
                    <a:pt x="1795" y="6578"/>
                  </a:cubicBezTo>
                  <a:lnTo>
                    <a:pt x="9613" y="6578"/>
                  </a:lnTo>
                  <a:cubicBezTo>
                    <a:pt x="10716" y="6578"/>
                    <a:pt x="11751" y="7008"/>
                    <a:pt x="12531" y="7787"/>
                  </a:cubicBezTo>
                  <a:cubicBezTo>
                    <a:pt x="13309" y="8565"/>
                    <a:pt x="13739" y="9601"/>
                    <a:pt x="13739" y="10703"/>
                  </a:cubicBezTo>
                  <a:cubicBezTo>
                    <a:pt x="13739" y="11016"/>
                    <a:pt x="13992" y="11270"/>
                    <a:pt x="14306" y="11270"/>
                  </a:cubicBezTo>
                  <a:cubicBezTo>
                    <a:pt x="14619" y="11270"/>
                    <a:pt x="14872" y="11016"/>
                    <a:pt x="14872" y="10703"/>
                  </a:cubicBezTo>
                  <a:cubicBezTo>
                    <a:pt x="14872" y="9297"/>
                    <a:pt x="14325" y="7977"/>
                    <a:pt x="13332" y="6985"/>
                  </a:cubicBezTo>
                  <a:cubicBezTo>
                    <a:pt x="12339" y="5992"/>
                    <a:pt x="11019" y="5445"/>
                    <a:pt x="9613" y="5445"/>
                  </a:cubicBezTo>
                  <a:lnTo>
                    <a:pt x="1795" y="5445"/>
                  </a:lnTo>
                  <a:cubicBezTo>
                    <a:pt x="1431" y="5445"/>
                    <a:pt x="1134" y="5149"/>
                    <a:pt x="1134" y="4785"/>
                  </a:cubicBezTo>
                  <a:lnTo>
                    <a:pt x="1134" y="1794"/>
                  </a:lnTo>
                  <a:cubicBezTo>
                    <a:pt x="1134" y="1431"/>
                    <a:pt x="1431" y="1134"/>
                    <a:pt x="1795" y="1134"/>
                  </a:cubicBezTo>
                  <a:cubicBezTo>
                    <a:pt x="2108" y="1134"/>
                    <a:pt x="2362" y="881"/>
                    <a:pt x="2362" y="567"/>
                  </a:cubicBezTo>
                  <a:cubicBezTo>
                    <a:pt x="2362" y="254"/>
                    <a:pt x="2108" y="1"/>
                    <a:pt x="179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27" name="Google Shape;1227;p47">
              <a:extLst>
                <a:ext uri="{FF2B5EF4-FFF2-40B4-BE49-F238E27FC236}">
                  <a16:creationId xmlns:a16="http://schemas.microsoft.com/office/drawing/2014/main" id="{88485C2D-AC23-8B06-D300-B0CC8D6AB812}"/>
                </a:ext>
              </a:extLst>
            </p:cNvPr>
            <p:cNvSpPr/>
            <p:nvPr/>
          </p:nvSpPr>
          <p:spPr>
            <a:xfrm rot="-1002475">
              <a:off x="1258555" y="2675798"/>
              <a:ext cx="1184104" cy="1400943"/>
            </a:xfrm>
            <a:custGeom>
              <a:avLst/>
              <a:gdLst/>
              <a:ahLst/>
              <a:cxnLst/>
              <a:rect l="l" t="t" r="r" b="b"/>
              <a:pathLst>
                <a:path w="29914" h="35392" extrusionOk="0">
                  <a:moveTo>
                    <a:pt x="16501" y="1"/>
                  </a:moveTo>
                  <a:cubicBezTo>
                    <a:pt x="15873" y="110"/>
                    <a:pt x="14762" y="294"/>
                    <a:pt x="14760" y="294"/>
                  </a:cubicBezTo>
                  <a:cubicBezTo>
                    <a:pt x="12748" y="761"/>
                    <a:pt x="10901" y="1778"/>
                    <a:pt x="9404" y="3270"/>
                  </a:cubicBezTo>
                  <a:cubicBezTo>
                    <a:pt x="7288" y="5380"/>
                    <a:pt x="6118" y="8190"/>
                    <a:pt x="6108" y="11184"/>
                  </a:cubicBezTo>
                  <a:cubicBezTo>
                    <a:pt x="6101" y="13318"/>
                    <a:pt x="6696" y="15395"/>
                    <a:pt x="7829" y="17192"/>
                  </a:cubicBezTo>
                  <a:cubicBezTo>
                    <a:pt x="8647" y="18491"/>
                    <a:pt x="9078" y="19998"/>
                    <a:pt x="9078" y="21553"/>
                  </a:cubicBezTo>
                  <a:lnTo>
                    <a:pt x="9078" y="24671"/>
                  </a:lnTo>
                  <a:lnTo>
                    <a:pt x="9117" y="25929"/>
                  </a:lnTo>
                  <a:lnTo>
                    <a:pt x="9078" y="26273"/>
                  </a:lnTo>
                  <a:lnTo>
                    <a:pt x="9078" y="28907"/>
                  </a:lnTo>
                  <a:cubicBezTo>
                    <a:pt x="9078" y="29271"/>
                    <a:pt x="8783" y="29567"/>
                    <a:pt x="8418" y="29567"/>
                  </a:cubicBezTo>
                  <a:lnTo>
                    <a:pt x="5259" y="29567"/>
                  </a:lnTo>
                  <a:cubicBezTo>
                    <a:pt x="2359" y="29567"/>
                    <a:pt x="1" y="31926"/>
                    <a:pt x="1" y="34825"/>
                  </a:cubicBezTo>
                  <a:cubicBezTo>
                    <a:pt x="1" y="35138"/>
                    <a:pt x="254" y="35392"/>
                    <a:pt x="568" y="35392"/>
                  </a:cubicBezTo>
                  <a:cubicBezTo>
                    <a:pt x="881" y="35392"/>
                    <a:pt x="1134" y="35138"/>
                    <a:pt x="1134" y="34825"/>
                  </a:cubicBezTo>
                  <a:cubicBezTo>
                    <a:pt x="1134" y="32551"/>
                    <a:pt x="2984" y="30700"/>
                    <a:pt x="5259" y="30700"/>
                  </a:cubicBezTo>
                  <a:lnTo>
                    <a:pt x="8418" y="30700"/>
                  </a:lnTo>
                  <a:cubicBezTo>
                    <a:pt x="9407" y="30700"/>
                    <a:pt x="10213" y="29896"/>
                    <a:pt x="10213" y="28907"/>
                  </a:cubicBezTo>
                  <a:lnTo>
                    <a:pt x="10213" y="27408"/>
                  </a:lnTo>
                  <a:lnTo>
                    <a:pt x="10213" y="25804"/>
                  </a:lnTo>
                  <a:lnTo>
                    <a:pt x="10213" y="21553"/>
                  </a:lnTo>
                  <a:cubicBezTo>
                    <a:pt x="10213" y="19785"/>
                    <a:pt x="9719" y="18068"/>
                    <a:pt x="8787" y="16587"/>
                  </a:cubicBezTo>
                  <a:cubicBezTo>
                    <a:pt x="7770" y="14973"/>
                    <a:pt x="7236" y="13105"/>
                    <a:pt x="7242" y="11187"/>
                  </a:cubicBezTo>
                  <a:cubicBezTo>
                    <a:pt x="7250" y="8496"/>
                    <a:pt x="8303" y="5970"/>
                    <a:pt x="10204" y="4074"/>
                  </a:cubicBezTo>
                  <a:cubicBezTo>
                    <a:pt x="12105" y="2181"/>
                    <a:pt x="14630" y="1137"/>
                    <a:pt x="17318" y="1134"/>
                  </a:cubicBezTo>
                  <a:lnTo>
                    <a:pt x="17337" y="1134"/>
                  </a:lnTo>
                  <a:cubicBezTo>
                    <a:pt x="22893" y="1140"/>
                    <a:pt x="27411" y="5662"/>
                    <a:pt x="27411" y="11219"/>
                  </a:cubicBezTo>
                  <a:lnTo>
                    <a:pt x="27409" y="14491"/>
                  </a:lnTo>
                  <a:cubicBezTo>
                    <a:pt x="27409" y="14580"/>
                    <a:pt x="27430" y="14668"/>
                    <a:pt x="27471" y="14748"/>
                  </a:cubicBezTo>
                  <a:lnTo>
                    <a:pt x="28651" y="17076"/>
                  </a:lnTo>
                  <a:cubicBezTo>
                    <a:pt x="28755" y="17282"/>
                    <a:pt x="28673" y="17456"/>
                    <a:pt x="28633" y="17522"/>
                  </a:cubicBezTo>
                  <a:cubicBezTo>
                    <a:pt x="28593" y="17587"/>
                    <a:pt x="28474" y="17740"/>
                    <a:pt x="28242" y="17740"/>
                  </a:cubicBezTo>
                  <a:lnTo>
                    <a:pt x="27261" y="17740"/>
                  </a:lnTo>
                  <a:cubicBezTo>
                    <a:pt x="26969" y="17740"/>
                    <a:pt x="26724" y="17963"/>
                    <a:pt x="26697" y="18254"/>
                  </a:cubicBezTo>
                  <a:lnTo>
                    <a:pt x="26299" y="22446"/>
                  </a:lnTo>
                  <a:cubicBezTo>
                    <a:pt x="26209" y="23402"/>
                    <a:pt x="25417" y="24123"/>
                    <a:pt x="24457" y="24123"/>
                  </a:cubicBezTo>
                  <a:lnTo>
                    <a:pt x="22840" y="24123"/>
                  </a:lnTo>
                  <a:cubicBezTo>
                    <a:pt x="22526" y="24123"/>
                    <a:pt x="22273" y="24377"/>
                    <a:pt x="22273" y="24689"/>
                  </a:cubicBezTo>
                  <a:cubicBezTo>
                    <a:pt x="22273" y="25003"/>
                    <a:pt x="22526" y="25257"/>
                    <a:pt x="22840" y="25257"/>
                  </a:cubicBezTo>
                  <a:lnTo>
                    <a:pt x="24457" y="25257"/>
                  </a:lnTo>
                  <a:cubicBezTo>
                    <a:pt x="26005" y="25257"/>
                    <a:pt x="27282" y="24094"/>
                    <a:pt x="27428" y="22553"/>
                  </a:cubicBezTo>
                  <a:lnTo>
                    <a:pt x="27777" y="18874"/>
                  </a:lnTo>
                  <a:lnTo>
                    <a:pt x="28242" y="18874"/>
                  </a:lnTo>
                  <a:cubicBezTo>
                    <a:pt x="28800" y="18874"/>
                    <a:pt x="29307" y="18590"/>
                    <a:pt x="29600" y="18115"/>
                  </a:cubicBezTo>
                  <a:cubicBezTo>
                    <a:pt x="29891" y="17639"/>
                    <a:pt x="29914" y="17060"/>
                    <a:pt x="29661" y="16563"/>
                  </a:cubicBezTo>
                  <a:lnTo>
                    <a:pt x="28544" y="14356"/>
                  </a:lnTo>
                  <a:lnTo>
                    <a:pt x="28546" y="11219"/>
                  </a:lnTo>
                  <a:cubicBezTo>
                    <a:pt x="28546" y="5964"/>
                    <a:pt x="24928" y="1470"/>
                    <a:pt x="20024" y="330"/>
                  </a:cubicBezTo>
                  <a:cubicBezTo>
                    <a:pt x="18622" y="4"/>
                    <a:pt x="19051" y="234"/>
                    <a:pt x="18416" y="58"/>
                  </a:cubicBezTo>
                  <a:cubicBezTo>
                    <a:pt x="18414" y="58"/>
                    <a:pt x="18412" y="59"/>
                    <a:pt x="18409" y="59"/>
                  </a:cubicBezTo>
                  <a:cubicBezTo>
                    <a:pt x="18347" y="59"/>
                    <a:pt x="18049" y="1"/>
                    <a:pt x="18007"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28" name="Google Shape;1228;p47">
              <a:extLst>
                <a:ext uri="{FF2B5EF4-FFF2-40B4-BE49-F238E27FC236}">
                  <a16:creationId xmlns:a16="http://schemas.microsoft.com/office/drawing/2014/main" id="{CEC8C28D-2205-2F3C-D5A5-C8B6ADE90799}"/>
                </a:ext>
              </a:extLst>
            </p:cNvPr>
            <p:cNvSpPr/>
            <p:nvPr/>
          </p:nvSpPr>
          <p:spPr>
            <a:xfrm rot="-1002475">
              <a:off x="1495332" y="2786710"/>
              <a:ext cx="610933" cy="467007"/>
            </a:xfrm>
            <a:custGeom>
              <a:avLst/>
              <a:gdLst/>
              <a:ahLst/>
              <a:cxnLst/>
              <a:rect l="l" t="t" r="r" b="b"/>
              <a:pathLst>
                <a:path w="15434" h="11798" extrusionOk="0">
                  <a:moveTo>
                    <a:pt x="9688" y="1"/>
                  </a:moveTo>
                  <a:cubicBezTo>
                    <a:pt x="9374" y="1"/>
                    <a:pt x="9121" y="254"/>
                    <a:pt x="9121" y="568"/>
                  </a:cubicBezTo>
                  <a:cubicBezTo>
                    <a:pt x="9121" y="881"/>
                    <a:pt x="9374" y="1134"/>
                    <a:pt x="9688" y="1134"/>
                  </a:cubicBezTo>
                  <a:lnTo>
                    <a:pt x="11274" y="1134"/>
                  </a:lnTo>
                  <a:cubicBezTo>
                    <a:pt x="12943" y="1134"/>
                    <a:pt x="14300" y="2492"/>
                    <a:pt x="14300" y="4161"/>
                  </a:cubicBezTo>
                  <a:cubicBezTo>
                    <a:pt x="14300" y="5030"/>
                    <a:pt x="13721" y="5767"/>
                    <a:pt x="12928" y="6005"/>
                  </a:cubicBezTo>
                  <a:cubicBezTo>
                    <a:pt x="12879" y="5505"/>
                    <a:pt x="12725" y="4834"/>
                    <a:pt x="12287" y="4314"/>
                  </a:cubicBezTo>
                  <a:cubicBezTo>
                    <a:pt x="12486" y="3967"/>
                    <a:pt x="12579" y="3582"/>
                    <a:pt x="12560" y="3174"/>
                  </a:cubicBezTo>
                  <a:cubicBezTo>
                    <a:pt x="12547" y="2870"/>
                    <a:pt x="12299" y="2633"/>
                    <a:pt x="11995" y="2633"/>
                  </a:cubicBezTo>
                  <a:cubicBezTo>
                    <a:pt x="11986" y="2633"/>
                    <a:pt x="11977" y="2633"/>
                    <a:pt x="11968" y="2633"/>
                  </a:cubicBezTo>
                  <a:cubicBezTo>
                    <a:pt x="11655" y="2648"/>
                    <a:pt x="11413" y="2913"/>
                    <a:pt x="11428" y="3225"/>
                  </a:cubicBezTo>
                  <a:cubicBezTo>
                    <a:pt x="11443" y="3572"/>
                    <a:pt x="11289" y="3872"/>
                    <a:pt x="10956" y="4140"/>
                  </a:cubicBezTo>
                  <a:cubicBezTo>
                    <a:pt x="10668" y="4372"/>
                    <a:pt x="10358" y="4483"/>
                    <a:pt x="10348" y="4487"/>
                  </a:cubicBezTo>
                  <a:cubicBezTo>
                    <a:pt x="10052" y="4588"/>
                    <a:pt x="9894" y="4909"/>
                    <a:pt x="9994" y="5204"/>
                  </a:cubicBezTo>
                  <a:cubicBezTo>
                    <a:pt x="10073" y="5441"/>
                    <a:pt x="10294" y="5591"/>
                    <a:pt x="10531" y="5591"/>
                  </a:cubicBezTo>
                  <a:cubicBezTo>
                    <a:pt x="10591" y="5591"/>
                    <a:pt x="10651" y="5581"/>
                    <a:pt x="10712" y="5560"/>
                  </a:cubicBezTo>
                  <a:cubicBezTo>
                    <a:pt x="10755" y="5546"/>
                    <a:pt x="11110" y="5421"/>
                    <a:pt x="11498" y="5150"/>
                  </a:cubicBezTo>
                  <a:cubicBezTo>
                    <a:pt x="11809" y="5617"/>
                    <a:pt x="11834" y="6323"/>
                    <a:pt x="11810" y="6602"/>
                  </a:cubicBezTo>
                  <a:cubicBezTo>
                    <a:pt x="11810" y="6610"/>
                    <a:pt x="11810" y="6617"/>
                    <a:pt x="11809" y="6626"/>
                  </a:cubicBezTo>
                  <a:cubicBezTo>
                    <a:pt x="11809" y="6634"/>
                    <a:pt x="11808" y="6644"/>
                    <a:pt x="11808" y="6653"/>
                  </a:cubicBezTo>
                  <a:cubicBezTo>
                    <a:pt x="11808" y="7872"/>
                    <a:pt x="10816" y="8864"/>
                    <a:pt x="9597" y="8864"/>
                  </a:cubicBezTo>
                  <a:lnTo>
                    <a:pt x="4495" y="8864"/>
                  </a:lnTo>
                  <a:cubicBezTo>
                    <a:pt x="4305" y="8864"/>
                    <a:pt x="4128" y="8960"/>
                    <a:pt x="4023" y="9118"/>
                  </a:cubicBezTo>
                  <a:lnTo>
                    <a:pt x="3168" y="10401"/>
                  </a:lnTo>
                  <a:cubicBezTo>
                    <a:pt x="3058" y="10566"/>
                    <a:pt x="2876" y="10663"/>
                    <a:pt x="2678" y="10663"/>
                  </a:cubicBezTo>
                  <a:lnTo>
                    <a:pt x="1722" y="10663"/>
                  </a:lnTo>
                  <a:cubicBezTo>
                    <a:pt x="1397" y="10663"/>
                    <a:pt x="1133" y="10399"/>
                    <a:pt x="1133" y="10076"/>
                  </a:cubicBezTo>
                  <a:lnTo>
                    <a:pt x="1133" y="7677"/>
                  </a:lnTo>
                  <a:cubicBezTo>
                    <a:pt x="1133" y="6032"/>
                    <a:pt x="1746" y="4459"/>
                    <a:pt x="2858" y="3249"/>
                  </a:cubicBezTo>
                  <a:cubicBezTo>
                    <a:pt x="3964" y="2047"/>
                    <a:pt x="5466" y="1305"/>
                    <a:pt x="7085" y="1160"/>
                  </a:cubicBezTo>
                  <a:cubicBezTo>
                    <a:pt x="7399" y="1133"/>
                    <a:pt x="7628" y="858"/>
                    <a:pt x="7601" y="547"/>
                  </a:cubicBezTo>
                  <a:cubicBezTo>
                    <a:pt x="7574" y="252"/>
                    <a:pt x="7328" y="30"/>
                    <a:pt x="7039" y="30"/>
                  </a:cubicBezTo>
                  <a:cubicBezTo>
                    <a:pt x="7022" y="30"/>
                    <a:pt x="7004" y="31"/>
                    <a:pt x="6986" y="32"/>
                  </a:cubicBezTo>
                  <a:cubicBezTo>
                    <a:pt x="5084" y="201"/>
                    <a:pt x="3321" y="1071"/>
                    <a:pt x="2025" y="2483"/>
                  </a:cubicBezTo>
                  <a:cubicBezTo>
                    <a:pt x="719" y="3902"/>
                    <a:pt x="1" y="5747"/>
                    <a:pt x="1" y="7677"/>
                  </a:cubicBezTo>
                  <a:lnTo>
                    <a:pt x="1" y="10076"/>
                  </a:lnTo>
                  <a:cubicBezTo>
                    <a:pt x="1" y="11025"/>
                    <a:pt x="773" y="11798"/>
                    <a:pt x="1722" y="11798"/>
                  </a:cubicBezTo>
                  <a:lnTo>
                    <a:pt x="2679" y="11798"/>
                  </a:lnTo>
                  <a:cubicBezTo>
                    <a:pt x="3256" y="11798"/>
                    <a:pt x="3793" y="11511"/>
                    <a:pt x="4112" y="11030"/>
                  </a:cubicBezTo>
                  <a:lnTo>
                    <a:pt x="4800" y="9999"/>
                  </a:lnTo>
                  <a:lnTo>
                    <a:pt x="9597" y="9999"/>
                  </a:lnTo>
                  <a:cubicBezTo>
                    <a:pt x="11264" y="9999"/>
                    <a:pt x="12650" y="8772"/>
                    <a:pt x="12902" y="7175"/>
                  </a:cubicBezTo>
                  <a:cubicBezTo>
                    <a:pt x="14338" y="6924"/>
                    <a:pt x="15434" y="5668"/>
                    <a:pt x="15434" y="4162"/>
                  </a:cubicBezTo>
                  <a:cubicBezTo>
                    <a:pt x="15434" y="1868"/>
                    <a:pt x="13568" y="1"/>
                    <a:pt x="11274"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29" name="Google Shape;1229;p47">
              <a:extLst>
                <a:ext uri="{FF2B5EF4-FFF2-40B4-BE49-F238E27FC236}">
                  <a16:creationId xmlns:a16="http://schemas.microsoft.com/office/drawing/2014/main" id="{C8C42354-3D90-ACDD-5C83-350989A0DE34}"/>
                </a:ext>
              </a:extLst>
            </p:cNvPr>
            <p:cNvSpPr/>
            <p:nvPr/>
          </p:nvSpPr>
          <p:spPr>
            <a:xfrm rot="-1002475">
              <a:off x="1625186" y="3048514"/>
              <a:ext cx="134822" cy="82453"/>
            </a:xfrm>
            <a:custGeom>
              <a:avLst/>
              <a:gdLst/>
              <a:ahLst/>
              <a:cxnLst/>
              <a:rect l="l" t="t" r="r" b="b"/>
              <a:pathLst>
                <a:path w="3406" h="2083" extrusionOk="0">
                  <a:moveTo>
                    <a:pt x="2760" y="1"/>
                  </a:moveTo>
                  <a:cubicBezTo>
                    <a:pt x="2547" y="1"/>
                    <a:pt x="2344" y="121"/>
                    <a:pt x="2247" y="325"/>
                  </a:cubicBezTo>
                  <a:cubicBezTo>
                    <a:pt x="2098" y="638"/>
                    <a:pt x="1822" y="830"/>
                    <a:pt x="1402" y="911"/>
                  </a:cubicBezTo>
                  <a:cubicBezTo>
                    <a:pt x="1247" y="940"/>
                    <a:pt x="1100" y="949"/>
                    <a:pt x="981" y="949"/>
                  </a:cubicBezTo>
                  <a:cubicBezTo>
                    <a:pt x="817" y="949"/>
                    <a:pt x="706" y="933"/>
                    <a:pt x="701" y="931"/>
                  </a:cubicBezTo>
                  <a:cubicBezTo>
                    <a:pt x="670" y="927"/>
                    <a:pt x="640" y="924"/>
                    <a:pt x="610" y="924"/>
                  </a:cubicBezTo>
                  <a:cubicBezTo>
                    <a:pt x="338" y="924"/>
                    <a:pt x="97" y="1121"/>
                    <a:pt x="51" y="1400"/>
                  </a:cubicBezTo>
                  <a:cubicBezTo>
                    <a:pt x="1" y="1708"/>
                    <a:pt x="210" y="2000"/>
                    <a:pt x="519" y="2050"/>
                  </a:cubicBezTo>
                  <a:cubicBezTo>
                    <a:pt x="549" y="2056"/>
                    <a:pt x="726" y="2083"/>
                    <a:pt x="980" y="2083"/>
                  </a:cubicBezTo>
                  <a:cubicBezTo>
                    <a:pt x="1150" y="2083"/>
                    <a:pt x="1354" y="2071"/>
                    <a:pt x="1573" y="2033"/>
                  </a:cubicBezTo>
                  <a:cubicBezTo>
                    <a:pt x="2373" y="1890"/>
                    <a:pt x="2959" y="1468"/>
                    <a:pt x="3272" y="811"/>
                  </a:cubicBezTo>
                  <a:cubicBezTo>
                    <a:pt x="3406" y="528"/>
                    <a:pt x="3285" y="190"/>
                    <a:pt x="3002" y="56"/>
                  </a:cubicBezTo>
                  <a:cubicBezTo>
                    <a:pt x="2924" y="19"/>
                    <a:pt x="2841" y="1"/>
                    <a:pt x="2760"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4" name="TextBox 3">
            <a:extLst>
              <a:ext uri="{FF2B5EF4-FFF2-40B4-BE49-F238E27FC236}">
                <a16:creationId xmlns:a16="http://schemas.microsoft.com/office/drawing/2014/main" id="{5B3CC999-6E6D-1BC7-EFC9-AA38942AB8F4}"/>
              </a:ext>
            </a:extLst>
          </p:cNvPr>
          <p:cNvSpPr txBox="1"/>
          <p:nvPr/>
        </p:nvSpPr>
        <p:spPr>
          <a:xfrm>
            <a:off x="774809" y="568957"/>
            <a:ext cx="7180174" cy="923330"/>
          </a:xfrm>
          <a:prstGeom prst="rect">
            <a:avLst/>
          </a:prstGeom>
          <a:noFill/>
        </p:spPr>
        <p:txBody>
          <a:bodyPr wrap="square">
            <a:spAutoFit/>
          </a:bodyPr>
          <a:lstStyle/>
          <a:p>
            <a:pPr algn="ctr">
              <a:spcBef>
                <a:spcPts val="600"/>
              </a:spcBef>
              <a:spcAft>
                <a:spcPts val="600"/>
              </a:spcAft>
            </a:pPr>
            <a:r>
              <a:rPr lang="en-US" sz="2200" b="1" dirty="0">
                <a:latin typeface="ADLaM Display" panose="02010000000000000000" pitchFamily="2" charset="0"/>
                <a:ea typeface="ADLaM Display" panose="02010000000000000000" pitchFamily="2" charset="0"/>
                <a:cs typeface="ADLaM Display" panose="02010000000000000000" pitchFamily="2" charset="0"/>
              </a:rPr>
              <a:t>💡 Rational</a:t>
            </a:r>
            <a:endParaRPr lang="en-US" sz="2400" b="1" dirty="0"/>
          </a:p>
          <a:p>
            <a:pPr algn="ctr">
              <a:spcBef>
                <a:spcPts val="600"/>
              </a:spcBef>
              <a:spcAft>
                <a:spcPts val="600"/>
              </a:spcAft>
            </a:pPr>
            <a:r>
              <a:rPr lang="en-US" sz="2200" b="1" dirty="0">
                <a:latin typeface="ADLaM Display" panose="02010000000000000000" pitchFamily="2" charset="0"/>
                <a:ea typeface="ADLaM Display" panose="02010000000000000000" pitchFamily="2" charset="0"/>
                <a:cs typeface="ADLaM Display" panose="02010000000000000000" pitchFamily="2" charset="0"/>
              </a:rPr>
              <a:t> </a:t>
            </a:r>
            <a:endParaRPr lang="en-US" sz="2200" dirty="0">
              <a:latin typeface="ADLaM Display" panose="02010000000000000000" pitchFamily="2" charset="0"/>
              <a:ea typeface="ADLaM Display" panose="02010000000000000000" pitchFamily="2" charset="0"/>
              <a:cs typeface="ADLaM Display" panose="02010000000000000000" pitchFamily="2" charset="0"/>
            </a:endParaRPr>
          </a:p>
        </p:txBody>
      </p:sp>
      <p:sp>
        <p:nvSpPr>
          <p:cNvPr id="2" name="AutoShape 2" descr="Output image">
            <a:extLst>
              <a:ext uri="{FF2B5EF4-FFF2-40B4-BE49-F238E27FC236}">
                <a16:creationId xmlns:a16="http://schemas.microsoft.com/office/drawing/2014/main" id="{0FF8BC0C-D54F-688E-DD77-175BB381D8FA}"/>
              </a:ext>
            </a:extLst>
          </p:cNvPr>
          <p:cNvSpPr>
            <a:spLocks noChangeAspect="1" noChangeArrowheads="1"/>
          </p:cNvSpPr>
          <p:nvPr/>
        </p:nvSpPr>
        <p:spPr bwMode="auto">
          <a:xfrm>
            <a:off x="4419600" y="241935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3" name="AutoShape 4" descr="Output image">
            <a:extLst>
              <a:ext uri="{FF2B5EF4-FFF2-40B4-BE49-F238E27FC236}">
                <a16:creationId xmlns:a16="http://schemas.microsoft.com/office/drawing/2014/main" id="{D2FBBCC7-CD26-DB7E-61C1-EAA864EC394D}"/>
              </a:ext>
            </a:extLst>
          </p:cNvPr>
          <p:cNvSpPr>
            <a:spLocks noChangeAspect="1" noChangeArrowheads="1"/>
          </p:cNvSpPr>
          <p:nvPr/>
        </p:nvSpPr>
        <p:spPr bwMode="auto">
          <a:xfrm>
            <a:off x="4572000" y="257175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graphicFrame>
        <p:nvGraphicFramePr>
          <p:cNvPr id="6" name="Table 5">
            <a:extLst>
              <a:ext uri="{FF2B5EF4-FFF2-40B4-BE49-F238E27FC236}">
                <a16:creationId xmlns:a16="http://schemas.microsoft.com/office/drawing/2014/main" id="{3F952A59-034C-8ADB-C528-FE21DC2E334D}"/>
              </a:ext>
            </a:extLst>
          </p:cNvPr>
          <p:cNvGraphicFramePr>
            <a:graphicFrameLocks noGrp="1"/>
          </p:cNvGraphicFramePr>
          <p:nvPr>
            <p:extLst>
              <p:ext uri="{D42A27DB-BD31-4B8C-83A1-F6EECF244321}">
                <p14:modId xmlns:p14="http://schemas.microsoft.com/office/powerpoint/2010/main" val="2373955207"/>
              </p:ext>
            </p:extLst>
          </p:nvPr>
        </p:nvGraphicFramePr>
        <p:xfrm>
          <a:off x="0" y="1580678"/>
          <a:ext cx="9144000" cy="3562822"/>
        </p:xfrm>
        <a:graphic>
          <a:graphicData uri="http://schemas.openxmlformats.org/drawingml/2006/table">
            <a:tbl>
              <a:tblPr>
                <a:tableStyleId>{69C7853C-536D-4A76-A0AE-DD22124D55A5}</a:tableStyleId>
              </a:tblPr>
              <a:tblGrid>
                <a:gridCol w="3048000">
                  <a:extLst>
                    <a:ext uri="{9D8B030D-6E8A-4147-A177-3AD203B41FA5}">
                      <a16:colId xmlns:a16="http://schemas.microsoft.com/office/drawing/2014/main" val="3390216454"/>
                    </a:ext>
                  </a:extLst>
                </a:gridCol>
                <a:gridCol w="3048000">
                  <a:extLst>
                    <a:ext uri="{9D8B030D-6E8A-4147-A177-3AD203B41FA5}">
                      <a16:colId xmlns:a16="http://schemas.microsoft.com/office/drawing/2014/main" val="130971293"/>
                    </a:ext>
                  </a:extLst>
                </a:gridCol>
                <a:gridCol w="3048000">
                  <a:extLst>
                    <a:ext uri="{9D8B030D-6E8A-4147-A177-3AD203B41FA5}">
                      <a16:colId xmlns:a16="http://schemas.microsoft.com/office/drawing/2014/main" val="421558623"/>
                    </a:ext>
                  </a:extLst>
                </a:gridCol>
              </a:tblGrid>
              <a:tr h="499853">
                <a:tc>
                  <a:txBody>
                    <a:bodyPr/>
                    <a:lstStyle/>
                    <a:p>
                      <a:pPr algn="ctr">
                        <a:buNone/>
                      </a:pPr>
                      <a:r>
                        <a:rPr lang="en-US" sz="1300" b="1" dirty="0">
                          <a:effectLst/>
                          <a:latin typeface="Times New Roman" panose="02020603050405020304" pitchFamily="18" charset="0"/>
                          <a:cs typeface="Times New Roman" panose="02020603050405020304" pitchFamily="18" charset="0"/>
                        </a:rPr>
                        <a:t>Glucocorticoid</a:t>
                      </a:r>
                    </a:p>
                  </a:txBody>
                  <a:tcPr marL="41866" marR="41866" marT="41866" marB="41866" anchor="ctr"/>
                </a:tc>
                <a:tc>
                  <a:txBody>
                    <a:bodyPr/>
                    <a:lstStyle/>
                    <a:p>
                      <a:pPr algn="ctr">
                        <a:buNone/>
                      </a:pPr>
                      <a:r>
                        <a:rPr lang="en-US" sz="1300" b="1">
                          <a:effectLst/>
                          <a:latin typeface="Times New Roman" panose="02020603050405020304" pitchFamily="18" charset="0"/>
                          <a:cs typeface="Times New Roman" panose="02020603050405020304" pitchFamily="18" charset="0"/>
                        </a:rPr>
                        <a:t>Rationale for Use</a:t>
                      </a:r>
                    </a:p>
                  </a:txBody>
                  <a:tcPr marL="41866" marR="41866" marT="41866" marB="41866" anchor="ctr"/>
                </a:tc>
                <a:tc>
                  <a:txBody>
                    <a:bodyPr/>
                    <a:lstStyle/>
                    <a:p>
                      <a:pPr algn="ctr">
                        <a:buNone/>
                      </a:pPr>
                      <a:r>
                        <a:rPr lang="en-US" sz="1300" b="1">
                          <a:effectLst/>
                          <a:latin typeface="Times New Roman" panose="02020603050405020304" pitchFamily="18" charset="0"/>
                          <a:cs typeface="Times New Roman" panose="02020603050405020304" pitchFamily="18" charset="0"/>
                        </a:rPr>
                        <a:t>Rationale Against Use / Considerations</a:t>
                      </a:r>
                    </a:p>
                  </a:txBody>
                  <a:tcPr marL="41866" marR="41866" marT="41866" marB="41866" anchor="ctr"/>
                </a:tc>
                <a:extLst>
                  <a:ext uri="{0D108BD9-81ED-4DB2-BD59-A6C34878D82A}">
                    <a16:rowId xmlns:a16="http://schemas.microsoft.com/office/drawing/2014/main" val="1311802236"/>
                  </a:ext>
                </a:extLst>
              </a:tr>
              <a:tr h="1944137">
                <a:tc>
                  <a:txBody>
                    <a:bodyPr/>
                    <a:lstStyle/>
                    <a:p>
                      <a:pPr algn="ctr">
                        <a:buNone/>
                      </a:pPr>
                      <a:r>
                        <a:rPr lang="en-US" sz="1300" dirty="0">
                          <a:effectLst/>
                          <a:latin typeface="Times New Roman" panose="02020603050405020304" pitchFamily="18" charset="0"/>
                          <a:cs typeface="Times New Roman" panose="02020603050405020304" pitchFamily="18" charset="0"/>
                        </a:rPr>
                        <a:t>Prednisolone</a:t>
                      </a:r>
                    </a:p>
                  </a:txBody>
                  <a:tcPr marL="41866" marR="41866" marT="41866" marB="41866" anchor="ctr"/>
                </a:tc>
                <a:tc>
                  <a:txBody>
                    <a:bodyPr/>
                    <a:lstStyle/>
                    <a:p>
                      <a:pPr marL="171450" indent="-171450" algn="ctr" rtl="0">
                        <a:buFontTx/>
                        <a:buChar char="-"/>
                      </a:pPr>
                      <a:r>
                        <a:rPr lang="en-US" sz="1300" dirty="0">
                          <a:effectLst/>
                          <a:latin typeface="Times New Roman" panose="02020603050405020304" pitchFamily="18" charset="0"/>
                          <a:cs typeface="Times New Roman" panose="02020603050405020304" pitchFamily="18" charset="0"/>
                        </a:rPr>
                        <a:t>“Gold Standard” Oral GC</a:t>
                      </a:r>
                    </a:p>
                    <a:p>
                      <a:pPr marL="171450" indent="-171450" algn="ctr" rtl="0">
                        <a:buFontTx/>
                        <a:buChar char="-"/>
                      </a:pPr>
                      <a:r>
                        <a:rPr lang="en-US" sz="1300" dirty="0">
                          <a:effectLst/>
                          <a:latin typeface="Times New Roman" panose="02020603050405020304" pitchFamily="18" charset="0"/>
                          <a:cs typeface="Times New Roman" panose="02020603050405020304" pitchFamily="18" charset="0"/>
                        </a:rPr>
                        <a:t>Active Form (no liver conversion) </a:t>
                      </a:r>
                    </a:p>
                    <a:p>
                      <a:pPr marL="171450" indent="-171450" algn="ctr" rtl="0">
                        <a:buFontTx/>
                        <a:buChar char="-"/>
                      </a:pPr>
                      <a:r>
                        <a:rPr lang="en-US" sz="1300" dirty="0">
                          <a:effectLst/>
                          <a:latin typeface="Times New Roman" panose="02020603050405020304" pitchFamily="18" charset="0"/>
                          <a:cs typeface="Times New Roman" panose="02020603050405020304" pitchFamily="18" charset="0"/>
                        </a:rPr>
                        <a:t>Extensive precedent in rat arthritis models</a:t>
                      </a:r>
                    </a:p>
                    <a:p>
                      <a:pPr marL="171450" indent="-171450" algn="ctr" rtl="0">
                        <a:buFontTx/>
                        <a:buChar char="-"/>
                      </a:pPr>
                      <a:r>
                        <a:rPr lang="en-US" sz="1300" dirty="0">
                          <a:effectLst/>
                          <a:latin typeface="Times New Roman" panose="02020603050405020304" pitchFamily="18" charset="0"/>
                          <a:cs typeface="Times New Roman" panose="02020603050405020304" pitchFamily="18" charset="0"/>
                        </a:rPr>
                        <a:t>Classic broad-spectrum anti-inflammatory GC (GR-p65 interference, HDAC recruitment)</a:t>
                      </a:r>
                    </a:p>
                  </a:txBody>
                  <a:tcPr marL="41866" marR="41866" marT="41866" marB="41866" anchor="ctr"/>
                </a:tc>
                <a:tc>
                  <a:txBody>
                    <a:bodyPr/>
                    <a:lstStyle/>
                    <a:p>
                      <a:pPr algn="ctr">
                        <a:buNone/>
                      </a:pPr>
                      <a:r>
                        <a:rPr lang="en-US" sz="1300" dirty="0">
                          <a:effectLst/>
                          <a:latin typeface="Times New Roman" panose="02020603050405020304" pitchFamily="18" charset="0"/>
                          <a:cs typeface="Times New Roman" panose="02020603050405020304" pitchFamily="18" charset="0"/>
                        </a:rPr>
                        <a:t>None noted</a:t>
                      </a:r>
                    </a:p>
                  </a:txBody>
                  <a:tcPr marL="41866" marR="41866" marT="41866" marB="41866" anchor="ctr"/>
                </a:tc>
                <a:extLst>
                  <a:ext uri="{0D108BD9-81ED-4DB2-BD59-A6C34878D82A}">
                    <a16:rowId xmlns:a16="http://schemas.microsoft.com/office/drawing/2014/main" val="60068824"/>
                  </a:ext>
                </a:extLst>
              </a:tr>
              <a:tr h="1118832">
                <a:tc>
                  <a:txBody>
                    <a:bodyPr/>
                    <a:lstStyle/>
                    <a:p>
                      <a:pPr algn="ctr">
                        <a:buNone/>
                      </a:pPr>
                      <a:r>
                        <a:rPr lang="en-US" sz="1300" dirty="0">
                          <a:effectLst/>
                          <a:latin typeface="Times New Roman" panose="02020603050405020304" pitchFamily="18" charset="0"/>
                          <a:cs typeface="Times New Roman" panose="02020603050405020304" pitchFamily="18" charset="0"/>
                        </a:rPr>
                        <a:t>Dexamethasone</a:t>
                      </a:r>
                    </a:p>
                  </a:txBody>
                  <a:tcPr marL="41866" marR="41866" marT="41866" marB="41866" anchor="ctr"/>
                </a:tc>
                <a:tc>
                  <a:txBody>
                    <a:bodyPr/>
                    <a:lstStyle/>
                    <a:p>
                      <a:pPr marL="285750" indent="-285750" algn="ctr" rtl="0">
                        <a:buFontTx/>
                        <a:buChar char="-"/>
                      </a:pPr>
                      <a:r>
                        <a:rPr lang="en-US" sz="1300" dirty="0">
                          <a:effectLst/>
                          <a:latin typeface="Times New Roman" panose="02020603050405020304" pitchFamily="18" charset="0"/>
                          <a:cs typeface="Times New Roman" panose="02020603050405020304" pitchFamily="18" charset="0"/>
                        </a:rPr>
                        <a:t>High potency &amp; specificity (pure GR agonist) </a:t>
                      </a:r>
                    </a:p>
                    <a:p>
                      <a:pPr marL="285750" indent="-285750" algn="ctr" rtl="0">
                        <a:buFontTx/>
                        <a:buChar char="-"/>
                      </a:pPr>
                      <a:r>
                        <a:rPr lang="en-US" sz="1300" dirty="0">
                          <a:effectLst/>
                          <a:latin typeface="Times New Roman" panose="02020603050405020304" pitchFamily="18" charset="0"/>
                          <a:cs typeface="Times New Roman" panose="02020603050405020304" pitchFamily="18" charset="0"/>
                        </a:rPr>
                        <a:t>Well-defined dosing with low doses</a:t>
                      </a:r>
                    </a:p>
                  </a:txBody>
                  <a:tcPr marL="41866" marR="41866" marT="41866" marB="41866" anchor="ctr"/>
                </a:tc>
                <a:tc>
                  <a:txBody>
                    <a:bodyPr/>
                    <a:lstStyle/>
                    <a:p>
                      <a:pPr marL="0" indent="0" algn="ctr">
                        <a:buFontTx/>
                        <a:buNone/>
                      </a:pPr>
                      <a:r>
                        <a:rPr lang="en-US" sz="1300" dirty="0">
                          <a:effectLst/>
                          <a:latin typeface="Times New Roman" panose="02020603050405020304" pitchFamily="18" charset="0"/>
                          <a:cs typeface="Times New Roman" panose="02020603050405020304" pitchFamily="18" charset="0"/>
                        </a:rPr>
                        <a:t>- Less clinically relevant for chronic RA </a:t>
                      </a:r>
                    </a:p>
                    <a:p>
                      <a:pPr marL="0" indent="0" algn="ctr">
                        <a:buFontTx/>
                        <a:buNone/>
                      </a:pPr>
                      <a:r>
                        <a:rPr lang="en-US" sz="1300" dirty="0">
                          <a:effectLst/>
                          <a:latin typeface="Times New Roman" panose="02020603050405020304" pitchFamily="18" charset="0"/>
                          <a:cs typeface="Times New Roman" panose="02020603050405020304" pitchFamily="18" charset="0"/>
                        </a:rPr>
                        <a:t>- May overpower system, masking subtle synergistic effects of PEA</a:t>
                      </a:r>
                    </a:p>
                  </a:txBody>
                  <a:tcPr marL="41866" marR="41866" marT="41866" marB="41866" anchor="ctr"/>
                </a:tc>
                <a:extLst>
                  <a:ext uri="{0D108BD9-81ED-4DB2-BD59-A6C34878D82A}">
                    <a16:rowId xmlns:a16="http://schemas.microsoft.com/office/drawing/2014/main" val="1857777181"/>
                  </a:ext>
                </a:extLst>
              </a:tr>
            </a:tbl>
          </a:graphicData>
        </a:graphic>
      </p:graphicFrame>
    </p:spTree>
    <p:extLst>
      <p:ext uri="{BB962C8B-B14F-4D97-AF65-F5344CB8AC3E}">
        <p14:creationId xmlns:p14="http://schemas.microsoft.com/office/powerpoint/2010/main" val="1971486590"/>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Shape 1220">
          <a:extLst>
            <a:ext uri="{FF2B5EF4-FFF2-40B4-BE49-F238E27FC236}">
              <a16:creationId xmlns:a16="http://schemas.microsoft.com/office/drawing/2014/main" id="{380A62ED-1516-9716-9A40-7AFF5C8A105F}"/>
            </a:ext>
          </a:extLst>
        </p:cNvPr>
        <p:cNvGrpSpPr/>
        <p:nvPr/>
      </p:nvGrpSpPr>
      <p:grpSpPr>
        <a:xfrm>
          <a:off x="0" y="0"/>
          <a:ext cx="0" cy="0"/>
          <a:chOff x="0" y="0"/>
          <a:chExt cx="0" cy="0"/>
        </a:xfrm>
      </p:grpSpPr>
      <p:sp>
        <p:nvSpPr>
          <p:cNvPr id="1221" name="Google Shape;1221;p47">
            <a:extLst>
              <a:ext uri="{FF2B5EF4-FFF2-40B4-BE49-F238E27FC236}">
                <a16:creationId xmlns:a16="http://schemas.microsoft.com/office/drawing/2014/main" id="{B03CE5F1-DA50-77DF-C977-FCCD84EDBC9C}"/>
              </a:ext>
            </a:extLst>
          </p:cNvPr>
          <p:cNvSpPr txBox="1">
            <a:spLocks noGrp="1"/>
          </p:cNvSpPr>
          <p:nvPr>
            <p:ph type="title"/>
          </p:nvPr>
        </p:nvSpPr>
        <p:spPr>
          <a:xfrm>
            <a:off x="603391" y="1372035"/>
            <a:ext cx="8242017" cy="2529300"/>
          </a:xfrm>
          <a:prstGeom prst="rect">
            <a:avLst/>
          </a:prstGeom>
        </p:spPr>
        <p:txBody>
          <a:bodyPr spcFirstLastPara="1" wrap="square" lIns="91425" tIns="91425" rIns="91425" bIns="91425" anchor="ctr" anchorCtr="0">
            <a:noAutofit/>
          </a:bodyPr>
          <a:lstStyle/>
          <a:p>
            <a:pPr algn="l">
              <a:lnSpc>
                <a:spcPct val="100000"/>
              </a:lnSpc>
            </a:pPr>
            <a:r>
              <a:rPr lang="en-US" sz="1800" dirty="0"/>
              <a:t>Justification:</a:t>
            </a:r>
            <a:br>
              <a:rPr lang="en-US" sz="1800" dirty="0"/>
            </a:br>
            <a:br>
              <a:rPr lang="en-US" sz="1800" dirty="0"/>
            </a:br>
            <a:r>
              <a:rPr lang="en-US" sz="1800" dirty="0"/>
              <a:t>Clinical Relevance: this thesis aims to solve a real-world clinical problem (GC side effects). </a:t>
            </a:r>
            <a:br>
              <a:rPr lang="en-US" sz="1800" dirty="0"/>
            </a:br>
            <a:br>
              <a:rPr lang="en-US" sz="1800" dirty="0"/>
            </a:br>
            <a:r>
              <a:rPr lang="en-US" sz="1800" dirty="0"/>
              <a:t>Experimental Reliability: Using the active form (prednisolone) eliminates potential variability in liver metabolism that you'd get with prednisone, leading to cleaner and more reproducible results.</a:t>
            </a:r>
            <a:br>
              <a:rPr lang="en-US" sz="1800" dirty="0"/>
            </a:br>
            <a:br>
              <a:rPr lang="en-US" sz="1800" dirty="0"/>
            </a:br>
            <a:r>
              <a:rPr lang="en-US" sz="1800" dirty="0"/>
              <a:t>Mechanistic Alignment: It effectively engages the GR-mediated anti-inflammatory pathways (like NF-</a:t>
            </a:r>
            <a:r>
              <a:rPr lang="en-US" sz="1800" dirty="0" err="1"/>
              <a:t>κB</a:t>
            </a:r>
            <a:r>
              <a:rPr lang="en-US" sz="1800" dirty="0"/>
              <a:t> repression) that are central to the proposed cross-talk with PPARα.</a:t>
            </a:r>
          </a:p>
        </p:txBody>
      </p:sp>
      <p:grpSp>
        <p:nvGrpSpPr>
          <p:cNvPr id="1222" name="Google Shape;1222;p47">
            <a:extLst>
              <a:ext uri="{FF2B5EF4-FFF2-40B4-BE49-F238E27FC236}">
                <a16:creationId xmlns:a16="http://schemas.microsoft.com/office/drawing/2014/main" id="{C949A457-D49D-1A58-41BE-1BE6A42E2EF1}"/>
              </a:ext>
            </a:extLst>
          </p:cNvPr>
          <p:cNvGrpSpPr/>
          <p:nvPr/>
        </p:nvGrpSpPr>
        <p:grpSpPr>
          <a:xfrm>
            <a:off x="122278" y="87555"/>
            <a:ext cx="623693" cy="542353"/>
            <a:chOff x="1082169" y="2497002"/>
            <a:chExt cx="1663996" cy="1720378"/>
          </a:xfrm>
        </p:grpSpPr>
        <p:sp>
          <p:nvSpPr>
            <p:cNvPr id="1223" name="Google Shape;1223;p47">
              <a:extLst>
                <a:ext uri="{FF2B5EF4-FFF2-40B4-BE49-F238E27FC236}">
                  <a16:creationId xmlns:a16="http://schemas.microsoft.com/office/drawing/2014/main" id="{2CA30FC8-F995-9617-4B87-6B1247B7BB39}"/>
                </a:ext>
              </a:extLst>
            </p:cNvPr>
            <p:cNvSpPr/>
            <p:nvPr/>
          </p:nvSpPr>
          <p:spPr>
            <a:xfrm rot="-1002475">
              <a:off x="1255753" y="2656719"/>
              <a:ext cx="1316828" cy="1400943"/>
            </a:xfrm>
            <a:custGeom>
              <a:avLst/>
              <a:gdLst/>
              <a:ahLst/>
              <a:cxnLst/>
              <a:rect l="l" t="t" r="r" b="b"/>
              <a:pathLst>
                <a:path w="33267" h="35392" extrusionOk="0">
                  <a:moveTo>
                    <a:pt x="16501" y="1"/>
                  </a:moveTo>
                  <a:cubicBezTo>
                    <a:pt x="15873" y="110"/>
                    <a:pt x="14762" y="293"/>
                    <a:pt x="14762" y="293"/>
                  </a:cubicBezTo>
                  <a:cubicBezTo>
                    <a:pt x="12749" y="761"/>
                    <a:pt x="10902" y="1778"/>
                    <a:pt x="9405" y="3270"/>
                  </a:cubicBezTo>
                  <a:cubicBezTo>
                    <a:pt x="7289" y="5379"/>
                    <a:pt x="6118" y="8189"/>
                    <a:pt x="6108" y="11183"/>
                  </a:cubicBezTo>
                  <a:cubicBezTo>
                    <a:pt x="6102" y="13317"/>
                    <a:pt x="6696" y="15394"/>
                    <a:pt x="7829" y="17192"/>
                  </a:cubicBezTo>
                  <a:cubicBezTo>
                    <a:pt x="8647" y="18490"/>
                    <a:pt x="9079" y="19998"/>
                    <a:pt x="9079" y="21552"/>
                  </a:cubicBezTo>
                  <a:lnTo>
                    <a:pt x="9079" y="24669"/>
                  </a:lnTo>
                  <a:lnTo>
                    <a:pt x="9118" y="25929"/>
                  </a:lnTo>
                  <a:lnTo>
                    <a:pt x="9079" y="26273"/>
                  </a:lnTo>
                  <a:lnTo>
                    <a:pt x="9079" y="28907"/>
                  </a:lnTo>
                  <a:cubicBezTo>
                    <a:pt x="9079" y="29271"/>
                    <a:pt x="8783" y="29566"/>
                    <a:pt x="8418" y="29566"/>
                  </a:cubicBezTo>
                  <a:lnTo>
                    <a:pt x="5260" y="29566"/>
                  </a:lnTo>
                  <a:cubicBezTo>
                    <a:pt x="2360" y="29566"/>
                    <a:pt x="1" y="31925"/>
                    <a:pt x="1" y="34825"/>
                  </a:cubicBezTo>
                  <a:cubicBezTo>
                    <a:pt x="1" y="35137"/>
                    <a:pt x="254" y="35392"/>
                    <a:pt x="568" y="35392"/>
                  </a:cubicBezTo>
                  <a:cubicBezTo>
                    <a:pt x="881" y="35392"/>
                    <a:pt x="1134" y="35137"/>
                    <a:pt x="1134" y="34825"/>
                  </a:cubicBezTo>
                  <a:lnTo>
                    <a:pt x="1134" y="34824"/>
                  </a:lnTo>
                  <a:lnTo>
                    <a:pt x="32132" y="34824"/>
                  </a:lnTo>
                  <a:cubicBezTo>
                    <a:pt x="32132" y="35137"/>
                    <a:pt x="32386" y="35392"/>
                    <a:pt x="32700" y="35392"/>
                  </a:cubicBezTo>
                  <a:cubicBezTo>
                    <a:pt x="33012" y="35392"/>
                    <a:pt x="33266" y="35137"/>
                    <a:pt x="33266" y="34824"/>
                  </a:cubicBezTo>
                  <a:cubicBezTo>
                    <a:pt x="33266" y="33420"/>
                    <a:pt x="32719" y="32099"/>
                    <a:pt x="31726" y="31107"/>
                  </a:cubicBezTo>
                  <a:cubicBezTo>
                    <a:pt x="30734" y="30114"/>
                    <a:pt x="29413" y="29567"/>
                    <a:pt x="28007" y="29567"/>
                  </a:cubicBezTo>
                  <a:lnTo>
                    <a:pt x="20189" y="29567"/>
                  </a:lnTo>
                  <a:cubicBezTo>
                    <a:pt x="19825" y="29567"/>
                    <a:pt x="19528" y="29271"/>
                    <a:pt x="19528" y="28907"/>
                  </a:cubicBezTo>
                  <a:lnTo>
                    <a:pt x="19528" y="25916"/>
                  </a:lnTo>
                  <a:cubicBezTo>
                    <a:pt x="19528" y="25553"/>
                    <a:pt x="19825" y="25256"/>
                    <a:pt x="20189" y="25256"/>
                  </a:cubicBezTo>
                  <a:cubicBezTo>
                    <a:pt x="20502" y="25256"/>
                    <a:pt x="20756" y="25003"/>
                    <a:pt x="20756" y="24689"/>
                  </a:cubicBezTo>
                  <a:lnTo>
                    <a:pt x="22273" y="24689"/>
                  </a:lnTo>
                  <a:cubicBezTo>
                    <a:pt x="22273" y="25003"/>
                    <a:pt x="22527" y="25256"/>
                    <a:pt x="22840" y="25256"/>
                  </a:cubicBezTo>
                  <a:lnTo>
                    <a:pt x="24457" y="25256"/>
                  </a:lnTo>
                  <a:cubicBezTo>
                    <a:pt x="26005" y="25256"/>
                    <a:pt x="27282" y="24094"/>
                    <a:pt x="27428" y="22553"/>
                  </a:cubicBezTo>
                  <a:lnTo>
                    <a:pt x="27777" y="18874"/>
                  </a:lnTo>
                  <a:lnTo>
                    <a:pt x="28243" y="18874"/>
                  </a:lnTo>
                  <a:cubicBezTo>
                    <a:pt x="28800" y="18874"/>
                    <a:pt x="29307" y="18590"/>
                    <a:pt x="29600" y="18115"/>
                  </a:cubicBezTo>
                  <a:cubicBezTo>
                    <a:pt x="29891" y="17639"/>
                    <a:pt x="29914" y="17059"/>
                    <a:pt x="29663" y="16563"/>
                  </a:cubicBezTo>
                  <a:lnTo>
                    <a:pt x="28544" y="14356"/>
                  </a:lnTo>
                  <a:lnTo>
                    <a:pt x="28546" y="11219"/>
                  </a:lnTo>
                  <a:cubicBezTo>
                    <a:pt x="28546" y="5964"/>
                    <a:pt x="24928" y="1470"/>
                    <a:pt x="20024" y="330"/>
                  </a:cubicBezTo>
                  <a:cubicBezTo>
                    <a:pt x="18622" y="4"/>
                    <a:pt x="19051" y="233"/>
                    <a:pt x="18416" y="58"/>
                  </a:cubicBezTo>
                  <a:cubicBezTo>
                    <a:pt x="18414" y="58"/>
                    <a:pt x="18412" y="59"/>
                    <a:pt x="18409" y="59"/>
                  </a:cubicBezTo>
                  <a:cubicBezTo>
                    <a:pt x="18347" y="59"/>
                    <a:pt x="18049" y="1"/>
                    <a:pt x="18007" y="1"/>
                  </a:cubicBezTo>
                  <a:close/>
                </a:path>
              </a:pathLst>
            </a:custGeom>
            <a:solidFill>
              <a:schemeClr val="accent2"/>
            </a:solidFill>
            <a:ln w="114300" cap="flat" cmpd="sng">
              <a:solidFill>
                <a:schemeClr val="accent2"/>
              </a:solidFill>
              <a:prstDash val="solid"/>
              <a:round/>
              <a:headEnd type="none" w="sm" len="sm"/>
              <a:tailEnd type="none" w="sm" len="sm"/>
            </a:ln>
            <a:effectLst>
              <a:outerShdw dist="76200" dir="1800000" algn="bl" rotWithShape="0">
                <a:schemeClr val="lt2"/>
              </a:outerShdw>
            </a:effectLst>
          </p:spPr>
          <p:txBody>
            <a:bodyPr spcFirstLastPara="1" wrap="square" lIns="91425" tIns="91425" rIns="91425" bIns="91425" anchor="ctr" anchorCtr="0">
              <a:noAutofit/>
            </a:bodyPr>
            <a:lstStyle/>
            <a:p>
              <a:pPr marL="0" marR="0" lvl="0" indent="0" algn="l" rtl="0">
                <a:lnSpc>
                  <a:spcPct val="100000"/>
                </a:lnSpc>
                <a:spcBef>
                  <a:spcPts val="0"/>
                </a:spcBef>
                <a:spcAft>
                  <a:spcPts val="0"/>
                </a:spcAft>
                <a:buNone/>
              </a:pPr>
              <a:endParaRPr/>
            </a:p>
          </p:txBody>
        </p:sp>
        <p:sp>
          <p:nvSpPr>
            <p:cNvPr id="1224" name="Google Shape;1224;p47">
              <a:extLst>
                <a:ext uri="{FF2B5EF4-FFF2-40B4-BE49-F238E27FC236}">
                  <a16:creationId xmlns:a16="http://schemas.microsoft.com/office/drawing/2014/main" id="{9266B973-21A7-BFB2-9826-0E3E9985AE32}"/>
                </a:ext>
              </a:extLst>
            </p:cNvPr>
            <p:cNvSpPr/>
            <p:nvPr/>
          </p:nvSpPr>
          <p:spPr>
            <a:xfrm rot="-1002475">
              <a:off x="1278198" y="2679168"/>
              <a:ext cx="1271901" cy="1356055"/>
            </a:xfrm>
            <a:custGeom>
              <a:avLst/>
              <a:gdLst/>
              <a:ahLst/>
              <a:cxnLst/>
              <a:rect l="l" t="t" r="r" b="b"/>
              <a:pathLst>
                <a:path w="32132" h="34258" extrusionOk="0">
                  <a:moveTo>
                    <a:pt x="16761" y="0"/>
                  </a:moveTo>
                  <a:cubicBezTo>
                    <a:pt x="10884" y="0"/>
                    <a:pt x="6127" y="4741"/>
                    <a:pt x="6108" y="10618"/>
                  </a:cubicBezTo>
                  <a:cubicBezTo>
                    <a:pt x="6102" y="12715"/>
                    <a:pt x="6701" y="14672"/>
                    <a:pt x="7741" y="16323"/>
                  </a:cubicBezTo>
                  <a:cubicBezTo>
                    <a:pt x="8620" y="17718"/>
                    <a:pt x="9079" y="19337"/>
                    <a:pt x="9079" y="20986"/>
                  </a:cubicBezTo>
                  <a:lnTo>
                    <a:pt x="9079" y="28340"/>
                  </a:lnTo>
                  <a:cubicBezTo>
                    <a:pt x="9079" y="29017"/>
                    <a:pt x="8529" y="29567"/>
                    <a:pt x="7851" y="29567"/>
                  </a:cubicBezTo>
                  <a:lnTo>
                    <a:pt x="4693" y="29567"/>
                  </a:lnTo>
                  <a:cubicBezTo>
                    <a:pt x="2101" y="29567"/>
                    <a:pt x="1" y="31667"/>
                    <a:pt x="1" y="34258"/>
                  </a:cubicBezTo>
                  <a:lnTo>
                    <a:pt x="32131" y="34258"/>
                  </a:lnTo>
                  <a:cubicBezTo>
                    <a:pt x="32131" y="31667"/>
                    <a:pt x="30032" y="29567"/>
                    <a:pt x="27440" y="29567"/>
                  </a:cubicBezTo>
                  <a:lnTo>
                    <a:pt x="19622" y="29567"/>
                  </a:lnTo>
                  <a:cubicBezTo>
                    <a:pt x="18944" y="29567"/>
                    <a:pt x="18395" y="29017"/>
                    <a:pt x="18395" y="28339"/>
                  </a:cubicBezTo>
                  <a:lnTo>
                    <a:pt x="18395" y="25349"/>
                  </a:lnTo>
                  <a:cubicBezTo>
                    <a:pt x="18395" y="24671"/>
                    <a:pt x="18944" y="24122"/>
                    <a:pt x="19622" y="24122"/>
                  </a:cubicBezTo>
                  <a:lnTo>
                    <a:pt x="23890" y="24122"/>
                  </a:lnTo>
                  <a:cubicBezTo>
                    <a:pt x="25137" y="24122"/>
                    <a:pt x="26179" y="23174"/>
                    <a:pt x="26297" y="21933"/>
                  </a:cubicBezTo>
                  <a:lnTo>
                    <a:pt x="26694" y="17739"/>
                  </a:lnTo>
                  <a:lnTo>
                    <a:pt x="27676" y="17739"/>
                  </a:lnTo>
                  <a:cubicBezTo>
                    <a:pt x="28440" y="17739"/>
                    <a:pt x="28935" y="16934"/>
                    <a:pt x="28590" y="16252"/>
                  </a:cubicBezTo>
                  <a:lnTo>
                    <a:pt x="27410" y="13924"/>
                  </a:lnTo>
                  <a:lnTo>
                    <a:pt x="27412" y="10652"/>
                  </a:lnTo>
                  <a:cubicBezTo>
                    <a:pt x="27412" y="4770"/>
                    <a:pt x="22643" y="1"/>
                    <a:pt x="16761"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25" name="Google Shape;1225;p47">
              <a:extLst>
                <a:ext uri="{FF2B5EF4-FFF2-40B4-BE49-F238E27FC236}">
                  <a16:creationId xmlns:a16="http://schemas.microsoft.com/office/drawing/2014/main" id="{A18967E2-AC99-B5ED-E52D-43977837F70F}"/>
                </a:ext>
              </a:extLst>
            </p:cNvPr>
            <p:cNvSpPr/>
            <p:nvPr/>
          </p:nvSpPr>
          <p:spPr>
            <a:xfrm rot="-1002475">
              <a:off x="1517787" y="2809192"/>
              <a:ext cx="566046" cy="422120"/>
            </a:xfrm>
            <a:custGeom>
              <a:avLst/>
              <a:gdLst/>
              <a:ahLst/>
              <a:cxnLst/>
              <a:rect l="l" t="t" r="r" b="b"/>
              <a:pathLst>
                <a:path w="14300" h="10664" extrusionOk="0">
                  <a:moveTo>
                    <a:pt x="7108" y="1"/>
                  </a:moveTo>
                  <a:cubicBezTo>
                    <a:pt x="3183" y="1"/>
                    <a:pt x="0" y="3182"/>
                    <a:pt x="0" y="7109"/>
                  </a:cubicBezTo>
                  <a:lnTo>
                    <a:pt x="0" y="9508"/>
                  </a:lnTo>
                  <a:cubicBezTo>
                    <a:pt x="0" y="10145"/>
                    <a:pt x="517" y="10663"/>
                    <a:pt x="1156" y="10663"/>
                  </a:cubicBezTo>
                  <a:lnTo>
                    <a:pt x="2112" y="10663"/>
                  </a:lnTo>
                  <a:cubicBezTo>
                    <a:pt x="2499" y="10663"/>
                    <a:pt x="2860" y="10469"/>
                    <a:pt x="3074" y="10148"/>
                  </a:cubicBezTo>
                  <a:lnTo>
                    <a:pt x="3929" y="8864"/>
                  </a:lnTo>
                  <a:lnTo>
                    <a:pt x="9030" y="8864"/>
                  </a:lnTo>
                  <a:cubicBezTo>
                    <a:pt x="10564" y="8864"/>
                    <a:pt x="11809" y="7620"/>
                    <a:pt x="11809" y="6085"/>
                  </a:cubicBezTo>
                  <a:cubicBezTo>
                    <a:pt x="13184" y="6085"/>
                    <a:pt x="14300" y="4969"/>
                    <a:pt x="14300" y="3594"/>
                  </a:cubicBezTo>
                  <a:cubicBezTo>
                    <a:pt x="14300" y="1609"/>
                    <a:pt x="12691" y="1"/>
                    <a:pt x="10707"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26" name="Google Shape;1226;p47">
              <a:extLst>
                <a:ext uri="{FF2B5EF4-FFF2-40B4-BE49-F238E27FC236}">
                  <a16:creationId xmlns:a16="http://schemas.microsoft.com/office/drawing/2014/main" id="{344BDC5A-15B7-636B-0012-E6BA92C7F952}"/>
                </a:ext>
              </a:extLst>
            </p:cNvPr>
            <p:cNvSpPr/>
            <p:nvPr/>
          </p:nvSpPr>
          <p:spPr>
            <a:xfrm rot="-1002475">
              <a:off x="2105720" y="3486731"/>
              <a:ext cx="588727" cy="446107"/>
            </a:xfrm>
            <a:custGeom>
              <a:avLst/>
              <a:gdLst/>
              <a:ahLst/>
              <a:cxnLst/>
              <a:rect l="l" t="t" r="r" b="b"/>
              <a:pathLst>
                <a:path w="14873" h="11270" extrusionOk="0">
                  <a:moveTo>
                    <a:pt x="1795" y="1"/>
                  </a:moveTo>
                  <a:cubicBezTo>
                    <a:pt x="805" y="1"/>
                    <a:pt x="1" y="805"/>
                    <a:pt x="1" y="1794"/>
                  </a:cubicBezTo>
                  <a:lnTo>
                    <a:pt x="1" y="4785"/>
                  </a:lnTo>
                  <a:cubicBezTo>
                    <a:pt x="1" y="5774"/>
                    <a:pt x="805" y="6578"/>
                    <a:pt x="1795" y="6578"/>
                  </a:cubicBezTo>
                  <a:lnTo>
                    <a:pt x="9613" y="6578"/>
                  </a:lnTo>
                  <a:cubicBezTo>
                    <a:pt x="10716" y="6578"/>
                    <a:pt x="11751" y="7008"/>
                    <a:pt x="12531" y="7787"/>
                  </a:cubicBezTo>
                  <a:cubicBezTo>
                    <a:pt x="13309" y="8565"/>
                    <a:pt x="13739" y="9601"/>
                    <a:pt x="13739" y="10703"/>
                  </a:cubicBezTo>
                  <a:cubicBezTo>
                    <a:pt x="13739" y="11016"/>
                    <a:pt x="13992" y="11270"/>
                    <a:pt x="14306" y="11270"/>
                  </a:cubicBezTo>
                  <a:cubicBezTo>
                    <a:pt x="14619" y="11270"/>
                    <a:pt x="14872" y="11016"/>
                    <a:pt x="14872" y="10703"/>
                  </a:cubicBezTo>
                  <a:cubicBezTo>
                    <a:pt x="14872" y="9297"/>
                    <a:pt x="14325" y="7977"/>
                    <a:pt x="13332" y="6985"/>
                  </a:cubicBezTo>
                  <a:cubicBezTo>
                    <a:pt x="12339" y="5992"/>
                    <a:pt x="11019" y="5445"/>
                    <a:pt x="9613" y="5445"/>
                  </a:cubicBezTo>
                  <a:lnTo>
                    <a:pt x="1795" y="5445"/>
                  </a:lnTo>
                  <a:cubicBezTo>
                    <a:pt x="1431" y="5445"/>
                    <a:pt x="1134" y="5149"/>
                    <a:pt x="1134" y="4785"/>
                  </a:cubicBezTo>
                  <a:lnTo>
                    <a:pt x="1134" y="1794"/>
                  </a:lnTo>
                  <a:cubicBezTo>
                    <a:pt x="1134" y="1431"/>
                    <a:pt x="1431" y="1134"/>
                    <a:pt x="1795" y="1134"/>
                  </a:cubicBezTo>
                  <a:cubicBezTo>
                    <a:pt x="2108" y="1134"/>
                    <a:pt x="2362" y="881"/>
                    <a:pt x="2362" y="567"/>
                  </a:cubicBezTo>
                  <a:cubicBezTo>
                    <a:pt x="2362" y="254"/>
                    <a:pt x="2108" y="1"/>
                    <a:pt x="179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27" name="Google Shape;1227;p47">
              <a:extLst>
                <a:ext uri="{FF2B5EF4-FFF2-40B4-BE49-F238E27FC236}">
                  <a16:creationId xmlns:a16="http://schemas.microsoft.com/office/drawing/2014/main" id="{D9E43E6A-B7EF-E496-ACA0-06D0747CB883}"/>
                </a:ext>
              </a:extLst>
            </p:cNvPr>
            <p:cNvSpPr/>
            <p:nvPr/>
          </p:nvSpPr>
          <p:spPr>
            <a:xfrm rot="-1002475">
              <a:off x="1258555" y="2675798"/>
              <a:ext cx="1184104" cy="1400943"/>
            </a:xfrm>
            <a:custGeom>
              <a:avLst/>
              <a:gdLst/>
              <a:ahLst/>
              <a:cxnLst/>
              <a:rect l="l" t="t" r="r" b="b"/>
              <a:pathLst>
                <a:path w="29914" h="35392" extrusionOk="0">
                  <a:moveTo>
                    <a:pt x="16501" y="1"/>
                  </a:moveTo>
                  <a:cubicBezTo>
                    <a:pt x="15873" y="110"/>
                    <a:pt x="14762" y="294"/>
                    <a:pt x="14760" y="294"/>
                  </a:cubicBezTo>
                  <a:cubicBezTo>
                    <a:pt x="12748" y="761"/>
                    <a:pt x="10901" y="1778"/>
                    <a:pt x="9404" y="3270"/>
                  </a:cubicBezTo>
                  <a:cubicBezTo>
                    <a:pt x="7288" y="5380"/>
                    <a:pt x="6118" y="8190"/>
                    <a:pt x="6108" y="11184"/>
                  </a:cubicBezTo>
                  <a:cubicBezTo>
                    <a:pt x="6101" y="13318"/>
                    <a:pt x="6696" y="15395"/>
                    <a:pt x="7829" y="17192"/>
                  </a:cubicBezTo>
                  <a:cubicBezTo>
                    <a:pt x="8647" y="18491"/>
                    <a:pt x="9078" y="19998"/>
                    <a:pt x="9078" y="21553"/>
                  </a:cubicBezTo>
                  <a:lnTo>
                    <a:pt x="9078" y="24671"/>
                  </a:lnTo>
                  <a:lnTo>
                    <a:pt x="9117" y="25929"/>
                  </a:lnTo>
                  <a:lnTo>
                    <a:pt x="9078" y="26273"/>
                  </a:lnTo>
                  <a:lnTo>
                    <a:pt x="9078" y="28907"/>
                  </a:lnTo>
                  <a:cubicBezTo>
                    <a:pt x="9078" y="29271"/>
                    <a:pt x="8783" y="29567"/>
                    <a:pt x="8418" y="29567"/>
                  </a:cubicBezTo>
                  <a:lnTo>
                    <a:pt x="5259" y="29567"/>
                  </a:lnTo>
                  <a:cubicBezTo>
                    <a:pt x="2359" y="29567"/>
                    <a:pt x="1" y="31926"/>
                    <a:pt x="1" y="34825"/>
                  </a:cubicBezTo>
                  <a:cubicBezTo>
                    <a:pt x="1" y="35138"/>
                    <a:pt x="254" y="35392"/>
                    <a:pt x="568" y="35392"/>
                  </a:cubicBezTo>
                  <a:cubicBezTo>
                    <a:pt x="881" y="35392"/>
                    <a:pt x="1134" y="35138"/>
                    <a:pt x="1134" y="34825"/>
                  </a:cubicBezTo>
                  <a:cubicBezTo>
                    <a:pt x="1134" y="32551"/>
                    <a:pt x="2984" y="30700"/>
                    <a:pt x="5259" y="30700"/>
                  </a:cubicBezTo>
                  <a:lnTo>
                    <a:pt x="8418" y="30700"/>
                  </a:lnTo>
                  <a:cubicBezTo>
                    <a:pt x="9407" y="30700"/>
                    <a:pt x="10213" y="29896"/>
                    <a:pt x="10213" y="28907"/>
                  </a:cubicBezTo>
                  <a:lnTo>
                    <a:pt x="10213" y="27408"/>
                  </a:lnTo>
                  <a:lnTo>
                    <a:pt x="10213" y="25804"/>
                  </a:lnTo>
                  <a:lnTo>
                    <a:pt x="10213" y="21553"/>
                  </a:lnTo>
                  <a:cubicBezTo>
                    <a:pt x="10213" y="19785"/>
                    <a:pt x="9719" y="18068"/>
                    <a:pt x="8787" y="16587"/>
                  </a:cubicBezTo>
                  <a:cubicBezTo>
                    <a:pt x="7770" y="14973"/>
                    <a:pt x="7236" y="13105"/>
                    <a:pt x="7242" y="11187"/>
                  </a:cubicBezTo>
                  <a:cubicBezTo>
                    <a:pt x="7250" y="8496"/>
                    <a:pt x="8303" y="5970"/>
                    <a:pt x="10204" y="4074"/>
                  </a:cubicBezTo>
                  <a:cubicBezTo>
                    <a:pt x="12105" y="2181"/>
                    <a:pt x="14630" y="1137"/>
                    <a:pt x="17318" y="1134"/>
                  </a:cubicBezTo>
                  <a:lnTo>
                    <a:pt x="17337" y="1134"/>
                  </a:lnTo>
                  <a:cubicBezTo>
                    <a:pt x="22893" y="1140"/>
                    <a:pt x="27411" y="5662"/>
                    <a:pt x="27411" y="11219"/>
                  </a:cubicBezTo>
                  <a:lnTo>
                    <a:pt x="27409" y="14491"/>
                  </a:lnTo>
                  <a:cubicBezTo>
                    <a:pt x="27409" y="14580"/>
                    <a:pt x="27430" y="14668"/>
                    <a:pt x="27471" y="14748"/>
                  </a:cubicBezTo>
                  <a:lnTo>
                    <a:pt x="28651" y="17076"/>
                  </a:lnTo>
                  <a:cubicBezTo>
                    <a:pt x="28755" y="17282"/>
                    <a:pt x="28673" y="17456"/>
                    <a:pt x="28633" y="17522"/>
                  </a:cubicBezTo>
                  <a:cubicBezTo>
                    <a:pt x="28593" y="17587"/>
                    <a:pt x="28474" y="17740"/>
                    <a:pt x="28242" y="17740"/>
                  </a:cubicBezTo>
                  <a:lnTo>
                    <a:pt x="27261" y="17740"/>
                  </a:lnTo>
                  <a:cubicBezTo>
                    <a:pt x="26969" y="17740"/>
                    <a:pt x="26724" y="17963"/>
                    <a:pt x="26697" y="18254"/>
                  </a:cubicBezTo>
                  <a:lnTo>
                    <a:pt x="26299" y="22446"/>
                  </a:lnTo>
                  <a:cubicBezTo>
                    <a:pt x="26209" y="23402"/>
                    <a:pt x="25417" y="24123"/>
                    <a:pt x="24457" y="24123"/>
                  </a:cubicBezTo>
                  <a:lnTo>
                    <a:pt x="22840" y="24123"/>
                  </a:lnTo>
                  <a:cubicBezTo>
                    <a:pt x="22526" y="24123"/>
                    <a:pt x="22273" y="24377"/>
                    <a:pt x="22273" y="24689"/>
                  </a:cubicBezTo>
                  <a:cubicBezTo>
                    <a:pt x="22273" y="25003"/>
                    <a:pt x="22526" y="25257"/>
                    <a:pt x="22840" y="25257"/>
                  </a:cubicBezTo>
                  <a:lnTo>
                    <a:pt x="24457" y="25257"/>
                  </a:lnTo>
                  <a:cubicBezTo>
                    <a:pt x="26005" y="25257"/>
                    <a:pt x="27282" y="24094"/>
                    <a:pt x="27428" y="22553"/>
                  </a:cubicBezTo>
                  <a:lnTo>
                    <a:pt x="27777" y="18874"/>
                  </a:lnTo>
                  <a:lnTo>
                    <a:pt x="28242" y="18874"/>
                  </a:lnTo>
                  <a:cubicBezTo>
                    <a:pt x="28800" y="18874"/>
                    <a:pt x="29307" y="18590"/>
                    <a:pt x="29600" y="18115"/>
                  </a:cubicBezTo>
                  <a:cubicBezTo>
                    <a:pt x="29891" y="17639"/>
                    <a:pt x="29914" y="17060"/>
                    <a:pt x="29661" y="16563"/>
                  </a:cubicBezTo>
                  <a:lnTo>
                    <a:pt x="28544" y="14356"/>
                  </a:lnTo>
                  <a:lnTo>
                    <a:pt x="28546" y="11219"/>
                  </a:lnTo>
                  <a:cubicBezTo>
                    <a:pt x="28546" y="5964"/>
                    <a:pt x="24928" y="1470"/>
                    <a:pt x="20024" y="330"/>
                  </a:cubicBezTo>
                  <a:cubicBezTo>
                    <a:pt x="18622" y="4"/>
                    <a:pt x="19051" y="234"/>
                    <a:pt x="18416" y="58"/>
                  </a:cubicBezTo>
                  <a:cubicBezTo>
                    <a:pt x="18414" y="58"/>
                    <a:pt x="18412" y="59"/>
                    <a:pt x="18409" y="59"/>
                  </a:cubicBezTo>
                  <a:cubicBezTo>
                    <a:pt x="18347" y="59"/>
                    <a:pt x="18049" y="1"/>
                    <a:pt x="18007"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28" name="Google Shape;1228;p47">
              <a:extLst>
                <a:ext uri="{FF2B5EF4-FFF2-40B4-BE49-F238E27FC236}">
                  <a16:creationId xmlns:a16="http://schemas.microsoft.com/office/drawing/2014/main" id="{174C7314-5C7A-69DB-6B12-EF5A0E15E6B3}"/>
                </a:ext>
              </a:extLst>
            </p:cNvPr>
            <p:cNvSpPr/>
            <p:nvPr/>
          </p:nvSpPr>
          <p:spPr>
            <a:xfrm rot="-1002475">
              <a:off x="1495332" y="2786710"/>
              <a:ext cx="610933" cy="467007"/>
            </a:xfrm>
            <a:custGeom>
              <a:avLst/>
              <a:gdLst/>
              <a:ahLst/>
              <a:cxnLst/>
              <a:rect l="l" t="t" r="r" b="b"/>
              <a:pathLst>
                <a:path w="15434" h="11798" extrusionOk="0">
                  <a:moveTo>
                    <a:pt x="9688" y="1"/>
                  </a:moveTo>
                  <a:cubicBezTo>
                    <a:pt x="9374" y="1"/>
                    <a:pt x="9121" y="254"/>
                    <a:pt x="9121" y="568"/>
                  </a:cubicBezTo>
                  <a:cubicBezTo>
                    <a:pt x="9121" y="881"/>
                    <a:pt x="9374" y="1134"/>
                    <a:pt x="9688" y="1134"/>
                  </a:cubicBezTo>
                  <a:lnTo>
                    <a:pt x="11274" y="1134"/>
                  </a:lnTo>
                  <a:cubicBezTo>
                    <a:pt x="12943" y="1134"/>
                    <a:pt x="14300" y="2492"/>
                    <a:pt x="14300" y="4161"/>
                  </a:cubicBezTo>
                  <a:cubicBezTo>
                    <a:pt x="14300" y="5030"/>
                    <a:pt x="13721" y="5767"/>
                    <a:pt x="12928" y="6005"/>
                  </a:cubicBezTo>
                  <a:cubicBezTo>
                    <a:pt x="12879" y="5505"/>
                    <a:pt x="12725" y="4834"/>
                    <a:pt x="12287" y="4314"/>
                  </a:cubicBezTo>
                  <a:cubicBezTo>
                    <a:pt x="12486" y="3967"/>
                    <a:pt x="12579" y="3582"/>
                    <a:pt x="12560" y="3174"/>
                  </a:cubicBezTo>
                  <a:cubicBezTo>
                    <a:pt x="12547" y="2870"/>
                    <a:pt x="12299" y="2633"/>
                    <a:pt x="11995" y="2633"/>
                  </a:cubicBezTo>
                  <a:cubicBezTo>
                    <a:pt x="11986" y="2633"/>
                    <a:pt x="11977" y="2633"/>
                    <a:pt x="11968" y="2633"/>
                  </a:cubicBezTo>
                  <a:cubicBezTo>
                    <a:pt x="11655" y="2648"/>
                    <a:pt x="11413" y="2913"/>
                    <a:pt x="11428" y="3225"/>
                  </a:cubicBezTo>
                  <a:cubicBezTo>
                    <a:pt x="11443" y="3572"/>
                    <a:pt x="11289" y="3872"/>
                    <a:pt x="10956" y="4140"/>
                  </a:cubicBezTo>
                  <a:cubicBezTo>
                    <a:pt x="10668" y="4372"/>
                    <a:pt x="10358" y="4483"/>
                    <a:pt x="10348" y="4487"/>
                  </a:cubicBezTo>
                  <a:cubicBezTo>
                    <a:pt x="10052" y="4588"/>
                    <a:pt x="9894" y="4909"/>
                    <a:pt x="9994" y="5204"/>
                  </a:cubicBezTo>
                  <a:cubicBezTo>
                    <a:pt x="10073" y="5441"/>
                    <a:pt x="10294" y="5591"/>
                    <a:pt x="10531" y="5591"/>
                  </a:cubicBezTo>
                  <a:cubicBezTo>
                    <a:pt x="10591" y="5591"/>
                    <a:pt x="10651" y="5581"/>
                    <a:pt x="10712" y="5560"/>
                  </a:cubicBezTo>
                  <a:cubicBezTo>
                    <a:pt x="10755" y="5546"/>
                    <a:pt x="11110" y="5421"/>
                    <a:pt x="11498" y="5150"/>
                  </a:cubicBezTo>
                  <a:cubicBezTo>
                    <a:pt x="11809" y="5617"/>
                    <a:pt x="11834" y="6323"/>
                    <a:pt x="11810" y="6602"/>
                  </a:cubicBezTo>
                  <a:cubicBezTo>
                    <a:pt x="11810" y="6610"/>
                    <a:pt x="11810" y="6617"/>
                    <a:pt x="11809" y="6626"/>
                  </a:cubicBezTo>
                  <a:cubicBezTo>
                    <a:pt x="11809" y="6634"/>
                    <a:pt x="11808" y="6644"/>
                    <a:pt x="11808" y="6653"/>
                  </a:cubicBezTo>
                  <a:cubicBezTo>
                    <a:pt x="11808" y="7872"/>
                    <a:pt x="10816" y="8864"/>
                    <a:pt x="9597" y="8864"/>
                  </a:cubicBezTo>
                  <a:lnTo>
                    <a:pt x="4495" y="8864"/>
                  </a:lnTo>
                  <a:cubicBezTo>
                    <a:pt x="4305" y="8864"/>
                    <a:pt x="4128" y="8960"/>
                    <a:pt x="4023" y="9118"/>
                  </a:cubicBezTo>
                  <a:lnTo>
                    <a:pt x="3168" y="10401"/>
                  </a:lnTo>
                  <a:cubicBezTo>
                    <a:pt x="3058" y="10566"/>
                    <a:pt x="2876" y="10663"/>
                    <a:pt x="2678" y="10663"/>
                  </a:cubicBezTo>
                  <a:lnTo>
                    <a:pt x="1722" y="10663"/>
                  </a:lnTo>
                  <a:cubicBezTo>
                    <a:pt x="1397" y="10663"/>
                    <a:pt x="1133" y="10399"/>
                    <a:pt x="1133" y="10076"/>
                  </a:cubicBezTo>
                  <a:lnTo>
                    <a:pt x="1133" y="7677"/>
                  </a:lnTo>
                  <a:cubicBezTo>
                    <a:pt x="1133" y="6032"/>
                    <a:pt x="1746" y="4459"/>
                    <a:pt x="2858" y="3249"/>
                  </a:cubicBezTo>
                  <a:cubicBezTo>
                    <a:pt x="3964" y="2047"/>
                    <a:pt x="5466" y="1305"/>
                    <a:pt x="7085" y="1160"/>
                  </a:cubicBezTo>
                  <a:cubicBezTo>
                    <a:pt x="7399" y="1133"/>
                    <a:pt x="7628" y="858"/>
                    <a:pt x="7601" y="547"/>
                  </a:cubicBezTo>
                  <a:cubicBezTo>
                    <a:pt x="7574" y="252"/>
                    <a:pt x="7328" y="30"/>
                    <a:pt x="7039" y="30"/>
                  </a:cubicBezTo>
                  <a:cubicBezTo>
                    <a:pt x="7022" y="30"/>
                    <a:pt x="7004" y="31"/>
                    <a:pt x="6986" y="32"/>
                  </a:cubicBezTo>
                  <a:cubicBezTo>
                    <a:pt x="5084" y="201"/>
                    <a:pt x="3321" y="1071"/>
                    <a:pt x="2025" y="2483"/>
                  </a:cubicBezTo>
                  <a:cubicBezTo>
                    <a:pt x="719" y="3902"/>
                    <a:pt x="1" y="5747"/>
                    <a:pt x="1" y="7677"/>
                  </a:cubicBezTo>
                  <a:lnTo>
                    <a:pt x="1" y="10076"/>
                  </a:lnTo>
                  <a:cubicBezTo>
                    <a:pt x="1" y="11025"/>
                    <a:pt x="773" y="11798"/>
                    <a:pt x="1722" y="11798"/>
                  </a:cubicBezTo>
                  <a:lnTo>
                    <a:pt x="2679" y="11798"/>
                  </a:lnTo>
                  <a:cubicBezTo>
                    <a:pt x="3256" y="11798"/>
                    <a:pt x="3793" y="11511"/>
                    <a:pt x="4112" y="11030"/>
                  </a:cubicBezTo>
                  <a:lnTo>
                    <a:pt x="4800" y="9999"/>
                  </a:lnTo>
                  <a:lnTo>
                    <a:pt x="9597" y="9999"/>
                  </a:lnTo>
                  <a:cubicBezTo>
                    <a:pt x="11264" y="9999"/>
                    <a:pt x="12650" y="8772"/>
                    <a:pt x="12902" y="7175"/>
                  </a:cubicBezTo>
                  <a:cubicBezTo>
                    <a:pt x="14338" y="6924"/>
                    <a:pt x="15434" y="5668"/>
                    <a:pt x="15434" y="4162"/>
                  </a:cubicBezTo>
                  <a:cubicBezTo>
                    <a:pt x="15434" y="1868"/>
                    <a:pt x="13568" y="1"/>
                    <a:pt x="11274"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29" name="Google Shape;1229;p47">
              <a:extLst>
                <a:ext uri="{FF2B5EF4-FFF2-40B4-BE49-F238E27FC236}">
                  <a16:creationId xmlns:a16="http://schemas.microsoft.com/office/drawing/2014/main" id="{4521CF3B-DC92-C700-C456-86308722227D}"/>
                </a:ext>
              </a:extLst>
            </p:cNvPr>
            <p:cNvSpPr/>
            <p:nvPr/>
          </p:nvSpPr>
          <p:spPr>
            <a:xfrm rot="-1002475">
              <a:off x="1625186" y="3048514"/>
              <a:ext cx="134822" cy="82453"/>
            </a:xfrm>
            <a:custGeom>
              <a:avLst/>
              <a:gdLst/>
              <a:ahLst/>
              <a:cxnLst/>
              <a:rect l="l" t="t" r="r" b="b"/>
              <a:pathLst>
                <a:path w="3406" h="2083" extrusionOk="0">
                  <a:moveTo>
                    <a:pt x="2760" y="1"/>
                  </a:moveTo>
                  <a:cubicBezTo>
                    <a:pt x="2547" y="1"/>
                    <a:pt x="2344" y="121"/>
                    <a:pt x="2247" y="325"/>
                  </a:cubicBezTo>
                  <a:cubicBezTo>
                    <a:pt x="2098" y="638"/>
                    <a:pt x="1822" y="830"/>
                    <a:pt x="1402" y="911"/>
                  </a:cubicBezTo>
                  <a:cubicBezTo>
                    <a:pt x="1247" y="940"/>
                    <a:pt x="1100" y="949"/>
                    <a:pt x="981" y="949"/>
                  </a:cubicBezTo>
                  <a:cubicBezTo>
                    <a:pt x="817" y="949"/>
                    <a:pt x="706" y="933"/>
                    <a:pt x="701" y="931"/>
                  </a:cubicBezTo>
                  <a:cubicBezTo>
                    <a:pt x="670" y="927"/>
                    <a:pt x="640" y="924"/>
                    <a:pt x="610" y="924"/>
                  </a:cubicBezTo>
                  <a:cubicBezTo>
                    <a:pt x="338" y="924"/>
                    <a:pt x="97" y="1121"/>
                    <a:pt x="51" y="1400"/>
                  </a:cubicBezTo>
                  <a:cubicBezTo>
                    <a:pt x="1" y="1708"/>
                    <a:pt x="210" y="2000"/>
                    <a:pt x="519" y="2050"/>
                  </a:cubicBezTo>
                  <a:cubicBezTo>
                    <a:pt x="549" y="2056"/>
                    <a:pt x="726" y="2083"/>
                    <a:pt x="980" y="2083"/>
                  </a:cubicBezTo>
                  <a:cubicBezTo>
                    <a:pt x="1150" y="2083"/>
                    <a:pt x="1354" y="2071"/>
                    <a:pt x="1573" y="2033"/>
                  </a:cubicBezTo>
                  <a:cubicBezTo>
                    <a:pt x="2373" y="1890"/>
                    <a:pt x="2959" y="1468"/>
                    <a:pt x="3272" y="811"/>
                  </a:cubicBezTo>
                  <a:cubicBezTo>
                    <a:pt x="3406" y="528"/>
                    <a:pt x="3285" y="190"/>
                    <a:pt x="3002" y="56"/>
                  </a:cubicBezTo>
                  <a:cubicBezTo>
                    <a:pt x="2924" y="19"/>
                    <a:pt x="2841" y="1"/>
                    <a:pt x="2760"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4" name="TextBox 3">
            <a:extLst>
              <a:ext uri="{FF2B5EF4-FFF2-40B4-BE49-F238E27FC236}">
                <a16:creationId xmlns:a16="http://schemas.microsoft.com/office/drawing/2014/main" id="{F62EB570-0883-9D49-3CC8-881E17594F27}"/>
              </a:ext>
            </a:extLst>
          </p:cNvPr>
          <p:cNvSpPr txBox="1"/>
          <p:nvPr/>
        </p:nvSpPr>
        <p:spPr>
          <a:xfrm>
            <a:off x="981913" y="588331"/>
            <a:ext cx="7180174" cy="923330"/>
          </a:xfrm>
          <a:prstGeom prst="rect">
            <a:avLst/>
          </a:prstGeom>
          <a:noFill/>
        </p:spPr>
        <p:txBody>
          <a:bodyPr wrap="square">
            <a:spAutoFit/>
          </a:bodyPr>
          <a:lstStyle/>
          <a:p>
            <a:pPr algn="ctr">
              <a:spcBef>
                <a:spcPts val="600"/>
              </a:spcBef>
              <a:spcAft>
                <a:spcPts val="600"/>
              </a:spcAft>
            </a:pPr>
            <a:r>
              <a:rPr lang="en-US" sz="2200" b="1" dirty="0">
                <a:latin typeface="ADLaM Display" panose="02010000000000000000" pitchFamily="2" charset="0"/>
                <a:ea typeface="ADLaM Display" panose="02010000000000000000" pitchFamily="2" charset="0"/>
                <a:cs typeface="ADLaM Display" panose="02010000000000000000" pitchFamily="2" charset="0"/>
              </a:rPr>
              <a:t>💡 Rational</a:t>
            </a:r>
            <a:endParaRPr lang="en-US" b="1" dirty="0"/>
          </a:p>
          <a:p>
            <a:pPr marL="0" marR="0" algn="ctr" rtl="0">
              <a:spcBef>
                <a:spcPts val="600"/>
              </a:spcBef>
              <a:spcAft>
                <a:spcPts val="600"/>
              </a:spcAft>
              <a:buNone/>
            </a:pPr>
            <a:r>
              <a:rPr lang="en-US" sz="2200" b="1" dirty="0">
                <a:latin typeface="ADLaM Display" panose="02010000000000000000" pitchFamily="2" charset="0"/>
                <a:ea typeface="ADLaM Display" panose="02010000000000000000" pitchFamily="2" charset="0"/>
                <a:cs typeface="ADLaM Display" panose="02010000000000000000" pitchFamily="2" charset="0"/>
              </a:rPr>
              <a:t> </a:t>
            </a:r>
            <a:endParaRPr lang="en-US" sz="2200" dirty="0">
              <a:effectLst/>
              <a:latin typeface="ADLaM Display" panose="02010000000000000000" pitchFamily="2" charset="0"/>
              <a:ea typeface="ADLaM Display" panose="02010000000000000000" pitchFamily="2" charset="0"/>
              <a:cs typeface="ADLaM Display" panose="02010000000000000000" pitchFamily="2" charset="0"/>
            </a:endParaRPr>
          </a:p>
        </p:txBody>
      </p:sp>
      <p:sp>
        <p:nvSpPr>
          <p:cNvPr id="2" name="AutoShape 2" descr="Output image">
            <a:extLst>
              <a:ext uri="{FF2B5EF4-FFF2-40B4-BE49-F238E27FC236}">
                <a16:creationId xmlns:a16="http://schemas.microsoft.com/office/drawing/2014/main" id="{4D9DA6C4-9A21-9960-FB70-739DC2C878F7}"/>
              </a:ext>
            </a:extLst>
          </p:cNvPr>
          <p:cNvSpPr>
            <a:spLocks noChangeAspect="1" noChangeArrowheads="1"/>
          </p:cNvSpPr>
          <p:nvPr/>
        </p:nvSpPr>
        <p:spPr bwMode="auto">
          <a:xfrm>
            <a:off x="4419600" y="241935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3" name="AutoShape 4" descr="Output image">
            <a:extLst>
              <a:ext uri="{FF2B5EF4-FFF2-40B4-BE49-F238E27FC236}">
                <a16:creationId xmlns:a16="http://schemas.microsoft.com/office/drawing/2014/main" id="{25783CE7-5B41-135E-37FC-F6418480B87D}"/>
              </a:ext>
            </a:extLst>
          </p:cNvPr>
          <p:cNvSpPr>
            <a:spLocks noChangeAspect="1" noChangeArrowheads="1"/>
          </p:cNvSpPr>
          <p:nvPr/>
        </p:nvSpPr>
        <p:spPr bwMode="auto">
          <a:xfrm>
            <a:off x="4572000" y="257175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Tree>
    <p:extLst>
      <p:ext uri="{BB962C8B-B14F-4D97-AF65-F5344CB8AC3E}">
        <p14:creationId xmlns:p14="http://schemas.microsoft.com/office/powerpoint/2010/main" val="737603828"/>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Shape 1220">
          <a:extLst>
            <a:ext uri="{FF2B5EF4-FFF2-40B4-BE49-F238E27FC236}">
              <a16:creationId xmlns:a16="http://schemas.microsoft.com/office/drawing/2014/main" id="{48632D45-0284-C5C5-64F1-B54C25B677FE}"/>
            </a:ext>
          </a:extLst>
        </p:cNvPr>
        <p:cNvGrpSpPr/>
        <p:nvPr/>
      </p:nvGrpSpPr>
      <p:grpSpPr>
        <a:xfrm>
          <a:off x="0" y="0"/>
          <a:ext cx="0" cy="0"/>
          <a:chOff x="0" y="0"/>
          <a:chExt cx="0" cy="0"/>
        </a:xfrm>
      </p:grpSpPr>
      <p:grpSp>
        <p:nvGrpSpPr>
          <p:cNvPr id="1222" name="Google Shape;1222;p47">
            <a:extLst>
              <a:ext uri="{FF2B5EF4-FFF2-40B4-BE49-F238E27FC236}">
                <a16:creationId xmlns:a16="http://schemas.microsoft.com/office/drawing/2014/main" id="{1D9FB4EB-5E03-E548-9C66-7D1742C54674}"/>
              </a:ext>
            </a:extLst>
          </p:cNvPr>
          <p:cNvGrpSpPr/>
          <p:nvPr/>
        </p:nvGrpSpPr>
        <p:grpSpPr>
          <a:xfrm>
            <a:off x="122278" y="87555"/>
            <a:ext cx="623693" cy="542353"/>
            <a:chOff x="1082169" y="2497002"/>
            <a:chExt cx="1663996" cy="1720378"/>
          </a:xfrm>
        </p:grpSpPr>
        <p:sp>
          <p:nvSpPr>
            <p:cNvPr id="1223" name="Google Shape;1223;p47">
              <a:extLst>
                <a:ext uri="{FF2B5EF4-FFF2-40B4-BE49-F238E27FC236}">
                  <a16:creationId xmlns:a16="http://schemas.microsoft.com/office/drawing/2014/main" id="{C4F444FB-52E0-715F-54E1-4AFA9D840224}"/>
                </a:ext>
              </a:extLst>
            </p:cNvPr>
            <p:cNvSpPr/>
            <p:nvPr/>
          </p:nvSpPr>
          <p:spPr>
            <a:xfrm rot="-1002475">
              <a:off x="1255753" y="2656719"/>
              <a:ext cx="1316828" cy="1400943"/>
            </a:xfrm>
            <a:custGeom>
              <a:avLst/>
              <a:gdLst/>
              <a:ahLst/>
              <a:cxnLst/>
              <a:rect l="l" t="t" r="r" b="b"/>
              <a:pathLst>
                <a:path w="33267" h="35392" extrusionOk="0">
                  <a:moveTo>
                    <a:pt x="16501" y="1"/>
                  </a:moveTo>
                  <a:cubicBezTo>
                    <a:pt x="15873" y="110"/>
                    <a:pt x="14762" y="293"/>
                    <a:pt x="14762" y="293"/>
                  </a:cubicBezTo>
                  <a:cubicBezTo>
                    <a:pt x="12749" y="761"/>
                    <a:pt x="10902" y="1778"/>
                    <a:pt x="9405" y="3270"/>
                  </a:cubicBezTo>
                  <a:cubicBezTo>
                    <a:pt x="7289" y="5379"/>
                    <a:pt x="6118" y="8189"/>
                    <a:pt x="6108" y="11183"/>
                  </a:cubicBezTo>
                  <a:cubicBezTo>
                    <a:pt x="6102" y="13317"/>
                    <a:pt x="6696" y="15394"/>
                    <a:pt x="7829" y="17192"/>
                  </a:cubicBezTo>
                  <a:cubicBezTo>
                    <a:pt x="8647" y="18490"/>
                    <a:pt x="9079" y="19998"/>
                    <a:pt x="9079" y="21552"/>
                  </a:cubicBezTo>
                  <a:lnTo>
                    <a:pt x="9079" y="24669"/>
                  </a:lnTo>
                  <a:lnTo>
                    <a:pt x="9118" y="25929"/>
                  </a:lnTo>
                  <a:lnTo>
                    <a:pt x="9079" y="26273"/>
                  </a:lnTo>
                  <a:lnTo>
                    <a:pt x="9079" y="28907"/>
                  </a:lnTo>
                  <a:cubicBezTo>
                    <a:pt x="9079" y="29271"/>
                    <a:pt x="8783" y="29566"/>
                    <a:pt x="8418" y="29566"/>
                  </a:cubicBezTo>
                  <a:lnTo>
                    <a:pt x="5260" y="29566"/>
                  </a:lnTo>
                  <a:cubicBezTo>
                    <a:pt x="2360" y="29566"/>
                    <a:pt x="1" y="31925"/>
                    <a:pt x="1" y="34825"/>
                  </a:cubicBezTo>
                  <a:cubicBezTo>
                    <a:pt x="1" y="35137"/>
                    <a:pt x="254" y="35392"/>
                    <a:pt x="568" y="35392"/>
                  </a:cubicBezTo>
                  <a:cubicBezTo>
                    <a:pt x="881" y="35392"/>
                    <a:pt x="1134" y="35137"/>
                    <a:pt x="1134" y="34825"/>
                  </a:cubicBezTo>
                  <a:lnTo>
                    <a:pt x="1134" y="34824"/>
                  </a:lnTo>
                  <a:lnTo>
                    <a:pt x="32132" y="34824"/>
                  </a:lnTo>
                  <a:cubicBezTo>
                    <a:pt x="32132" y="35137"/>
                    <a:pt x="32386" y="35392"/>
                    <a:pt x="32700" y="35392"/>
                  </a:cubicBezTo>
                  <a:cubicBezTo>
                    <a:pt x="33012" y="35392"/>
                    <a:pt x="33266" y="35137"/>
                    <a:pt x="33266" y="34824"/>
                  </a:cubicBezTo>
                  <a:cubicBezTo>
                    <a:pt x="33266" y="33420"/>
                    <a:pt x="32719" y="32099"/>
                    <a:pt x="31726" y="31107"/>
                  </a:cubicBezTo>
                  <a:cubicBezTo>
                    <a:pt x="30734" y="30114"/>
                    <a:pt x="29413" y="29567"/>
                    <a:pt x="28007" y="29567"/>
                  </a:cubicBezTo>
                  <a:lnTo>
                    <a:pt x="20189" y="29567"/>
                  </a:lnTo>
                  <a:cubicBezTo>
                    <a:pt x="19825" y="29567"/>
                    <a:pt x="19528" y="29271"/>
                    <a:pt x="19528" y="28907"/>
                  </a:cubicBezTo>
                  <a:lnTo>
                    <a:pt x="19528" y="25916"/>
                  </a:lnTo>
                  <a:cubicBezTo>
                    <a:pt x="19528" y="25553"/>
                    <a:pt x="19825" y="25256"/>
                    <a:pt x="20189" y="25256"/>
                  </a:cubicBezTo>
                  <a:cubicBezTo>
                    <a:pt x="20502" y="25256"/>
                    <a:pt x="20756" y="25003"/>
                    <a:pt x="20756" y="24689"/>
                  </a:cubicBezTo>
                  <a:lnTo>
                    <a:pt x="22273" y="24689"/>
                  </a:lnTo>
                  <a:cubicBezTo>
                    <a:pt x="22273" y="25003"/>
                    <a:pt x="22527" y="25256"/>
                    <a:pt x="22840" y="25256"/>
                  </a:cubicBezTo>
                  <a:lnTo>
                    <a:pt x="24457" y="25256"/>
                  </a:lnTo>
                  <a:cubicBezTo>
                    <a:pt x="26005" y="25256"/>
                    <a:pt x="27282" y="24094"/>
                    <a:pt x="27428" y="22553"/>
                  </a:cubicBezTo>
                  <a:lnTo>
                    <a:pt x="27777" y="18874"/>
                  </a:lnTo>
                  <a:lnTo>
                    <a:pt x="28243" y="18874"/>
                  </a:lnTo>
                  <a:cubicBezTo>
                    <a:pt x="28800" y="18874"/>
                    <a:pt x="29307" y="18590"/>
                    <a:pt x="29600" y="18115"/>
                  </a:cubicBezTo>
                  <a:cubicBezTo>
                    <a:pt x="29891" y="17639"/>
                    <a:pt x="29914" y="17059"/>
                    <a:pt x="29663" y="16563"/>
                  </a:cubicBezTo>
                  <a:lnTo>
                    <a:pt x="28544" y="14356"/>
                  </a:lnTo>
                  <a:lnTo>
                    <a:pt x="28546" y="11219"/>
                  </a:lnTo>
                  <a:cubicBezTo>
                    <a:pt x="28546" y="5964"/>
                    <a:pt x="24928" y="1470"/>
                    <a:pt x="20024" y="330"/>
                  </a:cubicBezTo>
                  <a:cubicBezTo>
                    <a:pt x="18622" y="4"/>
                    <a:pt x="19051" y="233"/>
                    <a:pt x="18416" y="58"/>
                  </a:cubicBezTo>
                  <a:cubicBezTo>
                    <a:pt x="18414" y="58"/>
                    <a:pt x="18412" y="59"/>
                    <a:pt x="18409" y="59"/>
                  </a:cubicBezTo>
                  <a:cubicBezTo>
                    <a:pt x="18347" y="59"/>
                    <a:pt x="18049" y="1"/>
                    <a:pt x="18007" y="1"/>
                  </a:cubicBezTo>
                  <a:close/>
                </a:path>
              </a:pathLst>
            </a:custGeom>
            <a:solidFill>
              <a:schemeClr val="accent2"/>
            </a:solidFill>
            <a:ln w="114300" cap="flat" cmpd="sng">
              <a:solidFill>
                <a:schemeClr val="accent2"/>
              </a:solidFill>
              <a:prstDash val="solid"/>
              <a:round/>
              <a:headEnd type="none" w="sm" len="sm"/>
              <a:tailEnd type="none" w="sm" len="sm"/>
            </a:ln>
            <a:effectLst>
              <a:outerShdw dist="76200" dir="1800000" algn="bl" rotWithShape="0">
                <a:schemeClr val="lt2"/>
              </a:outerShdw>
            </a:effectLst>
          </p:spPr>
          <p:txBody>
            <a:bodyPr spcFirstLastPara="1" wrap="square" lIns="91425" tIns="91425" rIns="91425" bIns="91425" anchor="ctr" anchorCtr="0">
              <a:noAutofit/>
            </a:bodyPr>
            <a:lstStyle/>
            <a:p>
              <a:pPr marL="0" marR="0" lvl="0" indent="0" algn="l" rtl="0">
                <a:lnSpc>
                  <a:spcPct val="100000"/>
                </a:lnSpc>
                <a:spcBef>
                  <a:spcPts val="0"/>
                </a:spcBef>
                <a:spcAft>
                  <a:spcPts val="0"/>
                </a:spcAft>
                <a:buNone/>
              </a:pPr>
              <a:endParaRPr/>
            </a:p>
          </p:txBody>
        </p:sp>
        <p:sp>
          <p:nvSpPr>
            <p:cNvPr id="1224" name="Google Shape;1224;p47">
              <a:extLst>
                <a:ext uri="{FF2B5EF4-FFF2-40B4-BE49-F238E27FC236}">
                  <a16:creationId xmlns:a16="http://schemas.microsoft.com/office/drawing/2014/main" id="{F74D45B6-E69A-8061-4A39-8E6D9ADD5647}"/>
                </a:ext>
              </a:extLst>
            </p:cNvPr>
            <p:cNvSpPr/>
            <p:nvPr/>
          </p:nvSpPr>
          <p:spPr>
            <a:xfrm rot="-1002475">
              <a:off x="1278198" y="2679168"/>
              <a:ext cx="1271901" cy="1356055"/>
            </a:xfrm>
            <a:custGeom>
              <a:avLst/>
              <a:gdLst/>
              <a:ahLst/>
              <a:cxnLst/>
              <a:rect l="l" t="t" r="r" b="b"/>
              <a:pathLst>
                <a:path w="32132" h="34258" extrusionOk="0">
                  <a:moveTo>
                    <a:pt x="16761" y="0"/>
                  </a:moveTo>
                  <a:cubicBezTo>
                    <a:pt x="10884" y="0"/>
                    <a:pt x="6127" y="4741"/>
                    <a:pt x="6108" y="10618"/>
                  </a:cubicBezTo>
                  <a:cubicBezTo>
                    <a:pt x="6102" y="12715"/>
                    <a:pt x="6701" y="14672"/>
                    <a:pt x="7741" y="16323"/>
                  </a:cubicBezTo>
                  <a:cubicBezTo>
                    <a:pt x="8620" y="17718"/>
                    <a:pt x="9079" y="19337"/>
                    <a:pt x="9079" y="20986"/>
                  </a:cubicBezTo>
                  <a:lnTo>
                    <a:pt x="9079" y="28340"/>
                  </a:lnTo>
                  <a:cubicBezTo>
                    <a:pt x="9079" y="29017"/>
                    <a:pt x="8529" y="29567"/>
                    <a:pt x="7851" y="29567"/>
                  </a:cubicBezTo>
                  <a:lnTo>
                    <a:pt x="4693" y="29567"/>
                  </a:lnTo>
                  <a:cubicBezTo>
                    <a:pt x="2101" y="29567"/>
                    <a:pt x="1" y="31667"/>
                    <a:pt x="1" y="34258"/>
                  </a:cubicBezTo>
                  <a:lnTo>
                    <a:pt x="32131" y="34258"/>
                  </a:lnTo>
                  <a:cubicBezTo>
                    <a:pt x="32131" y="31667"/>
                    <a:pt x="30032" y="29567"/>
                    <a:pt x="27440" y="29567"/>
                  </a:cubicBezTo>
                  <a:lnTo>
                    <a:pt x="19622" y="29567"/>
                  </a:lnTo>
                  <a:cubicBezTo>
                    <a:pt x="18944" y="29567"/>
                    <a:pt x="18395" y="29017"/>
                    <a:pt x="18395" y="28339"/>
                  </a:cubicBezTo>
                  <a:lnTo>
                    <a:pt x="18395" y="25349"/>
                  </a:lnTo>
                  <a:cubicBezTo>
                    <a:pt x="18395" y="24671"/>
                    <a:pt x="18944" y="24122"/>
                    <a:pt x="19622" y="24122"/>
                  </a:cubicBezTo>
                  <a:lnTo>
                    <a:pt x="23890" y="24122"/>
                  </a:lnTo>
                  <a:cubicBezTo>
                    <a:pt x="25137" y="24122"/>
                    <a:pt x="26179" y="23174"/>
                    <a:pt x="26297" y="21933"/>
                  </a:cubicBezTo>
                  <a:lnTo>
                    <a:pt x="26694" y="17739"/>
                  </a:lnTo>
                  <a:lnTo>
                    <a:pt x="27676" y="17739"/>
                  </a:lnTo>
                  <a:cubicBezTo>
                    <a:pt x="28440" y="17739"/>
                    <a:pt x="28935" y="16934"/>
                    <a:pt x="28590" y="16252"/>
                  </a:cubicBezTo>
                  <a:lnTo>
                    <a:pt x="27410" y="13924"/>
                  </a:lnTo>
                  <a:lnTo>
                    <a:pt x="27412" y="10652"/>
                  </a:lnTo>
                  <a:cubicBezTo>
                    <a:pt x="27412" y="4770"/>
                    <a:pt x="22643" y="1"/>
                    <a:pt x="16761"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25" name="Google Shape;1225;p47">
              <a:extLst>
                <a:ext uri="{FF2B5EF4-FFF2-40B4-BE49-F238E27FC236}">
                  <a16:creationId xmlns:a16="http://schemas.microsoft.com/office/drawing/2014/main" id="{D474BA63-3237-4D3D-1C70-CFBB88C0BCBA}"/>
                </a:ext>
              </a:extLst>
            </p:cNvPr>
            <p:cNvSpPr/>
            <p:nvPr/>
          </p:nvSpPr>
          <p:spPr>
            <a:xfrm rot="-1002475">
              <a:off x="1517787" y="2809192"/>
              <a:ext cx="566046" cy="422120"/>
            </a:xfrm>
            <a:custGeom>
              <a:avLst/>
              <a:gdLst/>
              <a:ahLst/>
              <a:cxnLst/>
              <a:rect l="l" t="t" r="r" b="b"/>
              <a:pathLst>
                <a:path w="14300" h="10664" extrusionOk="0">
                  <a:moveTo>
                    <a:pt x="7108" y="1"/>
                  </a:moveTo>
                  <a:cubicBezTo>
                    <a:pt x="3183" y="1"/>
                    <a:pt x="0" y="3182"/>
                    <a:pt x="0" y="7109"/>
                  </a:cubicBezTo>
                  <a:lnTo>
                    <a:pt x="0" y="9508"/>
                  </a:lnTo>
                  <a:cubicBezTo>
                    <a:pt x="0" y="10145"/>
                    <a:pt x="517" y="10663"/>
                    <a:pt x="1156" y="10663"/>
                  </a:cubicBezTo>
                  <a:lnTo>
                    <a:pt x="2112" y="10663"/>
                  </a:lnTo>
                  <a:cubicBezTo>
                    <a:pt x="2499" y="10663"/>
                    <a:pt x="2860" y="10469"/>
                    <a:pt x="3074" y="10148"/>
                  </a:cubicBezTo>
                  <a:lnTo>
                    <a:pt x="3929" y="8864"/>
                  </a:lnTo>
                  <a:lnTo>
                    <a:pt x="9030" y="8864"/>
                  </a:lnTo>
                  <a:cubicBezTo>
                    <a:pt x="10564" y="8864"/>
                    <a:pt x="11809" y="7620"/>
                    <a:pt x="11809" y="6085"/>
                  </a:cubicBezTo>
                  <a:cubicBezTo>
                    <a:pt x="13184" y="6085"/>
                    <a:pt x="14300" y="4969"/>
                    <a:pt x="14300" y="3594"/>
                  </a:cubicBezTo>
                  <a:cubicBezTo>
                    <a:pt x="14300" y="1609"/>
                    <a:pt x="12691" y="1"/>
                    <a:pt x="10707"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26" name="Google Shape;1226;p47">
              <a:extLst>
                <a:ext uri="{FF2B5EF4-FFF2-40B4-BE49-F238E27FC236}">
                  <a16:creationId xmlns:a16="http://schemas.microsoft.com/office/drawing/2014/main" id="{9ECD5112-AEC0-4B58-C530-FA2A61B527D4}"/>
                </a:ext>
              </a:extLst>
            </p:cNvPr>
            <p:cNvSpPr/>
            <p:nvPr/>
          </p:nvSpPr>
          <p:spPr>
            <a:xfrm rot="-1002475">
              <a:off x="2105720" y="3486731"/>
              <a:ext cx="588727" cy="446107"/>
            </a:xfrm>
            <a:custGeom>
              <a:avLst/>
              <a:gdLst/>
              <a:ahLst/>
              <a:cxnLst/>
              <a:rect l="l" t="t" r="r" b="b"/>
              <a:pathLst>
                <a:path w="14873" h="11270" extrusionOk="0">
                  <a:moveTo>
                    <a:pt x="1795" y="1"/>
                  </a:moveTo>
                  <a:cubicBezTo>
                    <a:pt x="805" y="1"/>
                    <a:pt x="1" y="805"/>
                    <a:pt x="1" y="1794"/>
                  </a:cubicBezTo>
                  <a:lnTo>
                    <a:pt x="1" y="4785"/>
                  </a:lnTo>
                  <a:cubicBezTo>
                    <a:pt x="1" y="5774"/>
                    <a:pt x="805" y="6578"/>
                    <a:pt x="1795" y="6578"/>
                  </a:cubicBezTo>
                  <a:lnTo>
                    <a:pt x="9613" y="6578"/>
                  </a:lnTo>
                  <a:cubicBezTo>
                    <a:pt x="10716" y="6578"/>
                    <a:pt x="11751" y="7008"/>
                    <a:pt x="12531" y="7787"/>
                  </a:cubicBezTo>
                  <a:cubicBezTo>
                    <a:pt x="13309" y="8565"/>
                    <a:pt x="13739" y="9601"/>
                    <a:pt x="13739" y="10703"/>
                  </a:cubicBezTo>
                  <a:cubicBezTo>
                    <a:pt x="13739" y="11016"/>
                    <a:pt x="13992" y="11270"/>
                    <a:pt x="14306" y="11270"/>
                  </a:cubicBezTo>
                  <a:cubicBezTo>
                    <a:pt x="14619" y="11270"/>
                    <a:pt x="14872" y="11016"/>
                    <a:pt x="14872" y="10703"/>
                  </a:cubicBezTo>
                  <a:cubicBezTo>
                    <a:pt x="14872" y="9297"/>
                    <a:pt x="14325" y="7977"/>
                    <a:pt x="13332" y="6985"/>
                  </a:cubicBezTo>
                  <a:cubicBezTo>
                    <a:pt x="12339" y="5992"/>
                    <a:pt x="11019" y="5445"/>
                    <a:pt x="9613" y="5445"/>
                  </a:cubicBezTo>
                  <a:lnTo>
                    <a:pt x="1795" y="5445"/>
                  </a:lnTo>
                  <a:cubicBezTo>
                    <a:pt x="1431" y="5445"/>
                    <a:pt x="1134" y="5149"/>
                    <a:pt x="1134" y="4785"/>
                  </a:cubicBezTo>
                  <a:lnTo>
                    <a:pt x="1134" y="1794"/>
                  </a:lnTo>
                  <a:cubicBezTo>
                    <a:pt x="1134" y="1431"/>
                    <a:pt x="1431" y="1134"/>
                    <a:pt x="1795" y="1134"/>
                  </a:cubicBezTo>
                  <a:cubicBezTo>
                    <a:pt x="2108" y="1134"/>
                    <a:pt x="2362" y="881"/>
                    <a:pt x="2362" y="567"/>
                  </a:cubicBezTo>
                  <a:cubicBezTo>
                    <a:pt x="2362" y="254"/>
                    <a:pt x="2108" y="1"/>
                    <a:pt x="179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27" name="Google Shape;1227;p47">
              <a:extLst>
                <a:ext uri="{FF2B5EF4-FFF2-40B4-BE49-F238E27FC236}">
                  <a16:creationId xmlns:a16="http://schemas.microsoft.com/office/drawing/2014/main" id="{F70B60A9-4CEB-E52E-EC92-7509356405BE}"/>
                </a:ext>
              </a:extLst>
            </p:cNvPr>
            <p:cNvSpPr/>
            <p:nvPr/>
          </p:nvSpPr>
          <p:spPr>
            <a:xfrm rot="-1002475">
              <a:off x="1258555" y="2675798"/>
              <a:ext cx="1184104" cy="1400943"/>
            </a:xfrm>
            <a:custGeom>
              <a:avLst/>
              <a:gdLst/>
              <a:ahLst/>
              <a:cxnLst/>
              <a:rect l="l" t="t" r="r" b="b"/>
              <a:pathLst>
                <a:path w="29914" h="35392" extrusionOk="0">
                  <a:moveTo>
                    <a:pt x="16501" y="1"/>
                  </a:moveTo>
                  <a:cubicBezTo>
                    <a:pt x="15873" y="110"/>
                    <a:pt x="14762" y="294"/>
                    <a:pt x="14760" y="294"/>
                  </a:cubicBezTo>
                  <a:cubicBezTo>
                    <a:pt x="12748" y="761"/>
                    <a:pt x="10901" y="1778"/>
                    <a:pt x="9404" y="3270"/>
                  </a:cubicBezTo>
                  <a:cubicBezTo>
                    <a:pt x="7288" y="5380"/>
                    <a:pt x="6118" y="8190"/>
                    <a:pt x="6108" y="11184"/>
                  </a:cubicBezTo>
                  <a:cubicBezTo>
                    <a:pt x="6101" y="13318"/>
                    <a:pt x="6696" y="15395"/>
                    <a:pt x="7829" y="17192"/>
                  </a:cubicBezTo>
                  <a:cubicBezTo>
                    <a:pt x="8647" y="18491"/>
                    <a:pt x="9078" y="19998"/>
                    <a:pt x="9078" y="21553"/>
                  </a:cubicBezTo>
                  <a:lnTo>
                    <a:pt x="9078" y="24671"/>
                  </a:lnTo>
                  <a:lnTo>
                    <a:pt x="9117" y="25929"/>
                  </a:lnTo>
                  <a:lnTo>
                    <a:pt x="9078" y="26273"/>
                  </a:lnTo>
                  <a:lnTo>
                    <a:pt x="9078" y="28907"/>
                  </a:lnTo>
                  <a:cubicBezTo>
                    <a:pt x="9078" y="29271"/>
                    <a:pt x="8783" y="29567"/>
                    <a:pt x="8418" y="29567"/>
                  </a:cubicBezTo>
                  <a:lnTo>
                    <a:pt x="5259" y="29567"/>
                  </a:lnTo>
                  <a:cubicBezTo>
                    <a:pt x="2359" y="29567"/>
                    <a:pt x="1" y="31926"/>
                    <a:pt x="1" y="34825"/>
                  </a:cubicBezTo>
                  <a:cubicBezTo>
                    <a:pt x="1" y="35138"/>
                    <a:pt x="254" y="35392"/>
                    <a:pt x="568" y="35392"/>
                  </a:cubicBezTo>
                  <a:cubicBezTo>
                    <a:pt x="881" y="35392"/>
                    <a:pt x="1134" y="35138"/>
                    <a:pt x="1134" y="34825"/>
                  </a:cubicBezTo>
                  <a:cubicBezTo>
                    <a:pt x="1134" y="32551"/>
                    <a:pt x="2984" y="30700"/>
                    <a:pt x="5259" y="30700"/>
                  </a:cubicBezTo>
                  <a:lnTo>
                    <a:pt x="8418" y="30700"/>
                  </a:lnTo>
                  <a:cubicBezTo>
                    <a:pt x="9407" y="30700"/>
                    <a:pt x="10213" y="29896"/>
                    <a:pt x="10213" y="28907"/>
                  </a:cubicBezTo>
                  <a:lnTo>
                    <a:pt x="10213" y="27408"/>
                  </a:lnTo>
                  <a:lnTo>
                    <a:pt x="10213" y="25804"/>
                  </a:lnTo>
                  <a:lnTo>
                    <a:pt x="10213" y="21553"/>
                  </a:lnTo>
                  <a:cubicBezTo>
                    <a:pt x="10213" y="19785"/>
                    <a:pt x="9719" y="18068"/>
                    <a:pt x="8787" y="16587"/>
                  </a:cubicBezTo>
                  <a:cubicBezTo>
                    <a:pt x="7770" y="14973"/>
                    <a:pt x="7236" y="13105"/>
                    <a:pt x="7242" y="11187"/>
                  </a:cubicBezTo>
                  <a:cubicBezTo>
                    <a:pt x="7250" y="8496"/>
                    <a:pt x="8303" y="5970"/>
                    <a:pt x="10204" y="4074"/>
                  </a:cubicBezTo>
                  <a:cubicBezTo>
                    <a:pt x="12105" y="2181"/>
                    <a:pt x="14630" y="1137"/>
                    <a:pt x="17318" y="1134"/>
                  </a:cubicBezTo>
                  <a:lnTo>
                    <a:pt x="17337" y="1134"/>
                  </a:lnTo>
                  <a:cubicBezTo>
                    <a:pt x="22893" y="1140"/>
                    <a:pt x="27411" y="5662"/>
                    <a:pt x="27411" y="11219"/>
                  </a:cubicBezTo>
                  <a:lnTo>
                    <a:pt x="27409" y="14491"/>
                  </a:lnTo>
                  <a:cubicBezTo>
                    <a:pt x="27409" y="14580"/>
                    <a:pt x="27430" y="14668"/>
                    <a:pt x="27471" y="14748"/>
                  </a:cubicBezTo>
                  <a:lnTo>
                    <a:pt x="28651" y="17076"/>
                  </a:lnTo>
                  <a:cubicBezTo>
                    <a:pt x="28755" y="17282"/>
                    <a:pt x="28673" y="17456"/>
                    <a:pt x="28633" y="17522"/>
                  </a:cubicBezTo>
                  <a:cubicBezTo>
                    <a:pt x="28593" y="17587"/>
                    <a:pt x="28474" y="17740"/>
                    <a:pt x="28242" y="17740"/>
                  </a:cubicBezTo>
                  <a:lnTo>
                    <a:pt x="27261" y="17740"/>
                  </a:lnTo>
                  <a:cubicBezTo>
                    <a:pt x="26969" y="17740"/>
                    <a:pt x="26724" y="17963"/>
                    <a:pt x="26697" y="18254"/>
                  </a:cubicBezTo>
                  <a:lnTo>
                    <a:pt x="26299" y="22446"/>
                  </a:lnTo>
                  <a:cubicBezTo>
                    <a:pt x="26209" y="23402"/>
                    <a:pt x="25417" y="24123"/>
                    <a:pt x="24457" y="24123"/>
                  </a:cubicBezTo>
                  <a:lnTo>
                    <a:pt x="22840" y="24123"/>
                  </a:lnTo>
                  <a:cubicBezTo>
                    <a:pt x="22526" y="24123"/>
                    <a:pt x="22273" y="24377"/>
                    <a:pt x="22273" y="24689"/>
                  </a:cubicBezTo>
                  <a:cubicBezTo>
                    <a:pt x="22273" y="25003"/>
                    <a:pt x="22526" y="25257"/>
                    <a:pt x="22840" y="25257"/>
                  </a:cubicBezTo>
                  <a:lnTo>
                    <a:pt x="24457" y="25257"/>
                  </a:lnTo>
                  <a:cubicBezTo>
                    <a:pt x="26005" y="25257"/>
                    <a:pt x="27282" y="24094"/>
                    <a:pt x="27428" y="22553"/>
                  </a:cubicBezTo>
                  <a:lnTo>
                    <a:pt x="27777" y="18874"/>
                  </a:lnTo>
                  <a:lnTo>
                    <a:pt x="28242" y="18874"/>
                  </a:lnTo>
                  <a:cubicBezTo>
                    <a:pt x="28800" y="18874"/>
                    <a:pt x="29307" y="18590"/>
                    <a:pt x="29600" y="18115"/>
                  </a:cubicBezTo>
                  <a:cubicBezTo>
                    <a:pt x="29891" y="17639"/>
                    <a:pt x="29914" y="17060"/>
                    <a:pt x="29661" y="16563"/>
                  </a:cubicBezTo>
                  <a:lnTo>
                    <a:pt x="28544" y="14356"/>
                  </a:lnTo>
                  <a:lnTo>
                    <a:pt x="28546" y="11219"/>
                  </a:lnTo>
                  <a:cubicBezTo>
                    <a:pt x="28546" y="5964"/>
                    <a:pt x="24928" y="1470"/>
                    <a:pt x="20024" y="330"/>
                  </a:cubicBezTo>
                  <a:cubicBezTo>
                    <a:pt x="18622" y="4"/>
                    <a:pt x="19051" y="234"/>
                    <a:pt x="18416" y="58"/>
                  </a:cubicBezTo>
                  <a:cubicBezTo>
                    <a:pt x="18414" y="58"/>
                    <a:pt x="18412" y="59"/>
                    <a:pt x="18409" y="59"/>
                  </a:cubicBezTo>
                  <a:cubicBezTo>
                    <a:pt x="18347" y="59"/>
                    <a:pt x="18049" y="1"/>
                    <a:pt x="18007"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28" name="Google Shape;1228;p47">
              <a:extLst>
                <a:ext uri="{FF2B5EF4-FFF2-40B4-BE49-F238E27FC236}">
                  <a16:creationId xmlns:a16="http://schemas.microsoft.com/office/drawing/2014/main" id="{A5D364E0-F44E-1268-554A-135AC12774FE}"/>
                </a:ext>
              </a:extLst>
            </p:cNvPr>
            <p:cNvSpPr/>
            <p:nvPr/>
          </p:nvSpPr>
          <p:spPr>
            <a:xfrm rot="-1002475">
              <a:off x="1495332" y="2786710"/>
              <a:ext cx="610933" cy="467007"/>
            </a:xfrm>
            <a:custGeom>
              <a:avLst/>
              <a:gdLst/>
              <a:ahLst/>
              <a:cxnLst/>
              <a:rect l="l" t="t" r="r" b="b"/>
              <a:pathLst>
                <a:path w="15434" h="11798" extrusionOk="0">
                  <a:moveTo>
                    <a:pt x="9688" y="1"/>
                  </a:moveTo>
                  <a:cubicBezTo>
                    <a:pt x="9374" y="1"/>
                    <a:pt x="9121" y="254"/>
                    <a:pt x="9121" y="568"/>
                  </a:cubicBezTo>
                  <a:cubicBezTo>
                    <a:pt x="9121" y="881"/>
                    <a:pt x="9374" y="1134"/>
                    <a:pt x="9688" y="1134"/>
                  </a:cubicBezTo>
                  <a:lnTo>
                    <a:pt x="11274" y="1134"/>
                  </a:lnTo>
                  <a:cubicBezTo>
                    <a:pt x="12943" y="1134"/>
                    <a:pt x="14300" y="2492"/>
                    <a:pt x="14300" y="4161"/>
                  </a:cubicBezTo>
                  <a:cubicBezTo>
                    <a:pt x="14300" y="5030"/>
                    <a:pt x="13721" y="5767"/>
                    <a:pt x="12928" y="6005"/>
                  </a:cubicBezTo>
                  <a:cubicBezTo>
                    <a:pt x="12879" y="5505"/>
                    <a:pt x="12725" y="4834"/>
                    <a:pt x="12287" y="4314"/>
                  </a:cubicBezTo>
                  <a:cubicBezTo>
                    <a:pt x="12486" y="3967"/>
                    <a:pt x="12579" y="3582"/>
                    <a:pt x="12560" y="3174"/>
                  </a:cubicBezTo>
                  <a:cubicBezTo>
                    <a:pt x="12547" y="2870"/>
                    <a:pt x="12299" y="2633"/>
                    <a:pt x="11995" y="2633"/>
                  </a:cubicBezTo>
                  <a:cubicBezTo>
                    <a:pt x="11986" y="2633"/>
                    <a:pt x="11977" y="2633"/>
                    <a:pt x="11968" y="2633"/>
                  </a:cubicBezTo>
                  <a:cubicBezTo>
                    <a:pt x="11655" y="2648"/>
                    <a:pt x="11413" y="2913"/>
                    <a:pt x="11428" y="3225"/>
                  </a:cubicBezTo>
                  <a:cubicBezTo>
                    <a:pt x="11443" y="3572"/>
                    <a:pt x="11289" y="3872"/>
                    <a:pt x="10956" y="4140"/>
                  </a:cubicBezTo>
                  <a:cubicBezTo>
                    <a:pt x="10668" y="4372"/>
                    <a:pt x="10358" y="4483"/>
                    <a:pt x="10348" y="4487"/>
                  </a:cubicBezTo>
                  <a:cubicBezTo>
                    <a:pt x="10052" y="4588"/>
                    <a:pt x="9894" y="4909"/>
                    <a:pt x="9994" y="5204"/>
                  </a:cubicBezTo>
                  <a:cubicBezTo>
                    <a:pt x="10073" y="5441"/>
                    <a:pt x="10294" y="5591"/>
                    <a:pt x="10531" y="5591"/>
                  </a:cubicBezTo>
                  <a:cubicBezTo>
                    <a:pt x="10591" y="5591"/>
                    <a:pt x="10651" y="5581"/>
                    <a:pt x="10712" y="5560"/>
                  </a:cubicBezTo>
                  <a:cubicBezTo>
                    <a:pt x="10755" y="5546"/>
                    <a:pt x="11110" y="5421"/>
                    <a:pt x="11498" y="5150"/>
                  </a:cubicBezTo>
                  <a:cubicBezTo>
                    <a:pt x="11809" y="5617"/>
                    <a:pt x="11834" y="6323"/>
                    <a:pt x="11810" y="6602"/>
                  </a:cubicBezTo>
                  <a:cubicBezTo>
                    <a:pt x="11810" y="6610"/>
                    <a:pt x="11810" y="6617"/>
                    <a:pt x="11809" y="6626"/>
                  </a:cubicBezTo>
                  <a:cubicBezTo>
                    <a:pt x="11809" y="6634"/>
                    <a:pt x="11808" y="6644"/>
                    <a:pt x="11808" y="6653"/>
                  </a:cubicBezTo>
                  <a:cubicBezTo>
                    <a:pt x="11808" y="7872"/>
                    <a:pt x="10816" y="8864"/>
                    <a:pt x="9597" y="8864"/>
                  </a:cubicBezTo>
                  <a:lnTo>
                    <a:pt x="4495" y="8864"/>
                  </a:lnTo>
                  <a:cubicBezTo>
                    <a:pt x="4305" y="8864"/>
                    <a:pt x="4128" y="8960"/>
                    <a:pt x="4023" y="9118"/>
                  </a:cubicBezTo>
                  <a:lnTo>
                    <a:pt x="3168" y="10401"/>
                  </a:lnTo>
                  <a:cubicBezTo>
                    <a:pt x="3058" y="10566"/>
                    <a:pt x="2876" y="10663"/>
                    <a:pt x="2678" y="10663"/>
                  </a:cubicBezTo>
                  <a:lnTo>
                    <a:pt x="1722" y="10663"/>
                  </a:lnTo>
                  <a:cubicBezTo>
                    <a:pt x="1397" y="10663"/>
                    <a:pt x="1133" y="10399"/>
                    <a:pt x="1133" y="10076"/>
                  </a:cubicBezTo>
                  <a:lnTo>
                    <a:pt x="1133" y="7677"/>
                  </a:lnTo>
                  <a:cubicBezTo>
                    <a:pt x="1133" y="6032"/>
                    <a:pt x="1746" y="4459"/>
                    <a:pt x="2858" y="3249"/>
                  </a:cubicBezTo>
                  <a:cubicBezTo>
                    <a:pt x="3964" y="2047"/>
                    <a:pt x="5466" y="1305"/>
                    <a:pt x="7085" y="1160"/>
                  </a:cubicBezTo>
                  <a:cubicBezTo>
                    <a:pt x="7399" y="1133"/>
                    <a:pt x="7628" y="858"/>
                    <a:pt x="7601" y="547"/>
                  </a:cubicBezTo>
                  <a:cubicBezTo>
                    <a:pt x="7574" y="252"/>
                    <a:pt x="7328" y="30"/>
                    <a:pt x="7039" y="30"/>
                  </a:cubicBezTo>
                  <a:cubicBezTo>
                    <a:pt x="7022" y="30"/>
                    <a:pt x="7004" y="31"/>
                    <a:pt x="6986" y="32"/>
                  </a:cubicBezTo>
                  <a:cubicBezTo>
                    <a:pt x="5084" y="201"/>
                    <a:pt x="3321" y="1071"/>
                    <a:pt x="2025" y="2483"/>
                  </a:cubicBezTo>
                  <a:cubicBezTo>
                    <a:pt x="719" y="3902"/>
                    <a:pt x="1" y="5747"/>
                    <a:pt x="1" y="7677"/>
                  </a:cubicBezTo>
                  <a:lnTo>
                    <a:pt x="1" y="10076"/>
                  </a:lnTo>
                  <a:cubicBezTo>
                    <a:pt x="1" y="11025"/>
                    <a:pt x="773" y="11798"/>
                    <a:pt x="1722" y="11798"/>
                  </a:cubicBezTo>
                  <a:lnTo>
                    <a:pt x="2679" y="11798"/>
                  </a:lnTo>
                  <a:cubicBezTo>
                    <a:pt x="3256" y="11798"/>
                    <a:pt x="3793" y="11511"/>
                    <a:pt x="4112" y="11030"/>
                  </a:cubicBezTo>
                  <a:lnTo>
                    <a:pt x="4800" y="9999"/>
                  </a:lnTo>
                  <a:lnTo>
                    <a:pt x="9597" y="9999"/>
                  </a:lnTo>
                  <a:cubicBezTo>
                    <a:pt x="11264" y="9999"/>
                    <a:pt x="12650" y="8772"/>
                    <a:pt x="12902" y="7175"/>
                  </a:cubicBezTo>
                  <a:cubicBezTo>
                    <a:pt x="14338" y="6924"/>
                    <a:pt x="15434" y="5668"/>
                    <a:pt x="15434" y="4162"/>
                  </a:cubicBezTo>
                  <a:cubicBezTo>
                    <a:pt x="15434" y="1868"/>
                    <a:pt x="13568" y="1"/>
                    <a:pt x="11274"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29" name="Google Shape;1229;p47">
              <a:extLst>
                <a:ext uri="{FF2B5EF4-FFF2-40B4-BE49-F238E27FC236}">
                  <a16:creationId xmlns:a16="http://schemas.microsoft.com/office/drawing/2014/main" id="{E9E18A1F-E4C1-D065-6441-9468914B81EE}"/>
                </a:ext>
              </a:extLst>
            </p:cNvPr>
            <p:cNvSpPr/>
            <p:nvPr/>
          </p:nvSpPr>
          <p:spPr>
            <a:xfrm rot="-1002475">
              <a:off x="1625186" y="3048514"/>
              <a:ext cx="134822" cy="82453"/>
            </a:xfrm>
            <a:custGeom>
              <a:avLst/>
              <a:gdLst/>
              <a:ahLst/>
              <a:cxnLst/>
              <a:rect l="l" t="t" r="r" b="b"/>
              <a:pathLst>
                <a:path w="3406" h="2083" extrusionOk="0">
                  <a:moveTo>
                    <a:pt x="2760" y="1"/>
                  </a:moveTo>
                  <a:cubicBezTo>
                    <a:pt x="2547" y="1"/>
                    <a:pt x="2344" y="121"/>
                    <a:pt x="2247" y="325"/>
                  </a:cubicBezTo>
                  <a:cubicBezTo>
                    <a:pt x="2098" y="638"/>
                    <a:pt x="1822" y="830"/>
                    <a:pt x="1402" y="911"/>
                  </a:cubicBezTo>
                  <a:cubicBezTo>
                    <a:pt x="1247" y="940"/>
                    <a:pt x="1100" y="949"/>
                    <a:pt x="981" y="949"/>
                  </a:cubicBezTo>
                  <a:cubicBezTo>
                    <a:pt x="817" y="949"/>
                    <a:pt x="706" y="933"/>
                    <a:pt x="701" y="931"/>
                  </a:cubicBezTo>
                  <a:cubicBezTo>
                    <a:pt x="670" y="927"/>
                    <a:pt x="640" y="924"/>
                    <a:pt x="610" y="924"/>
                  </a:cubicBezTo>
                  <a:cubicBezTo>
                    <a:pt x="338" y="924"/>
                    <a:pt x="97" y="1121"/>
                    <a:pt x="51" y="1400"/>
                  </a:cubicBezTo>
                  <a:cubicBezTo>
                    <a:pt x="1" y="1708"/>
                    <a:pt x="210" y="2000"/>
                    <a:pt x="519" y="2050"/>
                  </a:cubicBezTo>
                  <a:cubicBezTo>
                    <a:pt x="549" y="2056"/>
                    <a:pt x="726" y="2083"/>
                    <a:pt x="980" y="2083"/>
                  </a:cubicBezTo>
                  <a:cubicBezTo>
                    <a:pt x="1150" y="2083"/>
                    <a:pt x="1354" y="2071"/>
                    <a:pt x="1573" y="2033"/>
                  </a:cubicBezTo>
                  <a:cubicBezTo>
                    <a:pt x="2373" y="1890"/>
                    <a:pt x="2959" y="1468"/>
                    <a:pt x="3272" y="811"/>
                  </a:cubicBezTo>
                  <a:cubicBezTo>
                    <a:pt x="3406" y="528"/>
                    <a:pt x="3285" y="190"/>
                    <a:pt x="3002" y="56"/>
                  </a:cubicBezTo>
                  <a:cubicBezTo>
                    <a:pt x="2924" y="19"/>
                    <a:pt x="2841" y="1"/>
                    <a:pt x="2760"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2" name="AutoShape 2" descr="Output image">
            <a:extLst>
              <a:ext uri="{FF2B5EF4-FFF2-40B4-BE49-F238E27FC236}">
                <a16:creationId xmlns:a16="http://schemas.microsoft.com/office/drawing/2014/main" id="{3DE3FE04-7559-FB9A-2792-3C55D09C1AA2}"/>
              </a:ext>
            </a:extLst>
          </p:cNvPr>
          <p:cNvSpPr>
            <a:spLocks noChangeAspect="1" noChangeArrowheads="1"/>
          </p:cNvSpPr>
          <p:nvPr/>
        </p:nvSpPr>
        <p:spPr bwMode="auto">
          <a:xfrm>
            <a:off x="4419600" y="241935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3" name="AutoShape 4" descr="Output image">
            <a:extLst>
              <a:ext uri="{FF2B5EF4-FFF2-40B4-BE49-F238E27FC236}">
                <a16:creationId xmlns:a16="http://schemas.microsoft.com/office/drawing/2014/main" id="{AAED8E08-AAF6-5E7E-513C-C8147E8B3C5F}"/>
              </a:ext>
            </a:extLst>
          </p:cNvPr>
          <p:cNvSpPr>
            <a:spLocks noChangeAspect="1" noChangeArrowheads="1"/>
          </p:cNvSpPr>
          <p:nvPr/>
        </p:nvSpPr>
        <p:spPr bwMode="auto">
          <a:xfrm>
            <a:off x="4572000" y="257175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graphicFrame>
        <p:nvGraphicFramePr>
          <p:cNvPr id="7" name="Table 6">
            <a:extLst>
              <a:ext uri="{FF2B5EF4-FFF2-40B4-BE49-F238E27FC236}">
                <a16:creationId xmlns:a16="http://schemas.microsoft.com/office/drawing/2014/main" id="{2EC5E888-5C8D-4CC7-E801-155A3C8E49A2}"/>
              </a:ext>
            </a:extLst>
          </p:cNvPr>
          <p:cNvGraphicFramePr>
            <a:graphicFrameLocks noGrp="1"/>
          </p:cNvGraphicFramePr>
          <p:nvPr>
            <p:extLst>
              <p:ext uri="{D42A27DB-BD31-4B8C-83A1-F6EECF244321}">
                <p14:modId xmlns:p14="http://schemas.microsoft.com/office/powerpoint/2010/main" val="3446959474"/>
              </p:ext>
            </p:extLst>
          </p:nvPr>
        </p:nvGraphicFramePr>
        <p:xfrm>
          <a:off x="0" y="865460"/>
          <a:ext cx="9144000" cy="4278040"/>
        </p:xfrm>
        <a:graphic>
          <a:graphicData uri="http://schemas.openxmlformats.org/drawingml/2006/table">
            <a:tbl>
              <a:tblPr>
                <a:tableStyleId>{69C7853C-536D-4A76-A0AE-DD22124D55A5}</a:tableStyleId>
              </a:tblPr>
              <a:tblGrid>
                <a:gridCol w="4941949">
                  <a:extLst>
                    <a:ext uri="{9D8B030D-6E8A-4147-A177-3AD203B41FA5}">
                      <a16:colId xmlns:a16="http://schemas.microsoft.com/office/drawing/2014/main" val="1997521348"/>
                    </a:ext>
                  </a:extLst>
                </a:gridCol>
                <a:gridCol w="4202051">
                  <a:extLst>
                    <a:ext uri="{9D8B030D-6E8A-4147-A177-3AD203B41FA5}">
                      <a16:colId xmlns:a16="http://schemas.microsoft.com/office/drawing/2014/main" val="975407176"/>
                    </a:ext>
                  </a:extLst>
                </a:gridCol>
              </a:tblGrid>
              <a:tr h="320006">
                <a:tc>
                  <a:txBody>
                    <a:bodyPr/>
                    <a:lstStyle/>
                    <a:p>
                      <a:pPr algn="just" rtl="0">
                        <a:buNone/>
                      </a:pPr>
                      <a:r>
                        <a:rPr lang="en-US" sz="1400" b="1">
                          <a:effectLst/>
                          <a:latin typeface="Times New Roman" panose="02020603050405020304" pitchFamily="18" charset="0"/>
                          <a:cs typeface="Times New Roman" panose="02020603050405020304" pitchFamily="18" charset="0"/>
                        </a:rPr>
                        <a:t>Aspect</a:t>
                      </a:r>
                    </a:p>
                  </a:txBody>
                  <a:tcPr marL="39910" marR="39910" marT="39910" marB="39910" anchor="ctr"/>
                </a:tc>
                <a:tc>
                  <a:txBody>
                    <a:bodyPr/>
                    <a:lstStyle/>
                    <a:p>
                      <a:pPr algn="l">
                        <a:buNone/>
                      </a:pPr>
                      <a:r>
                        <a:rPr lang="en-US" sz="1400" b="1">
                          <a:effectLst/>
                          <a:latin typeface="Times New Roman" panose="02020603050405020304" pitchFamily="18" charset="0"/>
                          <a:cs typeface="Times New Roman" panose="02020603050405020304" pitchFamily="18" charset="0"/>
                        </a:rPr>
                        <a:t>Proposed Protocol</a:t>
                      </a:r>
                    </a:p>
                  </a:txBody>
                  <a:tcPr marL="39910" marR="39910" marT="39910" marB="39910" anchor="ctr"/>
                </a:tc>
                <a:extLst>
                  <a:ext uri="{0D108BD9-81ED-4DB2-BD59-A6C34878D82A}">
                    <a16:rowId xmlns:a16="http://schemas.microsoft.com/office/drawing/2014/main" val="1297724580"/>
                  </a:ext>
                </a:extLst>
              </a:tr>
              <a:tr h="636002">
                <a:tc>
                  <a:txBody>
                    <a:bodyPr/>
                    <a:lstStyle/>
                    <a:p>
                      <a:pPr algn="just" rtl="0">
                        <a:buNone/>
                      </a:pPr>
                      <a:r>
                        <a:rPr lang="en-US" sz="1400">
                          <a:effectLst/>
                          <a:latin typeface="Times New Roman" panose="02020603050405020304" pitchFamily="18" charset="0"/>
                          <a:cs typeface="Times New Roman" panose="02020603050405020304" pitchFamily="18" charset="0"/>
                        </a:rPr>
                        <a:t>Animal Model</a:t>
                      </a:r>
                    </a:p>
                  </a:txBody>
                  <a:tcPr marL="39910" marR="39910" marT="39910" marB="39910" anchor="ctr"/>
                </a:tc>
                <a:tc>
                  <a:txBody>
                    <a:bodyPr/>
                    <a:lstStyle/>
                    <a:p>
                      <a:pPr algn="l" rtl="0">
                        <a:buNone/>
                      </a:pPr>
                      <a:r>
                        <a:rPr lang="en-US" sz="1400" dirty="0">
                          <a:effectLst/>
                          <a:latin typeface="Times New Roman" panose="02020603050405020304" pitchFamily="18" charset="0"/>
                          <a:cs typeface="Times New Roman" panose="02020603050405020304" pitchFamily="18" charset="0"/>
                        </a:rPr>
                        <a:t>Adjuvant-Induced Arthritis (AIA) in rats</a:t>
                      </a:r>
                    </a:p>
                  </a:txBody>
                  <a:tcPr marL="39910" marR="39910" marT="39910" marB="39910" anchor="ctr"/>
                </a:tc>
                <a:extLst>
                  <a:ext uri="{0D108BD9-81ED-4DB2-BD59-A6C34878D82A}">
                    <a16:rowId xmlns:a16="http://schemas.microsoft.com/office/drawing/2014/main" val="509255856"/>
                  </a:ext>
                </a:extLst>
              </a:tr>
              <a:tr h="1717300">
                <a:tc>
                  <a:txBody>
                    <a:bodyPr/>
                    <a:lstStyle/>
                    <a:p>
                      <a:pPr algn="just" rtl="0">
                        <a:buNone/>
                      </a:pPr>
                      <a:r>
                        <a:rPr lang="en-US" sz="1400" dirty="0">
                          <a:effectLst/>
                          <a:latin typeface="Times New Roman" panose="02020603050405020304" pitchFamily="18" charset="0"/>
                          <a:cs typeface="Times New Roman" panose="02020603050405020304" pitchFamily="18" charset="0"/>
                        </a:rPr>
                        <a:t>Experimental Groups</a:t>
                      </a:r>
                    </a:p>
                  </a:txBody>
                  <a:tcPr marL="39910" marR="39910" marT="39910" marB="39910" anchor="ctr"/>
                </a:tc>
                <a:tc>
                  <a:txBody>
                    <a:bodyPr/>
                    <a:lstStyle/>
                    <a:p>
                      <a:pPr algn="l" rtl="0">
                        <a:buNone/>
                      </a:pPr>
                      <a:r>
                        <a:rPr lang="en-US" sz="1400" dirty="0">
                          <a:effectLst/>
                          <a:latin typeface="Times New Roman" panose="02020603050405020304" pitchFamily="18" charset="0"/>
                          <a:cs typeface="Times New Roman" panose="02020603050405020304" pitchFamily="18" charset="0"/>
                        </a:rPr>
                        <a:t>1. Healthy controls (no arthritis) </a:t>
                      </a:r>
                    </a:p>
                    <a:p>
                      <a:pPr algn="l" rtl="0">
                        <a:buNone/>
                      </a:pPr>
                      <a:r>
                        <a:rPr lang="en-US" sz="1400" dirty="0">
                          <a:effectLst/>
                          <a:latin typeface="Times New Roman" panose="02020603050405020304" pitchFamily="18" charset="0"/>
                          <a:cs typeface="Times New Roman" panose="02020603050405020304" pitchFamily="18" charset="0"/>
                        </a:rPr>
                        <a:t>2. Arthritic, untreated </a:t>
                      </a:r>
                    </a:p>
                    <a:p>
                      <a:pPr algn="l" rtl="0">
                        <a:buNone/>
                      </a:pPr>
                      <a:r>
                        <a:rPr lang="en-US" sz="1400" dirty="0">
                          <a:effectLst/>
                          <a:latin typeface="Times New Roman" panose="02020603050405020304" pitchFamily="18" charset="0"/>
                          <a:cs typeface="Times New Roman" panose="02020603050405020304" pitchFamily="18" charset="0"/>
                        </a:rPr>
                        <a:t>3. Arthritic + effective dose of Prednisolone</a:t>
                      </a:r>
                    </a:p>
                    <a:p>
                      <a:pPr algn="l" rtl="0">
                        <a:buNone/>
                      </a:pPr>
                      <a:r>
                        <a:rPr lang="en-US" sz="1400" dirty="0">
                          <a:effectLst/>
                          <a:latin typeface="Times New Roman" panose="02020603050405020304" pitchFamily="18" charset="0"/>
                          <a:cs typeface="Times New Roman" panose="02020603050405020304" pitchFamily="18" charset="0"/>
                        </a:rPr>
                        <a:t>4. Arthritic + sub-therapeutic dose </a:t>
                      </a:r>
                      <a:r>
                        <a:rPr lang="en-US" sz="1400">
                          <a:effectLst/>
                          <a:latin typeface="Times New Roman" panose="02020603050405020304" pitchFamily="18" charset="0"/>
                          <a:cs typeface="Times New Roman" panose="02020603050405020304" pitchFamily="18" charset="0"/>
                        </a:rPr>
                        <a:t>of Prednisolone</a:t>
                      </a:r>
                      <a:endParaRPr lang="en-US" sz="1400" dirty="0">
                        <a:effectLst/>
                        <a:latin typeface="Times New Roman" panose="02020603050405020304" pitchFamily="18" charset="0"/>
                        <a:cs typeface="Times New Roman" panose="02020603050405020304" pitchFamily="18" charset="0"/>
                      </a:endParaRPr>
                    </a:p>
                    <a:p>
                      <a:pPr algn="l" rtl="0">
                        <a:buNone/>
                      </a:pPr>
                      <a:r>
                        <a:rPr lang="en-US" sz="1400" dirty="0">
                          <a:effectLst/>
                          <a:latin typeface="Times New Roman" panose="02020603050405020304" pitchFamily="18" charset="0"/>
                          <a:cs typeface="Times New Roman" panose="02020603050405020304" pitchFamily="18" charset="0"/>
                        </a:rPr>
                        <a:t>5. Arthritic + PEA alone </a:t>
                      </a:r>
                    </a:p>
                    <a:p>
                      <a:pPr algn="l" rtl="0">
                        <a:buNone/>
                      </a:pPr>
                      <a:r>
                        <a:rPr lang="en-US" sz="1400" b="1" u="sng" dirty="0">
                          <a:effectLst/>
                          <a:latin typeface="Times New Roman" panose="02020603050405020304" pitchFamily="18" charset="0"/>
                          <a:cs typeface="Times New Roman" panose="02020603050405020304" pitchFamily="18" charset="0"/>
                        </a:rPr>
                        <a:t>6. Key Group: Arthritic + sub-therapeutic prednisone + PEA</a:t>
                      </a:r>
                    </a:p>
                  </a:txBody>
                  <a:tcPr marL="39910" marR="39910" marT="39910" marB="39910" anchor="ctr"/>
                </a:tc>
                <a:extLst>
                  <a:ext uri="{0D108BD9-81ED-4DB2-BD59-A6C34878D82A}">
                    <a16:rowId xmlns:a16="http://schemas.microsoft.com/office/drawing/2014/main" val="3247631280"/>
                  </a:ext>
                </a:extLst>
              </a:tr>
              <a:tr h="785770">
                <a:tc>
                  <a:txBody>
                    <a:bodyPr/>
                    <a:lstStyle/>
                    <a:p>
                      <a:pPr algn="just" rtl="0">
                        <a:buNone/>
                      </a:pPr>
                      <a:r>
                        <a:rPr lang="en-US" sz="1400">
                          <a:effectLst/>
                          <a:latin typeface="Times New Roman" panose="02020603050405020304" pitchFamily="18" charset="0"/>
                          <a:cs typeface="Times New Roman" panose="02020603050405020304" pitchFamily="18" charset="0"/>
                        </a:rPr>
                        <a:t>Treatment Duration</a:t>
                      </a:r>
                    </a:p>
                  </a:txBody>
                  <a:tcPr marL="39910" marR="39910" marT="39910" marB="39910" anchor="ctr"/>
                </a:tc>
                <a:tc>
                  <a:txBody>
                    <a:bodyPr/>
                    <a:lstStyle/>
                    <a:p>
                      <a:pPr algn="l" rtl="0">
                        <a:buNone/>
                      </a:pPr>
                      <a:r>
                        <a:rPr lang="en-US" sz="1400">
                          <a:effectLst/>
                          <a:latin typeface="Times New Roman" panose="02020603050405020304" pitchFamily="18" charset="0"/>
                          <a:cs typeface="Times New Roman" panose="02020603050405020304" pitchFamily="18" charset="0"/>
                        </a:rPr>
                        <a:t>Begin treatment after disease onset (e.g., day 21-25 post-immunization) and continue for 3-4 weeks to assess chronic effects</a:t>
                      </a:r>
                    </a:p>
                  </a:txBody>
                  <a:tcPr marL="39910" marR="39910" marT="39910" marB="39910" anchor="ctr"/>
                </a:tc>
                <a:extLst>
                  <a:ext uri="{0D108BD9-81ED-4DB2-BD59-A6C34878D82A}">
                    <a16:rowId xmlns:a16="http://schemas.microsoft.com/office/drawing/2014/main" val="453313316"/>
                  </a:ext>
                </a:extLst>
              </a:tr>
              <a:tr h="818962">
                <a:tc>
                  <a:txBody>
                    <a:bodyPr/>
                    <a:lstStyle/>
                    <a:p>
                      <a:pPr algn="just" rtl="0">
                        <a:buNone/>
                      </a:pPr>
                      <a:r>
                        <a:rPr lang="en-US" sz="1400" dirty="0">
                          <a:effectLst/>
                          <a:latin typeface="Times New Roman" panose="02020603050405020304" pitchFamily="18" charset="0"/>
                          <a:cs typeface="Times New Roman" panose="02020603050405020304" pitchFamily="18" charset="0"/>
                        </a:rPr>
                        <a:t>PEA Formulation</a:t>
                      </a:r>
                    </a:p>
                  </a:txBody>
                  <a:tcPr marL="39910" marR="39910" marT="39910" marB="39910" anchor="ctr"/>
                </a:tc>
                <a:tc>
                  <a:txBody>
                    <a:bodyPr/>
                    <a:lstStyle/>
                    <a:p>
                      <a:pPr algn="l" rtl="0">
                        <a:buNone/>
                      </a:pPr>
                      <a:r>
                        <a:rPr lang="en-US" sz="1400" dirty="0" err="1">
                          <a:effectLst/>
                          <a:latin typeface="Times New Roman" panose="02020603050405020304" pitchFamily="18" charset="0"/>
                          <a:cs typeface="Times New Roman" panose="02020603050405020304" pitchFamily="18" charset="0"/>
                        </a:rPr>
                        <a:t>Ultramicronized</a:t>
                      </a:r>
                      <a:r>
                        <a:rPr lang="en-US" sz="1400" dirty="0">
                          <a:effectLst/>
                          <a:latin typeface="Times New Roman" panose="02020603050405020304" pitchFamily="18" charset="0"/>
                          <a:cs typeface="Times New Roman" panose="02020603050405020304" pitchFamily="18" charset="0"/>
                        </a:rPr>
                        <a:t> PEA (um-PEA). </a:t>
                      </a:r>
                      <a:r>
                        <a:rPr lang="en-US" sz="1400" dirty="0" err="1">
                          <a:effectLst/>
                          <a:latin typeface="Times New Roman" panose="02020603050405020304" pitchFamily="18" charset="0"/>
                          <a:cs typeface="Times New Roman" panose="02020603050405020304" pitchFamily="18" charset="0"/>
                        </a:rPr>
                        <a:t>Ultramicronization</a:t>
                      </a:r>
                      <a:r>
                        <a:rPr lang="en-US" sz="1400" dirty="0">
                          <a:effectLst/>
                          <a:latin typeface="Times New Roman" panose="02020603050405020304" pitchFamily="18" charset="0"/>
                          <a:cs typeface="Times New Roman" panose="02020603050405020304" pitchFamily="18" charset="0"/>
                        </a:rPr>
                        <a:t> enhances bioavailability and efficacy compared to non-micronized forms</a:t>
                      </a:r>
                    </a:p>
                  </a:txBody>
                  <a:tcPr marL="39910" marR="39910" marT="39910" marB="39910" anchor="ctr"/>
                </a:tc>
                <a:extLst>
                  <a:ext uri="{0D108BD9-81ED-4DB2-BD59-A6C34878D82A}">
                    <a16:rowId xmlns:a16="http://schemas.microsoft.com/office/drawing/2014/main" val="3918712053"/>
                  </a:ext>
                </a:extLst>
              </a:tr>
            </a:tbl>
          </a:graphicData>
        </a:graphic>
      </p:graphicFrame>
      <p:sp>
        <p:nvSpPr>
          <p:cNvPr id="8" name="TextBox 7">
            <a:extLst>
              <a:ext uri="{FF2B5EF4-FFF2-40B4-BE49-F238E27FC236}">
                <a16:creationId xmlns:a16="http://schemas.microsoft.com/office/drawing/2014/main" id="{71075AE6-DEA7-02CB-B26E-5CF930EFF8C1}"/>
              </a:ext>
            </a:extLst>
          </p:cNvPr>
          <p:cNvSpPr txBox="1"/>
          <p:nvPr/>
        </p:nvSpPr>
        <p:spPr>
          <a:xfrm>
            <a:off x="686330" y="469887"/>
            <a:ext cx="7180174" cy="430887"/>
          </a:xfrm>
          <a:prstGeom prst="rect">
            <a:avLst/>
          </a:prstGeom>
          <a:noFill/>
        </p:spPr>
        <p:txBody>
          <a:bodyPr wrap="square">
            <a:spAutoFit/>
          </a:bodyPr>
          <a:lstStyle/>
          <a:p>
            <a:pPr marL="0" marR="0" algn="ctr" rtl="0">
              <a:spcBef>
                <a:spcPts val="600"/>
              </a:spcBef>
              <a:spcAft>
                <a:spcPts val="600"/>
              </a:spcAft>
              <a:buNone/>
            </a:pPr>
            <a:r>
              <a:rPr lang="en-US" sz="2200" b="1" dirty="0">
                <a:latin typeface="ADLaM Display" panose="02010000000000000000" pitchFamily="2" charset="0"/>
                <a:ea typeface="ADLaM Display" panose="02010000000000000000" pitchFamily="2" charset="0"/>
                <a:cs typeface="ADLaM Display" panose="02010000000000000000" pitchFamily="2" charset="0"/>
              </a:rPr>
              <a:t>Study design</a:t>
            </a:r>
            <a:endParaRPr lang="en-US" sz="2200" dirty="0">
              <a:effectLst/>
              <a:latin typeface="ADLaM Display" panose="02010000000000000000" pitchFamily="2" charset="0"/>
              <a:ea typeface="ADLaM Display" panose="02010000000000000000" pitchFamily="2" charset="0"/>
              <a:cs typeface="ADLaM Display" panose="02010000000000000000" pitchFamily="2" charset="0"/>
            </a:endParaRPr>
          </a:p>
        </p:txBody>
      </p:sp>
    </p:spTree>
    <p:extLst>
      <p:ext uri="{BB962C8B-B14F-4D97-AF65-F5344CB8AC3E}">
        <p14:creationId xmlns:p14="http://schemas.microsoft.com/office/powerpoint/2010/main" val="3779692751"/>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Shape 1220">
          <a:extLst>
            <a:ext uri="{FF2B5EF4-FFF2-40B4-BE49-F238E27FC236}">
              <a16:creationId xmlns:a16="http://schemas.microsoft.com/office/drawing/2014/main" id="{01375980-AEE8-6BFC-CF10-EB4C6689D5B2}"/>
            </a:ext>
          </a:extLst>
        </p:cNvPr>
        <p:cNvGrpSpPr/>
        <p:nvPr/>
      </p:nvGrpSpPr>
      <p:grpSpPr>
        <a:xfrm>
          <a:off x="0" y="0"/>
          <a:ext cx="0" cy="0"/>
          <a:chOff x="0" y="0"/>
          <a:chExt cx="0" cy="0"/>
        </a:xfrm>
      </p:grpSpPr>
      <p:grpSp>
        <p:nvGrpSpPr>
          <p:cNvPr id="1222" name="Google Shape;1222;p47">
            <a:extLst>
              <a:ext uri="{FF2B5EF4-FFF2-40B4-BE49-F238E27FC236}">
                <a16:creationId xmlns:a16="http://schemas.microsoft.com/office/drawing/2014/main" id="{261F7E7D-11F9-42B2-AF14-9BE57B1E979D}"/>
              </a:ext>
            </a:extLst>
          </p:cNvPr>
          <p:cNvGrpSpPr/>
          <p:nvPr/>
        </p:nvGrpSpPr>
        <p:grpSpPr>
          <a:xfrm>
            <a:off x="122278" y="87555"/>
            <a:ext cx="623693" cy="542353"/>
            <a:chOff x="1082169" y="2497002"/>
            <a:chExt cx="1663996" cy="1720378"/>
          </a:xfrm>
        </p:grpSpPr>
        <p:sp>
          <p:nvSpPr>
            <p:cNvPr id="1223" name="Google Shape;1223;p47">
              <a:extLst>
                <a:ext uri="{FF2B5EF4-FFF2-40B4-BE49-F238E27FC236}">
                  <a16:creationId xmlns:a16="http://schemas.microsoft.com/office/drawing/2014/main" id="{355B4605-3536-EBEB-CBBD-E492E69E3E56}"/>
                </a:ext>
              </a:extLst>
            </p:cNvPr>
            <p:cNvSpPr/>
            <p:nvPr/>
          </p:nvSpPr>
          <p:spPr>
            <a:xfrm rot="-1002475">
              <a:off x="1255753" y="2656719"/>
              <a:ext cx="1316828" cy="1400943"/>
            </a:xfrm>
            <a:custGeom>
              <a:avLst/>
              <a:gdLst/>
              <a:ahLst/>
              <a:cxnLst/>
              <a:rect l="l" t="t" r="r" b="b"/>
              <a:pathLst>
                <a:path w="33267" h="35392" extrusionOk="0">
                  <a:moveTo>
                    <a:pt x="16501" y="1"/>
                  </a:moveTo>
                  <a:cubicBezTo>
                    <a:pt x="15873" y="110"/>
                    <a:pt x="14762" y="293"/>
                    <a:pt x="14762" y="293"/>
                  </a:cubicBezTo>
                  <a:cubicBezTo>
                    <a:pt x="12749" y="761"/>
                    <a:pt x="10902" y="1778"/>
                    <a:pt x="9405" y="3270"/>
                  </a:cubicBezTo>
                  <a:cubicBezTo>
                    <a:pt x="7289" y="5379"/>
                    <a:pt x="6118" y="8189"/>
                    <a:pt x="6108" y="11183"/>
                  </a:cubicBezTo>
                  <a:cubicBezTo>
                    <a:pt x="6102" y="13317"/>
                    <a:pt x="6696" y="15394"/>
                    <a:pt x="7829" y="17192"/>
                  </a:cubicBezTo>
                  <a:cubicBezTo>
                    <a:pt x="8647" y="18490"/>
                    <a:pt x="9079" y="19998"/>
                    <a:pt x="9079" y="21552"/>
                  </a:cubicBezTo>
                  <a:lnTo>
                    <a:pt x="9079" y="24669"/>
                  </a:lnTo>
                  <a:lnTo>
                    <a:pt x="9118" y="25929"/>
                  </a:lnTo>
                  <a:lnTo>
                    <a:pt x="9079" y="26273"/>
                  </a:lnTo>
                  <a:lnTo>
                    <a:pt x="9079" y="28907"/>
                  </a:lnTo>
                  <a:cubicBezTo>
                    <a:pt x="9079" y="29271"/>
                    <a:pt x="8783" y="29566"/>
                    <a:pt x="8418" y="29566"/>
                  </a:cubicBezTo>
                  <a:lnTo>
                    <a:pt x="5260" y="29566"/>
                  </a:lnTo>
                  <a:cubicBezTo>
                    <a:pt x="2360" y="29566"/>
                    <a:pt x="1" y="31925"/>
                    <a:pt x="1" y="34825"/>
                  </a:cubicBezTo>
                  <a:cubicBezTo>
                    <a:pt x="1" y="35137"/>
                    <a:pt x="254" y="35392"/>
                    <a:pt x="568" y="35392"/>
                  </a:cubicBezTo>
                  <a:cubicBezTo>
                    <a:pt x="881" y="35392"/>
                    <a:pt x="1134" y="35137"/>
                    <a:pt x="1134" y="34825"/>
                  </a:cubicBezTo>
                  <a:lnTo>
                    <a:pt x="1134" y="34824"/>
                  </a:lnTo>
                  <a:lnTo>
                    <a:pt x="32132" y="34824"/>
                  </a:lnTo>
                  <a:cubicBezTo>
                    <a:pt x="32132" y="35137"/>
                    <a:pt x="32386" y="35392"/>
                    <a:pt x="32700" y="35392"/>
                  </a:cubicBezTo>
                  <a:cubicBezTo>
                    <a:pt x="33012" y="35392"/>
                    <a:pt x="33266" y="35137"/>
                    <a:pt x="33266" y="34824"/>
                  </a:cubicBezTo>
                  <a:cubicBezTo>
                    <a:pt x="33266" y="33420"/>
                    <a:pt x="32719" y="32099"/>
                    <a:pt x="31726" y="31107"/>
                  </a:cubicBezTo>
                  <a:cubicBezTo>
                    <a:pt x="30734" y="30114"/>
                    <a:pt x="29413" y="29567"/>
                    <a:pt x="28007" y="29567"/>
                  </a:cubicBezTo>
                  <a:lnTo>
                    <a:pt x="20189" y="29567"/>
                  </a:lnTo>
                  <a:cubicBezTo>
                    <a:pt x="19825" y="29567"/>
                    <a:pt x="19528" y="29271"/>
                    <a:pt x="19528" y="28907"/>
                  </a:cubicBezTo>
                  <a:lnTo>
                    <a:pt x="19528" y="25916"/>
                  </a:lnTo>
                  <a:cubicBezTo>
                    <a:pt x="19528" y="25553"/>
                    <a:pt x="19825" y="25256"/>
                    <a:pt x="20189" y="25256"/>
                  </a:cubicBezTo>
                  <a:cubicBezTo>
                    <a:pt x="20502" y="25256"/>
                    <a:pt x="20756" y="25003"/>
                    <a:pt x="20756" y="24689"/>
                  </a:cubicBezTo>
                  <a:lnTo>
                    <a:pt x="22273" y="24689"/>
                  </a:lnTo>
                  <a:cubicBezTo>
                    <a:pt x="22273" y="25003"/>
                    <a:pt x="22527" y="25256"/>
                    <a:pt x="22840" y="25256"/>
                  </a:cubicBezTo>
                  <a:lnTo>
                    <a:pt x="24457" y="25256"/>
                  </a:lnTo>
                  <a:cubicBezTo>
                    <a:pt x="26005" y="25256"/>
                    <a:pt x="27282" y="24094"/>
                    <a:pt x="27428" y="22553"/>
                  </a:cubicBezTo>
                  <a:lnTo>
                    <a:pt x="27777" y="18874"/>
                  </a:lnTo>
                  <a:lnTo>
                    <a:pt x="28243" y="18874"/>
                  </a:lnTo>
                  <a:cubicBezTo>
                    <a:pt x="28800" y="18874"/>
                    <a:pt x="29307" y="18590"/>
                    <a:pt x="29600" y="18115"/>
                  </a:cubicBezTo>
                  <a:cubicBezTo>
                    <a:pt x="29891" y="17639"/>
                    <a:pt x="29914" y="17059"/>
                    <a:pt x="29663" y="16563"/>
                  </a:cubicBezTo>
                  <a:lnTo>
                    <a:pt x="28544" y="14356"/>
                  </a:lnTo>
                  <a:lnTo>
                    <a:pt x="28546" y="11219"/>
                  </a:lnTo>
                  <a:cubicBezTo>
                    <a:pt x="28546" y="5964"/>
                    <a:pt x="24928" y="1470"/>
                    <a:pt x="20024" y="330"/>
                  </a:cubicBezTo>
                  <a:cubicBezTo>
                    <a:pt x="18622" y="4"/>
                    <a:pt x="19051" y="233"/>
                    <a:pt x="18416" y="58"/>
                  </a:cubicBezTo>
                  <a:cubicBezTo>
                    <a:pt x="18414" y="58"/>
                    <a:pt x="18412" y="59"/>
                    <a:pt x="18409" y="59"/>
                  </a:cubicBezTo>
                  <a:cubicBezTo>
                    <a:pt x="18347" y="59"/>
                    <a:pt x="18049" y="1"/>
                    <a:pt x="18007" y="1"/>
                  </a:cubicBezTo>
                  <a:close/>
                </a:path>
              </a:pathLst>
            </a:custGeom>
            <a:solidFill>
              <a:schemeClr val="accent2"/>
            </a:solidFill>
            <a:ln w="114300" cap="flat" cmpd="sng">
              <a:solidFill>
                <a:schemeClr val="accent2"/>
              </a:solidFill>
              <a:prstDash val="solid"/>
              <a:round/>
              <a:headEnd type="none" w="sm" len="sm"/>
              <a:tailEnd type="none" w="sm" len="sm"/>
            </a:ln>
            <a:effectLst>
              <a:outerShdw dist="76200" dir="1800000" algn="bl" rotWithShape="0">
                <a:schemeClr val="lt2"/>
              </a:outerShdw>
            </a:effectLst>
          </p:spPr>
          <p:txBody>
            <a:bodyPr spcFirstLastPara="1" wrap="square" lIns="91425" tIns="91425" rIns="91425" bIns="91425" anchor="ctr" anchorCtr="0">
              <a:noAutofit/>
            </a:bodyPr>
            <a:lstStyle/>
            <a:p>
              <a:pPr marL="0" marR="0" lvl="0" indent="0" algn="l" rtl="0">
                <a:lnSpc>
                  <a:spcPct val="100000"/>
                </a:lnSpc>
                <a:spcBef>
                  <a:spcPts val="0"/>
                </a:spcBef>
                <a:spcAft>
                  <a:spcPts val="0"/>
                </a:spcAft>
                <a:buNone/>
              </a:pPr>
              <a:endParaRPr/>
            </a:p>
          </p:txBody>
        </p:sp>
        <p:sp>
          <p:nvSpPr>
            <p:cNvPr id="1224" name="Google Shape;1224;p47">
              <a:extLst>
                <a:ext uri="{FF2B5EF4-FFF2-40B4-BE49-F238E27FC236}">
                  <a16:creationId xmlns:a16="http://schemas.microsoft.com/office/drawing/2014/main" id="{1EFC7D48-DA7E-D0BB-7029-808AEB63CF59}"/>
                </a:ext>
              </a:extLst>
            </p:cNvPr>
            <p:cNvSpPr/>
            <p:nvPr/>
          </p:nvSpPr>
          <p:spPr>
            <a:xfrm rot="-1002475">
              <a:off x="1278198" y="2679168"/>
              <a:ext cx="1271901" cy="1356055"/>
            </a:xfrm>
            <a:custGeom>
              <a:avLst/>
              <a:gdLst/>
              <a:ahLst/>
              <a:cxnLst/>
              <a:rect l="l" t="t" r="r" b="b"/>
              <a:pathLst>
                <a:path w="32132" h="34258" extrusionOk="0">
                  <a:moveTo>
                    <a:pt x="16761" y="0"/>
                  </a:moveTo>
                  <a:cubicBezTo>
                    <a:pt x="10884" y="0"/>
                    <a:pt x="6127" y="4741"/>
                    <a:pt x="6108" y="10618"/>
                  </a:cubicBezTo>
                  <a:cubicBezTo>
                    <a:pt x="6102" y="12715"/>
                    <a:pt x="6701" y="14672"/>
                    <a:pt x="7741" y="16323"/>
                  </a:cubicBezTo>
                  <a:cubicBezTo>
                    <a:pt x="8620" y="17718"/>
                    <a:pt x="9079" y="19337"/>
                    <a:pt x="9079" y="20986"/>
                  </a:cubicBezTo>
                  <a:lnTo>
                    <a:pt x="9079" y="28340"/>
                  </a:lnTo>
                  <a:cubicBezTo>
                    <a:pt x="9079" y="29017"/>
                    <a:pt x="8529" y="29567"/>
                    <a:pt x="7851" y="29567"/>
                  </a:cubicBezTo>
                  <a:lnTo>
                    <a:pt x="4693" y="29567"/>
                  </a:lnTo>
                  <a:cubicBezTo>
                    <a:pt x="2101" y="29567"/>
                    <a:pt x="1" y="31667"/>
                    <a:pt x="1" y="34258"/>
                  </a:cubicBezTo>
                  <a:lnTo>
                    <a:pt x="32131" y="34258"/>
                  </a:lnTo>
                  <a:cubicBezTo>
                    <a:pt x="32131" y="31667"/>
                    <a:pt x="30032" y="29567"/>
                    <a:pt x="27440" y="29567"/>
                  </a:cubicBezTo>
                  <a:lnTo>
                    <a:pt x="19622" y="29567"/>
                  </a:lnTo>
                  <a:cubicBezTo>
                    <a:pt x="18944" y="29567"/>
                    <a:pt x="18395" y="29017"/>
                    <a:pt x="18395" y="28339"/>
                  </a:cubicBezTo>
                  <a:lnTo>
                    <a:pt x="18395" y="25349"/>
                  </a:lnTo>
                  <a:cubicBezTo>
                    <a:pt x="18395" y="24671"/>
                    <a:pt x="18944" y="24122"/>
                    <a:pt x="19622" y="24122"/>
                  </a:cubicBezTo>
                  <a:lnTo>
                    <a:pt x="23890" y="24122"/>
                  </a:lnTo>
                  <a:cubicBezTo>
                    <a:pt x="25137" y="24122"/>
                    <a:pt x="26179" y="23174"/>
                    <a:pt x="26297" y="21933"/>
                  </a:cubicBezTo>
                  <a:lnTo>
                    <a:pt x="26694" y="17739"/>
                  </a:lnTo>
                  <a:lnTo>
                    <a:pt x="27676" y="17739"/>
                  </a:lnTo>
                  <a:cubicBezTo>
                    <a:pt x="28440" y="17739"/>
                    <a:pt x="28935" y="16934"/>
                    <a:pt x="28590" y="16252"/>
                  </a:cubicBezTo>
                  <a:lnTo>
                    <a:pt x="27410" y="13924"/>
                  </a:lnTo>
                  <a:lnTo>
                    <a:pt x="27412" y="10652"/>
                  </a:lnTo>
                  <a:cubicBezTo>
                    <a:pt x="27412" y="4770"/>
                    <a:pt x="22643" y="1"/>
                    <a:pt x="16761"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25" name="Google Shape;1225;p47">
              <a:extLst>
                <a:ext uri="{FF2B5EF4-FFF2-40B4-BE49-F238E27FC236}">
                  <a16:creationId xmlns:a16="http://schemas.microsoft.com/office/drawing/2014/main" id="{80A66DC9-F51D-3671-D105-4DD9453AEC42}"/>
                </a:ext>
              </a:extLst>
            </p:cNvPr>
            <p:cNvSpPr/>
            <p:nvPr/>
          </p:nvSpPr>
          <p:spPr>
            <a:xfrm rot="-1002475">
              <a:off x="1517787" y="2809192"/>
              <a:ext cx="566046" cy="422120"/>
            </a:xfrm>
            <a:custGeom>
              <a:avLst/>
              <a:gdLst/>
              <a:ahLst/>
              <a:cxnLst/>
              <a:rect l="l" t="t" r="r" b="b"/>
              <a:pathLst>
                <a:path w="14300" h="10664" extrusionOk="0">
                  <a:moveTo>
                    <a:pt x="7108" y="1"/>
                  </a:moveTo>
                  <a:cubicBezTo>
                    <a:pt x="3183" y="1"/>
                    <a:pt x="0" y="3182"/>
                    <a:pt x="0" y="7109"/>
                  </a:cubicBezTo>
                  <a:lnTo>
                    <a:pt x="0" y="9508"/>
                  </a:lnTo>
                  <a:cubicBezTo>
                    <a:pt x="0" y="10145"/>
                    <a:pt x="517" y="10663"/>
                    <a:pt x="1156" y="10663"/>
                  </a:cubicBezTo>
                  <a:lnTo>
                    <a:pt x="2112" y="10663"/>
                  </a:lnTo>
                  <a:cubicBezTo>
                    <a:pt x="2499" y="10663"/>
                    <a:pt x="2860" y="10469"/>
                    <a:pt x="3074" y="10148"/>
                  </a:cubicBezTo>
                  <a:lnTo>
                    <a:pt x="3929" y="8864"/>
                  </a:lnTo>
                  <a:lnTo>
                    <a:pt x="9030" y="8864"/>
                  </a:lnTo>
                  <a:cubicBezTo>
                    <a:pt x="10564" y="8864"/>
                    <a:pt x="11809" y="7620"/>
                    <a:pt x="11809" y="6085"/>
                  </a:cubicBezTo>
                  <a:cubicBezTo>
                    <a:pt x="13184" y="6085"/>
                    <a:pt x="14300" y="4969"/>
                    <a:pt x="14300" y="3594"/>
                  </a:cubicBezTo>
                  <a:cubicBezTo>
                    <a:pt x="14300" y="1609"/>
                    <a:pt x="12691" y="1"/>
                    <a:pt x="10707"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26" name="Google Shape;1226;p47">
              <a:extLst>
                <a:ext uri="{FF2B5EF4-FFF2-40B4-BE49-F238E27FC236}">
                  <a16:creationId xmlns:a16="http://schemas.microsoft.com/office/drawing/2014/main" id="{3A6DD892-09CA-ACC6-F02E-683EBE75619C}"/>
                </a:ext>
              </a:extLst>
            </p:cNvPr>
            <p:cNvSpPr/>
            <p:nvPr/>
          </p:nvSpPr>
          <p:spPr>
            <a:xfrm rot="-1002475">
              <a:off x="2105720" y="3486731"/>
              <a:ext cx="588727" cy="446107"/>
            </a:xfrm>
            <a:custGeom>
              <a:avLst/>
              <a:gdLst/>
              <a:ahLst/>
              <a:cxnLst/>
              <a:rect l="l" t="t" r="r" b="b"/>
              <a:pathLst>
                <a:path w="14873" h="11270" extrusionOk="0">
                  <a:moveTo>
                    <a:pt x="1795" y="1"/>
                  </a:moveTo>
                  <a:cubicBezTo>
                    <a:pt x="805" y="1"/>
                    <a:pt x="1" y="805"/>
                    <a:pt x="1" y="1794"/>
                  </a:cubicBezTo>
                  <a:lnTo>
                    <a:pt x="1" y="4785"/>
                  </a:lnTo>
                  <a:cubicBezTo>
                    <a:pt x="1" y="5774"/>
                    <a:pt x="805" y="6578"/>
                    <a:pt x="1795" y="6578"/>
                  </a:cubicBezTo>
                  <a:lnTo>
                    <a:pt x="9613" y="6578"/>
                  </a:lnTo>
                  <a:cubicBezTo>
                    <a:pt x="10716" y="6578"/>
                    <a:pt x="11751" y="7008"/>
                    <a:pt x="12531" y="7787"/>
                  </a:cubicBezTo>
                  <a:cubicBezTo>
                    <a:pt x="13309" y="8565"/>
                    <a:pt x="13739" y="9601"/>
                    <a:pt x="13739" y="10703"/>
                  </a:cubicBezTo>
                  <a:cubicBezTo>
                    <a:pt x="13739" y="11016"/>
                    <a:pt x="13992" y="11270"/>
                    <a:pt x="14306" y="11270"/>
                  </a:cubicBezTo>
                  <a:cubicBezTo>
                    <a:pt x="14619" y="11270"/>
                    <a:pt x="14872" y="11016"/>
                    <a:pt x="14872" y="10703"/>
                  </a:cubicBezTo>
                  <a:cubicBezTo>
                    <a:pt x="14872" y="9297"/>
                    <a:pt x="14325" y="7977"/>
                    <a:pt x="13332" y="6985"/>
                  </a:cubicBezTo>
                  <a:cubicBezTo>
                    <a:pt x="12339" y="5992"/>
                    <a:pt x="11019" y="5445"/>
                    <a:pt x="9613" y="5445"/>
                  </a:cubicBezTo>
                  <a:lnTo>
                    <a:pt x="1795" y="5445"/>
                  </a:lnTo>
                  <a:cubicBezTo>
                    <a:pt x="1431" y="5445"/>
                    <a:pt x="1134" y="5149"/>
                    <a:pt x="1134" y="4785"/>
                  </a:cubicBezTo>
                  <a:lnTo>
                    <a:pt x="1134" y="1794"/>
                  </a:lnTo>
                  <a:cubicBezTo>
                    <a:pt x="1134" y="1431"/>
                    <a:pt x="1431" y="1134"/>
                    <a:pt x="1795" y="1134"/>
                  </a:cubicBezTo>
                  <a:cubicBezTo>
                    <a:pt x="2108" y="1134"/>
                    <a:pt x="2362" y="881"/>
                    <a:pt x="2362" y="567"/>
                  </a:cubicBezTo>
                  <a:cubicBezTo>
                    <a:pt x="2362" y="254"/>
                    <a:pt x="2108" y="1"/>
                    <a:pt x="179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27" name="Google Shape;1227;p47">
              <a:extLst>
                <a:ext uri="{FF2B5EF4-FFF2-40B4-BE49-F238E27FC236}">
                  <a16:creationId xmlns:a16="http://schemas.microsoft.com/office/drawing/2014/main" id="{0F03067F-4AE8-7823-04C5-CA2A4AC357D4}"/>
                </a:ext>
              </a:extLst>
            </p:cNvPr>
            <p:cNvSpPr/>
            <p:nvPr/>
          </p:nvSpPr>
          <p:spPr>
            <a:xfrm rot="-1002475">
              <a:off x="1258555" y="2675798"/>
              <a:ext cx="1184104" cy="1400943"/>
            </a:xfrm>
            <a:custGeom>
              <a:avLst/>
              <a:gdLst/>
              <a:ahLst/>
              <a:cxnLst/>
              <a:rect l="l" t="t" r="r" b="b"/>
              <a:pathLst>
                <a:path w="29914" h="35392" extrusionOk="0">
                  <a:moveTo>
                    <a:pt x="16501" y="1"/>
                  </a:moveTo>
                  <a:cubicBezTo>
                    <a:pt x="15873" y="110"/>
                    <a:pt x="14762" y="294"/>
                    <a:pt x="14760" y="294"/>
                  </a:cubicBezTo>
                  <a:cubicBezTo>
                    <a:pt x="12748" y="761"/>
                    <a:pt x="10901" y="1778"/>
                    <a:pt x="9404" y="3270"/>
                  </a:cubicBezTo>
                  <a:cubicBezTo>
                    <a:pt x="7288" y="5380"/>
                    <a:pt x="6118" y="8190"/>
                    <a:pt x="6108" y="11184"/>
                  </a:cubicBezTo>
                  <a:cubicBezTo>
                    <a:pt x="6101" y="13318"/>
                    <a:pt x="6696" y="15395"/>
                    <a:pt x="7829" y="17192"/>
                  </a:cubicBezTo>
                  <a:cubicBezTo>
                    <a:pt x="8647" y="18491"/>
                    <a:pt x="9078" y="19998"/>
                    <a:pt x="9078" y="21553"/>
                  </a:cubicBezTo>
                  <a:lnTo>
                    <a:pt x="9078" y="24671"/>
                  </a:lnTo>
                  <a:lnTo>
                    <a:pt x="9117" y="25929"/>
                  </a:lnTo>
                  <a:lnTo>
                    <a:pt x="9078" y="26273"/>
                  </a:lnTo>
                  <a:lnTo>
                    <a:pt x="9078" y="28907"/>
                  </a:lnTo>
                  <a:cubicBezTo>
                    <a:pt x="9078" y="29271"/>
                    <a:pt x="8783" y="29567"/>
                    <a:pt x="8418" y="29567"/>
                  </a:cubicBezTo>
                  <a:lnTo>
                    <a:pt x="5259" y="29567"/>
                  </a:lnTo>
                  <a:cubicBezTo>
                    <a:pt x="2359" y="29567"/>
                    <a:pt x="1" y="31926"/>
                    <a:pt x="1" y="34825"/>
                  </a:cubicBezTo>
                  <a:cubicBezTo>
                    <a:pt x="1" y="35138"/>
                    <a:pt x="254" y="35392"/>
                    <a:pt x="568" y="35392"/>
                  </a:cubicBezTo>
                  <a:cubicBezTo>
                    <a:pt x="881" y="35392"/>
                    <a:pt x="1134" y="35138"/>
                    <a:pt x="1134" y="34825"/>
                  </a:cubicBezTo>
                  <a:cubicBezTo>
                    <a:pt x="1134" y="32551"/>
                    <a:pt x="2984" y="30700"/>
                    <a:pt x="5259" y="30700"/>
                  </a:cubicBezTo>
                  <a:lnTo>
                    <a:pt x="8418" y="30700"/>
                  </a:lnTo>
                  <a:cubicBezTo>
                    <a:pt x="9407" y="30700"/>
                    <a:pt x="10213" y="29896"/>
                    <a:pt x="10213" y="28907"/>
                  </a:cubicBezTo>
                  <a:lnTo>
                    <a:pt x="10213" y="27408"/>
                  </a:lnTo>
                  <a:lnTo>
                    <a:pt x="10213" y="25804"/>
                  </a:lnTo>
                  <a:lnTo>
                    <a:pt x="10213" y="21553"/>
                  </a:lnTo>
                  <a:cubicBezTo>
                    <a:pt x="10213" y="19785"/>
                    <a:pt x="9719" y="18068"/>
                    <a:pt x="8787" y="16587"/>
                  </a:cubicBezTo>
                  <a:cubicBezTo>
                    <a:pt x="7770" y="14973"/>
                    <a:pt x="7236" y="13105"/>
                    <a:pt x="7242" y="11187"/>
                  </a:cubicBezTo>
                  <a:cubicBezTo>
                    <a:pt x="7250" y="8496"/>
                    <a:pt x="8303" y="5970"/>
                    <a:pt x="10204" y="4074"/>
                  </a:cubicBezTo>
                  <a:cubicBezTo>
                    <a:pt x="12105" y="2181"/>
                    <a:pt x="14630" y="1137"/>
                    <a:pt x="17318" y="1134"/>
                  </a:cubicBezTo>
                  <a:lnTo>
                    <a:pt x="17337" y="1134"/>
                  </a:lnTo>
                  <a:cubicBezTo>
                    <a:pt x="22893" y="1140"/>
                    <a:pt x="27411" y="5662"/>
                    <a:pt x="27411" y="11219"/>
                  </a:cubicBezTo>
                  <a:lnTo>
                    <a:pt x="27409" y="14491"/>
                  </a:lnTo>
                  <a:cubicBezTo>
                    <a:pt x="27409" y="14580"/>
                    <a:pt x="27430" y="14668"/>
                    <a:pt x="27471" y="14748"/>
                  </a:cubicBezTo>
                  <a:lnTo>
                    <a:pt x="28651" y="17076"/>
                  </a:lnTo>
                  <a:cubicBezTo>
                    <a:pt x="28755" y="17282"/>
                    <a:pt x="28673" y="17456"/>
                    <a:pt x="28633" y="17522"/>
                  </a:cubicBezTo>
                  <a:cubicBezTo>
                    <a:pt x="28593" y="17587"/>
                    <a:pt x="28474" y="17740"/>
                    <a:pt x="28242" y="17740"/>
                  </a:cubicBezTo>
                  <a:lnTo>
                    <a:pt x="27261" y="17740"/>
                  </a:lnTo>
                  <a:cubicBezTo>
                    <a:pt x="26969" y="17740"/>
                    <a:pt x="26724" y="17963"/>
                    <a:pt x="26697" y="18254"/>
                  </a:cubicBezTo>
                  <a:lnTo>
                    <a:pt x="26299" y="22446"/>
                  </a:lnTo>
                  <a:cubicBezTo>
                    <a:pt x="26209" y="23402"/>
                    <a:pt x="25417" y="24123"/>
                    <a:pt x="24457" y="24123"/>
                  </a:cubicBezTo>
                  <a:lnTo>
                    <a:pt x="22840" y="24123"/>
                  </a:lnTo>
                  <a:cubicBezTo>
                    <a:pt x="22526" y="24123"/>
                    <a:pt x="22273" y="24377"/>
                    <a:pt x="22273" y="24689"/>
                  </a:cubicBezTo>
                  <a:cubicBezTo>
                    <a:pt x="22273" y="25003"/>
                    <a:pt x="22526" y="25257"/>
                    <a:pt x="22840" y="25257"/>
                  </a:cubicBezTo>
                  <a:lnTo>
                    <a:pt x="24457" y="25257"/>
                  </a:lnTo>
                  <a:cubicBezTo>
                    <a:pt x="26005" y="25257"/>
                    <a:pt x="27282" y="24094"/>
                    <a:pt x="27428" y="22553"/>
                  </a:cubicBezTo>
                  <a:lnTo>
                    <a:pt x="27777" y="18874"/>
                  </a:lnTo>
                  <a:lnTo>
                    <a:pt x="28242" y="18874"/>
                  </a:lnTo>
                  <a:cubicBezTo>
                    <a:pt x="28800" y="18874"/>
                    <a:pt x="29307" y="18590"/>
                    <a:pt x="29600" y="18115"/>
                  </a:cubicBezTo>
                  <a:cubicBezTo>
                    <a:pt x="29891" y="17639"/>
                    <a:pt x="29914" y="17060"/>
                    <a:pt x="29661" y="16563"/>
                  </a:cubicBezTo>
                  <a:lnTo>
                    <a:pt x="28544" y="14356"/>
                  </a:lnTo>
                  <a:lnTo>
                    <a:pt x="28546" y="11219"/>
                  </a:lnTo>
                  <a:cubicBezTo>
                    <a:pt x="28546" y="5964"/>
                    <a:pt x="24928" y="1470"/>
                    <a:pt x="20024" y="330"/>
                  </a:cubicBezTo>
                  <a:cubicBezTo>
                    <a:pt x="18622" y="4"/>
                    <a:pt x="19051" y="234"/>
                    <a:pt x="18416" y="58"/>
                  </a:cubicBezTo>
                  <a:cubicBezTo>
                    <a:pt x="18414" y="58"/>
                    <a:pt x="18412" y="59"/>
                    <a:pt x="18409" y="59"/>
                  </a:cubicBezTo>
                  <a:cubicBezTo>
                    <a:pt x="18347" y="59"/>
                    <a:pt x="18049" y="1"/>
                    <a:pt x="18007"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28" name="Google Shape;1228;p47">
              <a:extLst>
                <a:ext uri="{FF2B5EF4-FFF2-40B4-BE49-F238E27FC236}">
                  <a16:creationId xmlns:a16="http://schemas.microsoft.com/office/drawing/2014/main" id="{778AAA6F-D75B-B8BB-8C04-1F3B874B3C8E}"/>
                </a:ext>
              </a:extLst>
            </p:cNvPr>
            <p:cNvSpPr/>
            <p:nvPr/>
          </p:nvSpPr>
          <p:spPr>
            <a:xfrm rot="-1002475">
              <a:off x="1495332" y="2786710"/>
              <a:ext cx="610933" cy="467007"/>
            </a:xfrm>
            <a:custGeom>
              <a:avLst/>
              <a:gdLst/>
              <a:ahLst/>
              <a:cxnLst/>
              <a:rect l="l" t="t" r="r" b="b"/>
              <a:pathLst>
                <a:path w="15434" h="11798" extrusionOk="0">
                  <a:moveTo>
                    <a:pt x="9688" y="1"/>
                  </a:moveTo>
                  <a:cubicBezTo>
                    <a:pt x="9374" y="1"/>
                    <a:pt x="9121" y="254"/>
                    <a:pt x="9121" y="568"/>
                  </a:cubicBezTo>
                  <a:cubicBezTo>
                    <a:pt x="9121" y="881"/>
                    <a:pt x="9374" y="1134"/>
                    <a:pt x="9688" y="1134"/>
                  </a:cubicBezTo>
                  <a:lnTo>
                    <a:pt x="11274" y="1134"/>
                  </a:lnTo>
                  <a:cubicBezTo>
                    <a:pt x="12943" y="1134"/>
                    <a:pt x="14300" y="2492"/>
                    <a:pt x="14300" y="4161"/>
                  </a:cubicBezTo>
                  <a:cubicBezTo>
                    <a:pt x="14300" y="5030"/>
                    <a:pt x="13721" y="5767"/>
                    <a:pt x="12928" y="6005"/>
                  </a:cubicBezTo>
                  <a:cubicBezTo>
                    <a:pt x="12879" y="5505"/>
                    <a:pt x="12725" y="4834"/>
                    <a:pt x="12287" y="4314"/>
                  </a:cubicBezTo>
                  <a:cubicBezTo>
                    <a:pt x="12486" y="3967"/>
                    <a:pt x="12579" y="3582"/>
                    <a:pt x="12560" y="3174"/>
                  </a:cubicBezTo>
                  <a:cubicBezTo>
                    <a:pt x="12547" y="2870"/>
                    <a:pt x="12299" y="2633"/>
                    <a:pt x="11995" y="2633"/>
                  </a:cubicBezTo>
                  <a:cubicBezTo>
                    <a:pt x="11986" y="2633"/>
                    <a:pt x="11977" y="2633"/>
                    <a:pt x="11968" y="2633"/>
                  </a:cubicBezTo>
                  <a:cubicBezTo>
                    <a:pt x="11655" y="2648"/>
                    <a:pt x="11413" y="2913"/>
                    <a:pt x="11428" y="3225"/>
                  </a:cubicBezTo>
                  <a:cubicBezTo>
                    <a:pt x="11443" y="3572"/>
                    <a:pt x="11289" y="3872"/>
                    <a:pt x="10956" y="4140"/>
                  </a:cubicBezTo>
                  <a:cubicBezTo>
                    <a:pt x="10668" y="4372"/>
                    <a:pt x="10358" y="4483"/>
                    <a:pt x="10348" y="4487"/>
                  </a:cubicBezTo>
                  <a:cubicBezTo>
                    <a:pt x="10052" y="4588"/>
                    <a:pt x="9894" y="4909"/>
                    <a:pt x="9994" y="5204"/>
                  </a:cubicBezTo>
                  <a:cubicBezTo>
                    <a:pt x="10073" y="5441"/>
                    <a:pt x="10294" y="5591"/>
                    <a:pt x="10531" y="5591"/>
                  </a:cubicBezTo>
                  <a:cubicBezTo>
                    <a:pt x="10591" y="5591"/>
                    <a:pt x="10651" y="5581"/>
                    <a:pt x="10712" y="5560"/>
                  </a:cubicBezTo>
                  <a:cubicBezTo>
                    <a:pt x="10755" y="5546"/>
                    <a:pt x="11110" y="5421"/>
                    <a:pt x="11498" y="5150"/>
                  </a:cubicBezTo>
                  <a:cubicBezTo>
                    <a:pt x="11809" y="5617"/>
                    <a:pt x="11834" y="6323"/>
                    <a:pt x="11810" y="6602"/>
                  </a:cubicBezTo>
                  <a:cubicBezTo>
                    <a:pt x="11810" y="6610"/>
                    <a:pt x="11810" y="6617"/>
                    <a:pt x="11809" y="6626"/>
                  </a:cubicBezTo>
                  <a:cubicBezTo>
                    <a:pt x="11809" y="6634"/>
                    <a:pt x="11808" y="6644"/>
                    <a:pt x="11808" y="6653"/>
                  </a:cubicBezTo>
                  <a:cubicBezTo>
                    <a:pt x="11808" y="7872"/>
                    <a:pt x="10816" y="8864"/>
                    <a:pt x="9597" y="8864"/>
                  </a:cubicBezTo>
                  <a:lnTo>
                    <a:pt x="4495" y="8864"/>
                  </a:lnTo>
                  <a:cubicBezTo>
                    <a:pt x="4305" y="8864"/>
                    <a:pt x="4128" y="8960"/>
                    <a:pt x="4023" y="9118"/>
                  </a:cubicBezTo>
                  <a:lnTo>
                    <a:pt x="3168" y="10401"/>
                  </a:lnTo>
                  <a:cubicBezTo>
                    <a:pt x="3058" y="10566"/>
                    <a:pt x="2876" y="10663"/>
                    <a:pt x="2678" y="10663"/>
                  </a:cubicBezTo>
                  <a:lnTo>
                    <a:pt x="1722" y="10663"/>
                  </a:lnTo>
                  <a:cubicBezTo>
                    <a:pt x="1397" y="10663"/>
                    <a:pt x="1133" y="10399"/>
                    <a:pt x="1133" y="10076"/>
                  </a:cubicBezTo>
                  <a:lnTo>
                    <a:pt x="1133" y="7677"/>
                  </a:lnTo>
                  <a:cubicBezTo>
                    <a:pt x="1133" y="6032"/>
                    <a:pt x="1746" y="4459"/>
                    <a:pt x="2858" y="3249"/>
                  </a:cubicBezTo>
                  <a:cubicBezTo>
                    <a:pt x="3964" y="2047"/>
                    <a:pt x="5466" y="1305"/>
                    <a:pt x="7085" y="1160"/>
                  </a:cubicBezTo>
                  <a:cubicBezTo>
                    <a:pt x="7399" y="1133"/>
                    <a:pt x="7628" y="858"/>
                    <a:pt x="7601" y="547"/>
                  </a:cubicBezTo>
                  <a:cubicBezTo>
                    <a:pt x="7574" y="252"/>
                    <a:pt x="7328" y="30"/>
                    <a:pt x="7039" y="30"/>
                  </a:cubicBezTo>
                  <a:cubicBezTo>
                    <a:pt x="7022" y="30"/>
                    <a:pt x="7004" y="31"/>
                    <a:pt x="6986" y="32"/>
                  </a:cubicBezTo>
                  <a:cubicBezTo>
                    <a:pt x="5084" y="201"/>
                    <a:pt x="3321" y="1071"/>
                    <a:pt x="2025" y="2483"/>
                  </a:cubicBezTo>
                  <a:cubicBezTo>
                    <a:pt x="719" y="3902"/>
                    <a:pt x="1" y="5747"/>
                    <a:pt x="1" y="7677"/>
                  </a:cubicBezTo>
                  <a:lnTo>
                    <a:pt x="1" y="10076"/>
                  </a:lnTo>
                  <a:cubicBezTo>
                    <a:pt x="1" y="11025"/>
                    <a:pt x="773" y="11798"/>
                    <a:pt x="1722" y="11798"/>
                  </a:cubicBezTo>
                  <a:lnTo>
                    <a:pt x="2679" y="11798"/>
                  </a:lnTo>
                  <a:cubicBezTo>
                    <a:pt x="3256" y="11798"/>
                    <a:pt x="3793" y="11511"/>
                    <a:pt x="4112" y="11030"/>
                  </a:cubicBezTo>
                  <a:lnTo>
                    <a:pt x="4800" y="9999"/>
                  </a:lnTo>
                  <a:lnTo>
                    <a:pt x="9597" y="9999"/>
                  </a:lnTo>
                  <a:cubicBezTo>
                    <a:pt x="11264" y="9999"/>
                    <a:pt x="12650" y="8772"/>
                    <a:pt x="12902" y="7175"/>
                  </a:cubicBezTo>
                  <a:cubicBezTo>
                    <a:pt x="14338" y="6924"/>
                    <a:pt x="15434" y="5668"/>
                    <a:pt x="15434" y="4162"/>
                  </a:cubicBezTo>
                  <a:cubicBezTo>
                    <a:pt x="15434" y="1868"/>
                    <a:pt x="13568" y="1"/>
                    <a:pt x="11274"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29" name="Google Shape;1229;p47">
              <a:extLst>
                <a:ext uri="{FF2B5EF4-FFF2-40B4-BE49-F238E27FC236}">
                  <a16:creationId xmlns:a16="http://schemas.microsoft.com/office/drawing/2014/main" id="{FCEE9CC3-98D8-E266-0107-1D474BA958F3}"/>
                </a:ext>
              </a:extLst>
            </p:cNvPr>
            <p:cNvSpPr/>
            <p:nvPr/>
          </p:nvSpPr>
          <p:spPr>
            <a:xfrm rot="-1002475">
              <a:off x="1625186" y="3048514"/>
              <a:ext cx="134822" cy="82453"/>
            </a:xfrm>
            <a:custGeom>
              <a:avLst/>
              <a:gdLst/>
              <a:ahLst/>
              <a:cxnLst/>
              <a:rect l="l" t="t" r="r" b="b"/>
              <a:pathLst>
                <a:path w="3406" h="2083" extrusionOk="0">
                  <a:moveTo>
                    <a:pt x="2760" y="1"/>
                  </a:moveTo>
                  <a:cubicBezTo>
                    <a:pt x="2547" y="1"/>
                    <a:pt x="2344" y="121"/>
                    <a:pt x="2247" y="325"/>
                  </a:cubicBezTo>
                  <a:cubicBezTo>
                    <a:pt x="2098" y="638"/>
                    <a:pt x="1822" y="830"/>
                    <a:pt x="1402" y="911"/>
                  </a:cubicBezTo>
                  <a:cubicBezTo>
                    <a:pt x="1247" y="940"/>
                    <a:pt x="1100" y="949"/>
                    <a:pt x="981" y="949"/>
                  </a:cubicBezTo>
                  <a:cubicBezTo>
                    <a:pt x="817" y="949"/>
                    <a:pt x="706" y="933"/>
                    <a:pt x="701" y="931"/>
                  </a:cubicBezTo>
                  <a:cubicBezTo>
                    <a:pt x="670" y="927"/>
                    <a:pt x="640" y="924"/>
                    <a:pt x="610" y="924"/>
                  </a:cubicBezTo>
                  <a:cubicBezTo>
                    <a:pt x="338" y="924"/>
                    <a:pt x="97" y="1121"/>
                    <a:pt x="51" y="1400"/>
                  </a:cubicBezTo>
                  <a:cubicBezTo>
                    <a:pt x="1" y="1708"/>
                    <a:pt x="210" y="2000"/>
                    <a:pt x="519" y="2050"/>
                  </a:cubicBezTo>
                  <a:cubicBezTo>
                    <a:pt x="549" y="2056"/>
                    <a:pt x="726" y="2083"/>
                    <a:pt x="980" y="2083"/>
                  </a:cubicBezTo>
                  <a:cubicBezTo>
                    <a:pt x="1150" y="2083"/>
                    <a:pt x="1354" y="2071"/>
                    <a:pt x="1573" y="2033"/>
                  </a:cubicBezTo>
                  <a:cubicBezTo>
                    <a:pt x="2373" y="1890"/>
                    <a:pt x="2959" y="1468"/>
                    <a:pt x="3272" y="811"/>
                  </a:cubicBezTo>
                  <a:cubicBezTo>
                    <a:pt x="3406" y="528"/>
                    <a:pt x="3285" y="190"/>
                    <a:pt x="3002" y="56"/>
                  </a:cubicBezTo>
                  <a:cubicBezTo>
                    <a:pt x="2924" y="19"/>
                    <a:pt x="2841" y="1"/>
                    <a:pt x="2760"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2" name="AutoShape 2" descr="Output image">
            <a:extLst>
              <a:ext uri="{FF2B5EF4-FFF2-40B4-BE49-F238E27FC236}">
                <a16:creationId xmlns:a16="http://schemas.microsoft.com/office/drawing/2014/main" id="{72F23609-9A03-5174-BED6-FB97302DCFF9}"/>
              </a:ext>
            </a:extLst>
          </p:cNvPr>
          <p:cNvSpPr>
            <a:spLocks noChangeAspect="1" noChangeArrowheads="1"/>
          </p:cNvSpPr>
          <p:nvPr/>
        </p:nvSpPr>
        <p:spPr bwMode="auto">
          <a:xfrm>
            <a:off x="4419600" y="241935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3" name="AutoShape 4" descr="Output image">
            <a:extLst>
              <a:ext uri="{FF2B5EF4-FFF2-40B4-BE49-F238E27FC236}">
                <a16:creationId xmlns:a16="http://schemas.microsoft.com/office/drawing/2014/main" id="{EE03D64C-4304-6254-0228-BDEBAC5278C2}"/>
              </a:ext>
            </a:extLst>
          </p:cNvPr>
          <p:cNvSpPr>
            <a:spLocks noChangeAspect="1" noChangeArrowheads="1"/>
          </p:cNvSpPr>
          <p:nvPr/>
        </p:nvSpPr>
        <p:spPr bwMode="auto">
          <a:xfrm>
            <a:off x="4572000" y="257175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graphicFrame>
        <p:nvGraphicFramePr>
          <p:cNvPr id="4" name="Table 3">
            <a:extLst>
              <a:ext uri="{FF2B5EF4-FFF2-40B4-BE49-F238E27FC236}">
                <a16:creationId xmlns:a16="http://schemas.microsoft.com/office/drawing/2014/main" id="{FF6F85C2-F1D5-5155-B119-AB10BE9EF1E2}"/>
              </a:ext>
            </a:extLst>
          </p:cNvPr>
          <p:cNvGraphicFramePr>
            <a:graphicFrameLocks noGrp="1"/>
          </p:cNvGraphicFramePr>
          <p:nvPr>
            <p:extLst>
              <p:ext uri="{D42A27DB-BD31-4B8C-83A1-F6EECF244321}">
                <p14:modId xmlns:p14="http://schemas.microsoft.com/office/powerpoint/2010/main" val="4271516342"/>
              </p:ext>
            </p:extLst>
          </p:nvPr>
        </p:nvGraphicFramePr>
        <p:xfrm>
          <a:off x="0" y="-1"/>
          <a:ext cx="9144000" cy="3462866"/>
        </p:xfrm>
        <a:graphic>
          <a:graphicData uri="http://schemas.openxmlformats.org/drawingml/2006/table">
            <a:tbl>
              <a:tblPr>
                <a:tableStyleId>{69C7853C-536D-4A76-A0AE-DD22124D55A5}</a:tableStyleId>
              </a:tblPr>
              <a:tblGrid>
                <a:gridCol w="3048000">
                  <a:extLst>
                    <a:ext uri="{9D8B030D-6E8A-4147-A177-3AD203B41FA5}">
                      <a16:colId xmlns:a16="http://schemas.microsoft.com/office/drawing/2014/main" val="3236565834"/>
                    </a:ext>
                  </a:extLst>
                </a:gridCol>
                <a:gridCol w="3048000">
                  <a:extLst>
                    <a:ext uri="{9D8B030D-6E8A-4147-A177-3AD203B41FA5}">
                      <a16:colId xmlns:a16="http://schemas.microsoft.com/office/drawing/2014/main" val="1548443597"/>
                    </a:ext>
                  </a:extLst>
                </a:gridCol>
                <a:gridCol w="3048000">
                  <a:extLst>
                    <a:ext uri="{9D8B030D-6E8A-4147-A177-3AD203B41FA5}">
                      <a16:colId xmlns:a16="http://schemas.microsoft.com/office/drawing/2014/main" val="3670230256"/>
                    </a:ext>
                  </a:extLst>
                </a:gridCol>
              </a:tblGrid>
              <a:tr h="534941">
                <a:tc>
                  <a:txBody>
                    <a:bodyPr/>
                    <a:lstStyle/>
                    <a:p>
                      <a:pPr algn="ctr">
                        <a:buNone/>
                      </a:pPr>
                      <a:r>
                        <a:rPr lang="en-US" sz="1400" b="1" dirty="0">
                          <a:effectLst/>
                          <a:latin typeface="Times New Roman" panose="02020603050405020304" pitchFamily="18" charset="0"/>
                          <a:cs typeface="Times New Roman" panose="02020603050405020304" pitchFamily="18" charset="0"/>
                        </a:rPr>
                        <a:t>Compound</a:t>
                      </a:r>
                    </a:p>
                  </a:txBody>
                  <a:tcPr marL="45430" marR="45430" marT="45430" marB="45430" anchor="ctr"/>
                </a:tc>
                <a:tc>
                  <a:txBody>
                    <a:bodyPr/>
                    <a:lstStyle/>
                    <a:p>
                      <a:pPr algn="ctr">
                        <a:buNone/>
                      </a:pPr>
                      <a:r>
                        <a:rPr lang="en-US" sz="1400" b="1" dirty="0">
                          <a:effectLst/>
                          <a:latin typeface="Times New Roman" panose="02020603050405020304" pitchFamily="18" charset="0"/>
                          <a:cs typeface="Times New Roman" panose="02020603050405020304" pitchFamily="18" charset="0"/>
                        </a:rPr>
                        <a:t>Suggested Dose (I.P.)</a:t>
                      </a:r>
                    </a:p>
                  </a:txBody>
                  <a:tcPr marL="45430" marR="45430" marT="45430" marB="45430" anchor="ctr"/>
                </a:tc>
                <a:tc>
                  <a:txBody>
                    <a:bodyPr/>
                    <a:lstStyle/>
                    <a:p>
                      <a:pPr algn="ctr">
                        <a:buNone/>
                      </a:pPr>
                      <a:r>
                        <a:rPr lang="en-US" sz="1400" b="1">
                          <a:effectLst/>
                          <a:latin typeface="Times New Roman" panose="02020603050405020304" pitchFamily="18" charset="0"/>
                          <a:cs typeface="Times New Roman" panose="02020603050405020304" pitchFamily="18" charset="0"/>
                        </a:rPr>
                        <a:t>Basis of the Suggestion &amp; Evidence Gaps</a:t>
                      </a:r>
                    </a:p>
                  </a:txBody>
                  <a:tcPr marL="45430" marR="45430" marT="45430" marB="45430" anchor="ctr"/>
                </a:tc>
                <a:extLst>
                  <a:ext uri="{0D108BD9-81ED-4DB2-BD59-A6C34878D82A}">
                    <a16:rowId xmlns:a16="http://schemas.microsoft.com/office/drawing/2014/main" val="1218831584"/>
                  </a:ext>
                </a:extLst>
              </a:tr>
              <a:tr h="975975">
                <a:tc>
                  <a:txBody>
                    <a:bodyPr/>
                    <a:lstStyle/>
                    <a:p>
                      <a:pPr algn="ctr">
                        <a:buNone/>
                      </a:pPr>
                      <a:r>
                        <a:rPr lang="en-US" sz="1400" dirty="0">
                          <a:effectLst/>
                          <a:latin typeface="Times New Roman" panose="02020603050405020304" pitchFamily="18" charset="0"/>
                          <a:cs typeface="Times New Roman" panose="02020603050405020304" pitchFamily="18" charset="0"/>
                        </a:rPr>
                        <a:t>Prednisolone</a:t>
                      </a:r>
                    </a:p>
                  </a:txBody>
                  <a:tcPr marL="45430" marR="45430" marT="45430" marB="45430" anchor="ctr"/>
                </a:tc>
                <a:tc>
                  <a:txBody>
                    <a:bodyPr/>
                    <a:lstStyle/>
                    <a:p>
                      <a:pPr algn="ctr">
                        <a:buNone/>
                      </a:pPr>
                      <a:r>
                        <a:rPr lang="en-US" sz="1400" dirty="0">
                          <a:effectLst/>
                          <a:latin typeface="Times New Roman" panose="02020603050405020304" pitchFamily="18" charset="0"/>
                          <a:cs typeface="Times New Roman" panose="02020603050405020304" pitchFamily="18" charset="0"/>
                        </a:rPr>
                        <a:t>2-3 mg/kg (Effective Dose)</a:t>
                      </a:r>
                    </a:p>
                  </a:txBody>
                  <a:tcPr marL="45430" marR="45430" marT="45430" marB="45430" anchor="ctr"/>
                </a:tc>
                <a:tc>
                  <a:txBody>
                    <a:bodyPr/>
                    <a:lstStyle/>
                    <a:p>
                      <a:pPr algn="ctr">
                        <a:buNone/>
                      </a:pPr>
                      <a:r>
                        <a:rPr lang="en-US" sz="1400">
                          <a:effectLst/>
                          <a:latin typeface="Times New Roman" panose="02020603050405020304" pitchFamily="18" charset="0"/>
                          <a:cs typeface="Times New Roman" panose="02020603050405020304" pitchFamily="18" charset="0"/>
                        </a:rPr>
                        <a:t>Based on a 2025 study with 10 mg/kg (oral) fully effective dose. IP dose adjusted for oral bioavailability (~70%). No direct IP RA dose found.</a:t>
                      </a:r>
                    </a:p>
                  </a:txBody>
                  <a:tcPr marL="45430" marR="45430" marT="45430" marB="45430" anchor="ctr"/>
                </a:tc>
                <a:extLst>
                  <a:ext uri="{0D108BD9-81ED-4DB2-BD59-A6C34878D82A}">
                    <a16:rowId xmlns:a16="http://schemas.microsoft.com/office/drawing/2014/main" val="3390981203"/>
                  </a:ext>
                </a:extLst>
              </a:tr>
              <a:tr h="975975">
                <a:tc>
                  <a:txBody>
                    <a:bodyPr/>
                    <a:lstStyle/>
                    <a:p>
                      <a:pPr algn="ctr">
                        <a:buNone/>
                      </a:pPr>
                      <a:r>
                        <a:rPr lang="en-US" sz="1400">
                          <a:effectLst/>
                          <a:latin typeface="Times New Roman" panose="02020603050405020304" pitchFamily="18" charset="0"/>
                          <a:cs typeface="Times New Roman" panose="02020603050405020304" pitchFamily="18" charset="0"/>
                        </a:rPr>
                        <a:t>Prednisolone</a:t>
                      </a:r>
                    </a:p>
                  </a:txBody>
                  <a:tcPr marL="45430" marR="45430" marT="45430" marB="45430" anchor="ctr"/>
                </a:tc>
                <a:tc>
                  <a:txBody>
                    <a:bodyPr/>
                    <a:lstStyle/>
                    <a:p>
                      <a:pPr algn="ctr">
                        <a:buNone/>
                      </a:pPr>
                      <a:r>
                        <a:rPr lang="en-US" sz="1400" dirty="0">
                          <a:effectLst/>
                          <a:latin typeface="Times New Roman" panose="02020603050405020304" pitchFamily="18" charset="0"/>
                          <a:cs typeface="Times New Roman" panose="02020603050405020304" pitchFamily="18" charset="0"/>
                        </a:rPr>
                        <a:t>0.5-1 mg/kg (Low/Sub-therapeutic Dose)</a:t>
                      </a:r>
                    </a:p>
                  </a:txBody>
                  <a:tcPr marL="45430" marR="45430" marT="45430" marB="45430" anchor="ctr"/>
                </a:tc>
                <a:tc>
                  <a:txBody>
                    <a:bodyPr/>
                    <a:lstStyle/>
                    <a:p>
                      <a:pPr algn="ctr">
                        <a:buNone/>
                      </a:pPr>
                      <a:r>
                        <a:rPr lang="en-US" sz="1400">
                          <a:effectLst/>
                          <a:latin typeface="Times New Roman" panose="02020603050405020304" pitchFamily="18" charset="0"/>
                          <a:cs typeface="Times New Roman" panose="02020603050405020304" pitchFamily="18" charset="0"/>
                        </a:rPr>
                        <a:t>Based on same 2025 study where 5 mg/kg (oral) half-dose effective in combination therapy. Supports dose-reduction goal.</a:t>
                      </a:r>
                    </a:p>
                  </a:txBody>
                  <a:tcPr marL="45430" marR="45430" marT="45430" marB="45430" anchor="ctr"/>
                </a:tc>
                <a:extLst>
                  <a:ext uri="{0D108BD9-81ED-4DB2-BD59-A6C34878D82A}">
                    <a16:rowId xmlns:a16="http://schemas.microsoft.com/office/drawing/2014/main" val="1262635225"/>
                  </a:ext>
                </a:extLst>
              </a:tr>
              <a:tr h="975975">
                <a:tc>
                  <a:txBody>
                    <a:bodyPr/>
                    <a:lstStyle/>
                    <a:p>
                      <a:pPr algn="ctr">
                        <a:buNone/>
                      </a:pPr>
                      <a:r>
                        <a:rPr lang="en-US" sz="1400">
                          <a:effectLst/>
                          <a:latin typeface="Times New Roman" panose="02020603050405020304" pitchFamily="18" charset="0"/>
                          <a:cs typeface="Times New Roman" panose="02020603050405020304" pitchFamily="18" charset="0"/>
                        </a:rPr>
                        <a:t>PEA</a:t>
                      </a:r>
                    </a:p>
                  </a:txBody>
                  <a:tcPr marL="45430" marR="45430" marT="45430" marB="45430" anchor="ctr"/>
                </a:tc>
                <a:tc>
                  <a:txBody>
                    <a:bodyPr/>
                    <a:lstStyle/>
                    <a:p>
                      <a:pPr algn="ctr">
                        <a:buNone/>
                      </a:pPr>
                      <a:r>
                        <a:rPr lang="en-US" sz="1400" dirty="0">
                          <a:effectLst/>
                          <a:latin typeface="Times New Roman" panose="02020603050405020304" pitchFamily="18" charset="0"/>
                          <a:cs typeface="Times New Roman" panose="02020603050405020304" pitchFamily="18" charset="0"/>
                        </a:rPr>
                        <a:t>10-30 mg/kg</a:t>
                      </a:r>
                    </a:p>
                  </a:txBody>
                  <a:tcPr marL="45430" marR="45430" marT="45430" marB="45430" anchor="ctr"/>
                </a:tc>
                <a:tc>
                  <a:txBody>
                    <a:bodyPr/>
                    <a:lstStyle/>
                    <a:p>
                      <a:pPr algn="ctr">
                        <a:buNone/>
                      </a:pPr>
                      <a:r>
                        <a:rPr lang="en-US" sz="1400" dirty="0">
                          <a:effectLst/>
                          <a:latin typeface="Times New Roman" panose="02020603050405020304" pitchFamily="18" charset="0"/>
                          <a:cs typeface="Times New Roman" panose="02020603050405020304" pitchFamily="18" charset="0"/>
                        </a:rPr>
                        <a:t>No specific IP RA dose found. Conservative estimate from typical experimental dosing. </a:t>
                      </a:r>
                      <a:r>
                        <a:rPr lang="en-US" sz="1400" b="1" u="sng" dirty="0">
                          <a:effectLst/>
                          <a:latin typeface="Times New Roman" panose="02020603050405020304" pitchFamily="18" charset="0"/>
                          <a:cs typeface="Times New Roman" panose="02020603050405020304" pitchFamily="18" charset="0"/>
                        </a:rPr>
                        <a:t>Pilot study recommended.</a:t>
                      </a:r>
                    </a:p>
                  </a:txBody>
                  <a:tcPr marL="45430" marR="45430" marT="45430" marB="45430" anchor="ctr"/>
                </a:tc>
                <a:extLst>
                  <a:ext uri="{0D108BD9-81ED-4DB2-BD59-A6C34878D82A}">
                    <a16:rowId xmlns:a16="http://schemas.microsoft.com/office/drawing/2014/main" val="2963124092"/>
                  </a:ext>
                </a:extLst>
              </a:tr>
            </a:tbl>
          </a:graphicData>
        </a:graphic>
      </p:graphicFrame>
      <p:sp>
        <p:nvSpPr>
          <p:cNvPr id="9" name="Google Shape;769;p36">
            <a:extLst>
              <a:ext uri="{FF2B5EF4-FFF2-40B4-BE49-F238E27FC236}">
                <a16:creationId xmlns:a16="http://schemas.microsoft.com/office/drawing/2014/main" id="{763944DC-FD45-A5D2-3D0F-41840F1D8597}"/>
              </a:ext>
            </a:extLst>
          </p:cNvPr>
          <p:cNvSpPr txBox="1">
            <a:spLocks/>
          </p:cNvSpPr>
          <p:nvPr/>
        </p:nvSpPr>
        <p:spPr>
          <a:xfrm>
            <a:off x="0" y="3780287"/>
            <a:ext cx="3964387" cy="1286934"/>
          </a:xfrm>
          <a:prstGeom prst="rect">
            <a:avLst/>
          </a:prstGeom>
          <a:solidFill>
            <a:schemeClr val="accent2"/>
          </a:solidFill>
          <a:ln>
            <a:noFill/>
          </a:ln>
          <a:effectLst>
            <a:outerShdw dist="95250" dir="3000000" algn="bl" rotWithShape="0">
              <a:schemeClr val="lt2"/>
            </a:outerShdw>
          </a:effectLst>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L="457200" marR="0" lvl="0" indent="-317500" algn="l" rtl="0">
              <a:lnSpc>
                <a:spcPct val="100000"/>
              </a:lnSpc>
              <a:spcBef>
                <a:spcPts val="0"/>
              </a:spcBef>
              <a:spcAft>
                <a:spcPts val="0"/>
              </a:spcAft>
              <a:buClr>
                <a:schemeClr val="dk1"/>
              </a:buClr>
              <a:buSzPts val="1400"/>
              <a:buFont typeface="Nunito"/>
              <a:buNone/>
              <a:defRPr sz="1600" b="0" i="0" u="none" strike="noStrike" cap="none">
                <a:solidFill>
                  <a:schemeClr val="dk1"/>
                </a:solidFill>
                <a:latin typeface="Nunito"/>
                <a:ea typeface="Nunito"/>
                <a:cs typeface="Nunito"/>
                <a:sym typeface="Nunito"/>
              </a:defRPr>
            </a:lvl1pPr>
            <a:lvl2pPr marL="914400" marR="0" lvl="1" indent="-317500" algn="ctr" rtl="0">
              <a:lnSpc>
                <a:spcPct val="100000"/>
              </a:lnSpc>
              <a:spcBef>
                <a:spcPts val="0"/>
              </a:spcBef>
              <a:spcAft>
                <a:spcPts val="0"/>
              </a:spcAft>
              <a:buClr>
                <a:schemeClr val="dk1"/>
              </a:buClr>
              <a:buSzPts val="1800"/>
              <a:buFont typeface="Nunito"/>
              <a:buNone/>
              <a:defRPr sz="1800" b="0" i="0" u="none" strike="noStrike" cap="none">
                <a:solidFill>
                  <a:schemeClr val="dk1"/>
                </a:solidFill>
                <a:latin typeface="Nunito"/>
                <a:ea typeface="Nunito"/>
                <a:cs typeface="Nunito"/>
                <a:sym typeface="Nunito"/>
              </a:defRPr>
            </a:lvl2pPr>
            <a:lvl3pPr marL="1371600" marR="0" lvl="2" indent="-317500" algn="ctr" rtl="0">
              <a:lnSpc>
                <a:spcPct val="100000"/>
              </a:lnSpc>
              <a:spcBef>
                <a:spcPts val="0"/>
              </a:spcBef>
              <a:spcAft>
                <a:spcPts val="0"/>
              </a:spcAft>
              <a:buClr>
                <a:schemeClr val="dk1"/>
              </a:buClr>
              <a:buSzPts val="1800"/>
              <a:buFont typeface="Nunito"/>
              <a:buNone/>
              <a:defRPr sz="1800" b="0" i="0" u="none" strike="noStrike" cap="none">
                <a:solidFill>
                  <a:schemeClr val="dk1"/>
                </a:solidFill>
                <a:latin typeface="Nunito"/>
                <a:ea typeface="Nunito"/>
                <a:cs typeface="Nunito"/>
                <a:sym typeface="Nunito"/>
              </a:defRPr>
            </a:lvl3pPr>
            <a:lvl4pPr marL="1828800" marR="0" lvl="3" indent="-317500" algn="ctr" rtl="0">
              <a:lnSpc>
                <a:spcPct val="100000"/>
              </a:lnSpc>
              <a:spcBef>
                <a:spcPts val="0"/>
              </a:spcBef>
              <a:spcAft>
                <a:spcPts val="0"/>
              </a:spcAft>
              <a:buClr>
                <a:schemeClr val="dk1"/>
              </a:buClr>
              <a:buSzPts val="1800"/>
              <a:buFont typeface="Nunito"/>
              <a:buNone/>
              <a:defRPr sz="1800" b="0" i="0" u="none" strike="noStrike" cap="none">
                <a:solidFill>
                  <a:schemeClr val="dk1"/>
                </a:solidFill>
                <a:latin typeface="Nunito"/>
                <a:ea typeface="Nunito"/>
                <a:cs typeface="Nunito"/>
                <a:sym typeface="Nunito"/>
              </a:defRPr>
            </a:lvl4pPr>
            <a:lvl5pPr marL="2286000" marR="0" lvl="4" indent="-317500" algn="ctr" rtl="0">
              <a:lnSpc>
                <a:spcPct val="100000"/>
              </a:lnSpc>
              <a:spcBef>
                <a:spcPts val="0"/>
              </a:spcBef>
              <a:spcAft>
                <a:spcPts val="0"/>
              </a:spcAft>
              <a:buClr>
                <a:schemeClr val="dk1"/>
              </a:buClr>
              <a:buSzPts val="1800"/>
              <a:buFont typeface="Nunito"/>
              <a:buNone/>
              <a:defRPr sz="1800" b="0" i="0" u="none" strike="noStrike" cap="none">
                <a:solidFill>
                  <a:schemeClr val="dk1"/>
                </a:solidFill>
                <a:latin typeface="Nunito"/>
                <a:ea typeface="Nunito"/>
                <a:cs typeface="Nunito"/>
                <a:sym typeface="Nunito"/>
              </a:defRPr>
            </a:lvl5pPr>
            <a:lvl6pPr marL="2743200" marR="0" lvl="5" indent="-317500" algn="ctr" rtl="0">
              <a:lnSpc>
                <a:spcPct val="100000"/>
              </a:lnSpc>
              <a:spcBef>
                <a:spcPts val="0"/>
              </a:spcBef>
              <a:spcAft>
                <a:spcPts val="0"/>
              </a:spcAft>
              <a:buClr>
                <a:schemeClr val="dk1"/>
              </a:buClr>
              <a:buSzPts val="1800"/>
              <a:buFont typeface="Nunito"/>
              <a:buNone/>
              <a:defRPr sz="1800" b="0" i="0" u="none" strike="noStrike" cap="none">
                <a:solidFill>
                  <a:schemeClr val="dk1"/>
                </a:solidFill>
                <a:latin typeface="Nunito"/>
                <a:ea typeface="Nunito"/>
                <a:cs typeface="Nunito"/>
                <a:sym typeface="Nunito"/>
              </a:defRPr>
            </a:lvl6pPr>
            <a:lvl7pPr marL="3200400" marR="0" lvl="6" indent="-317500" algn="ctr" rtl="0">
              <a:lnSpc>
                <a:spcPct val="100000"/>
              </a:lnSpc>
              <a:spcBef>
                <a:spcPts val="0"/>
              </a:spcBef>
              <a:spcAft>
                <a:spcPts val="0"/>
              </a:spcAft>
              <a:buClr>
                <a:schemeClr val="dk1"/>
              </a:buClr>
              <a:buSzPts val="1800"/>
              <a:buFont typeface="Nunito"/>
              <a:buNone/>
              <a:defRPr sz="1800" b="0" i="0" u="none" strike="noStrike" cap="none">
                <a:solidFill>
                  <a:schemeClr val="dk1"/>
                </a:solidFill>
                <a:latin typeface="Nunito"/>
                <a:ea typeface="Nunito"/>
                <a:cs typeface="Nunito"/>
                <a:sym typeface="Nunito"/>
              </a:defRPr>
            </a:lvl7pPr>
            <a:lvl8pPr marL="3657600" marR="0" lvl="7" indent="-317500" algn="ctr" rtl="0">
              <a:lnSpc>
                <a:spcPct val="100000"/>
              </a:lnSpc>
              <a:spcBef>
                <a:spcPts val="0"/>
              </a:spcBef>
              <a:spcAft>
                <a:spcPts val="0"/>
              </a:spcAft>
              <a:buClr>
                <a:schemeClr val="dk1"/>
              </a:buClr>
              <a:buSzPts val="1800"/>
              <a:buFont typeface="Nunito"/>
              <a:buNone/>
              <a:defRPr sz="1800" b="0" i="0" u="none" strike="noStrike" cap="none">
                <a:solidFill>
                  <a:schemeClr val="dk1"/>
                </a:solidFill>
                <a:latin typeface="Nunito"/>
                <a:ea typeface="Nunito"/>
                <a:cs typeface="Nunito"/>
                <a:sym typeface="Nunito"/>
              </a:defRPr>
            </a:lvl8pPr>
            <a:lvl9pPr marL="4114800" marR="0" lvl="8" indent="-317500" algn="ctr" rtl="0">
              <a:lnSpc>
                <a:spcPct val="100000"/>
              </a:lnSpc>
              <a:spcBef>
                <a:spcPts val="0"/>
              </a:spcBef>
              <a:spcAft>
                <a:spcPts val="0"/>
              </a:spcAft>
              <a:buClr>
                <a:schemeClr val="dk1"/>
              </a:buClr>
              <a:buSzPts val="1800"/>
              <a:buFont typeface="Nunito"/>
              <a:buNone/>
              <a:defRPr sz="1800" b="0" i="0" u="none" strike="noStrike" cap="none">
                <a:solidFill>
                  <a:schemeClr val="dk1"/>
                </a:solidFill>
                <a:latin typeface="Nunito"/>
                <a:ea typeface="Nunito"/>
                <a:cs typeface="Nunito"/>
                <a:sym typeface="Nunito"/>
              </a:defRPr>
            </a:lvl9pPr>
          </a:lstStyle>
          <a:p>
            <a:pPr algn="ctr"/>
            <a:r>
              <a:rPr lang="en-US" sz="1200" dirty="0" err="1">
                <a:solidFill>
                  <a:srgbClr val="1B1B1B"/>
                </a:solidFill>
                <a:latin typeface="Roboto Mono Web"/>
              </a:rPr>
              <a:t>Morvaridi</a:t>
            </a:r>
            <a:r>
              <a:rPr lang="en-US" sz="1200" dirty="0">
                <a:solidFill>
                  <a:srgbClr val="1B1B1B"/>
                </a:solidFill>
                <a:latin typeface="Roboto Mono Web"/>
              </a:rPr>
              <a:t> A, Abtahi </a:t>
            </a:r>
            <a:r>
              <a:rPr lang="en-US" sz="1200" dirty="0" err="1">
                <a:solidFill>
                  <a:srgbClr val="1B1B1B"/>
                </a:solidFill>
                <a:latin typeface="Roboto Mono Web"/>
              </a:rPr>
              <a:t>Froushani</a:t>
            </a:r>
            <a:r>
              <a:rPr lang="en-US" sz="1200" dirty="0">
                <a:solidFill>
                  <a:srgbClr val="1B1B1B"/>
                </a:solidFill>
                <a:latin typeface="Roboto Mono Web"/>
              </a:rPr>
              <a:t> SM, Farshid AA. Benefits of combining </a:t>
            </a:r>
            <a:r>
              <a:rPr lang="en-US" sz="1200" dirty="0" err="1">
                <a:solidFill>
                  <a:srgbClr val="1B1B1B"/>
                </a:solidFill>
                <a:latin typeface="Roboto Mono Web"/>
              </a:rPr>
              <a:t>piperine</a:t>
            </a:r>
            <a:r>
              <a:rPr lang="en-US" sz="1200" dirty="0">
                <a:solidFill>
                  <a:srgbClr val="1B1B1B"/>
                </a:solidFill>
                <a:latin typeface="Roboto Mono Web"/>
              </a:rPr>
              <a:t> with prednisolone in an experimental model of rheumatoid arthritis. Vet Res Forum. 2025;16(2):117-124. </a:t>
            </a:r>
            <a:r>
              <a:rPr lang="en-US" sz="1200" dirty="0" err="1">
                <a:solidFill>
                  <a:srgbClr val="1B1B1B"/>
                </a:solidFill>
                <a:latin typeface="Roboto Mono Web"/>
              </a:rPr>
              <a:t>doi</a:t>
            </a:r>
            <a:r>
              <a:rPr lang="en-US" sz="1200" dirty="0">
                <a:solidFill>
                  <a:srgbClr val="1B1B1B"/>
                </a:solidFill>
                <a:latin typeface="Roboto Mono Web"/>
              </a:rPr>
              <a:t>: 10.30466/vrf.2024.2031860.4316. </a:t>
            </a:r>
            <a:r>
              <a:rPr lang="en-US" sz="1200" dirty="0" err="1">
                <a:solidFill>
                  <a:srgbClr val="1B1B1B"/>
                </a:solidFill>
                <a:latin typeface="Roboto Mono Web"/>
              </a:rPr>
              <a:t>Epub</a:t>
            </a:r>
            <a:r>
              <a:rPr lang="en-US" sz="1200" dirty="0">
                <a:solidFill>
                  <a:srgbClr val="1B1B1B"/>
                </a:solidFill>
                <a:latin typeface="Roboto Mono Web"/>
              </a:rPr>
              <a:t> 2025 Feb 15. PMID: 40099241; PMCID: PMC11910975.</a:t>
            </a:r>
            <a:endParaRPr lang="en-US" sz="1200" dirty="0"/>
          </a:p>
        </p:txBody>
      </p:sp>
      <p:sp>
        <p:nvSpPr>
          <p:cNvPr id="5" name="Google Shape;769;p36">
            <a:extLst>
              <a:ext uri="{FF2B5EF4-FFF2-40B4-BE49-F238E27FC236}">
                <a16:creationId xmlns:a16="http://schemas.microsoft.com/office/drawing/2014/main" id="{3C727EE8-F35A-B9F8-C7C4-86F5F3D09C79}"/>
              </a:ext>
            </a:extLst>
          </p:cNvPr>
          <p:cNvSpPr txBox="1">
            <a:spLocks/>
          </p:cNvSpPr>
          <p:nvPr/>
        </p:nvSpPr>
        <p:spPr>
          <a:xfrm>
            <a:off x="5334000" y="3780286"/>
            <a:ext cx="3750733" cy="1363213"/>
          </a:xfrm>
          <a:prstGeom prst="rect">
            <a:avLst/>
          </a:prstGeom>
          <a:solidFill>
            <a:schemeClr val="accent2"/>
          </a:solidFill>
          <a:ln>
            <a:noFill/>
          </a:ln>
          <a:effectLst>
            <a:outerShdw dist="95250" dir="3000000" algn="bl" rotWithShape="0">
              <a:schemeClr val="lt2"/>
            </a:outerShdw>
          </a:effectLst>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L="457200" marR="0" lvl="0" indent="-317500" algn="l" rtl="0">
              <a:lnSpc>
                <a:spcPct val="100000"/>
              </a:lnSpc>
              <a:spcBef>
                <a:spcPts val="0"/>
              </a:spcBef>
              <a:spcAft>
                <a:spcPts val="0"/>
              </a:spcAft>
              <a:buClr>
                <a:schemeClr val="dk1"/>
              </a:buClr>
              <a:buSzPts val="1400"/>
              <a:buFont typeface="Nunito"/>
              <a:buNone/>
              <a:defRPr sz="1600" b="0" i="0" u="none" strike="noStrike" cap="none">
                <a:solidFill>
                  <a:schemeClr val="dk1"/>
                </a:solidFill>
                <a:latin typeface="Nunito"/>
                <a:ea typeface="Nunito"/>
                <a:cs typeface="Nunito"/>
                <a:sym typeface="Nunito"/>
              </a:defRPr>
            </a:lvl1pPr>
            <a:lvl2pPr marL="914400" marR="0" lvl="1" indent="-317500" algn="ctr" rtl="0">
              <a:lnSpc>
                <a:spcPct val="100000"/>
              </a:lnSpc>
              <a:spcBef>
                <a:spcPts val="0"/>
              </a:spcBef>
              <a:spcAft>
                <a:spcPts val="0"/>
              </a:spcAft>
              <a:buClr>
                <a:schemeClr val="dk1"/>
              </a:buClr>
              <a:buSzPts val="1800"/>
              <a:buFont typeface="Nunito"/>
              <a:buNone/>
              <a:defRPr sz="1800" b="0" i="0" u="none" strike="noStrike" cap="none">
                <a:solidFill>
                  <a:schemeClr val="dk1"/>
                </a:solidFill>
                <a:latin typeface="Nunito"/>
                <a:ea typeface="Nunito"/>
                <a:cs typeface="Nunito"/>
                <a:sym typeface="Nunito"/>
              </a:defRPr>
            </a:lvl2pPr>
            <a:lvl3pPr marL="1371600" marR="0" lvl="2" indent="-317500" algn="ctr" rtl="0">
              <a:lnSpc>
                <a:spcPct val="100000"/>
              </a:lnSpc>
              <a:spcBef>
                <a:spcPts val="0"/>
              </a:spcBef>
              <a:spcAft>
                <a:spcPts val="0"/>
              </a:spcAft>
              <a:buClr>
                <a:schemeClr val="dk1"/>
              </a:buClr>
              <a:buSzPts val="1800"/>
              <a:buFont typeface="Nunito"/>
              <a:buNone/>
              <a:defRPr sz="1800" b="0" i="0" u="none" strike="noStrike" cap="none">
                <a:solidFill>
                  <a:schemeClr val="dk1"/>
                </a:solidFill>
                <a:latin typeface="Nunito"/>
                <a:ea typeface="Nunito"/>
                <a:cs typeface="Nunito"/>
                <a:sym typeface="Nunito"/>
              </a:defRPr>
            </a:lvl3pPr>
            <a:lvl4pPr marL="1828800" marR="0" lvl="3" indent="-317500" algn="ctr" rtl="0">
              <a:lnSpc>
                <a:spcPct val="100000"/>
              </a:lnSpc>
              <a:spcBef>
                <a:spcPts val="0"/>
              </a:spcBef>
              <a:spcAft>
                <a:spcPts val="0"/>
              </a:spcAft>
              <a:buClr>
                <a:schemeClr val="dk1"/>
              </a:buClr>
              <a:buSzPts val="1800"/>
              <a:buFont typeface="Nunito"/>
              <a:buNone/>
              <a:defRPr sz="1800" b="0" i="0" u="none" strike="noStrike" cap="none">
                <a:solidFill>
                  <a:schemeClr val="dk1"/>
                </a:solidFill>
                <a:latin typeface="Nunito"/>
                <a:ea typeface="Nunito"/>
                <a:cs typeface="Nunito"/>
                <a:sym typeface="Nunito"/>
              </a:defRPr>
            </a:lvl4pPr>
            <a:lvl5pPr marL="2286000" marR="0" lvl="4" indent="-317500" algn="ctr" rtl="0">
              <a:lnSpc>
                <a:spcPct val="100000"/>
              </a:lnSpc>
              <a:spcBef>
                <a:spcPts val="0"/>
              </a:spcBef>
              <a:spcAft>
                <a:spcPts val="0"/>
              </a:spcAft>
              <a:buClr>
                <a:schemeClr val="dk1"/>
              </a:buClr>
              <a:buSzPts val="1800"/>
              <a:buFont typeface="Nunito"/>
              <a:buNone/>
              <a:defRPr sz="1800" b="0" i="0" u="none" strike="noStrike" cap="none">
                <a:solidFill>
                  <a:schemeClr val="dk1"/>
                </a:solidFill>
                <a:latin typeface="Nunito"/>
                <a:ea typeface="Nunito"/>
                <a:cs typeface="Nunito"/>
                <a:sym typeface="Nunito"/>
              </a:defRPr>
            </a:lvl5pPr>
            <a:lvl6pPr marL="2743200" marR="0" lvl="5" indent="-317500" algn="ctr" rtl="0">
              <a:lnSpc>
                <a:spcPct val="100000"/>
              </a:lnSpc>
              <a:spcBef>
                <a:spcPts val="0"/>
              </a:spcBef>
              <a:spcAft>
                <a:spcPts val="0"/>
              </a:spcAft>
              <a:buClr>
                <a:schemeClr val="dk1"/>
              </a:buClr>
              <a:buSzPts val="1800"/>
              <a:buFont typeface="Nunito"/>
              <a:buNone/>
              <a:defRPr sz="1800" b="0" i="0" u="none" strike="noStrike" cap="none">
                <a:solidFill>
                  <a:schemeClr val="dk1"/>
                </a:solidFill>
                <a:latin typeface="Nunito"/>
                <a:ea typeface="Nunito"/>
                <a:cs typeface="Nunito"/>
                <a:sym typeface="Nunito"/>
              </a:defRPr>
            </a:lvl6pPr>
            <a:lvl7pPr marL="3200400" marR="0" lvl="6" indent="-317500" algn="ctr" rtl="0">
              <a:lnSpc>
                <a:spcPct val="100000"/>
              </a:lnSpc>
              <a:spcBef>
                <a:spcPts val="0"/>
              </a:spcBef>
              <a:spcAft>
                <a:spcPts val="0"/>
              </a:spcAft>
              <a:buClr>
                <a:schemeClr val="dk1"/>
              </a:buClr>
              <a:buSzPts val="1800"/>
              <a:buFont typeface="Nunito"/>
              <a:buNone/>
              <a:defRPr sz="1800" b="0" i="0" u="none" strike="noStrike" cap="none">
                <a:solidFill>
                  <a:schemeClr val="dk1"/>
                </a:solidFill>
                <a:latin typeface="Nunito"/>
                <a:ea typeface="Nunito"/>
                <a:cs typeface="Nunito"/>
                <a:sym typeface="Nunito"/>
              </a:defRPr>
            </a:lvl7pPr>
            <a:lvl8pPr marL="3657600" marR="0" lvl="7" indent="-317500" algn="ctr" rtl="0">
              <a:lnSpc>
                <a:spcPct val="100000"/>
              </a:lnSpc>
              <a:spcBef>
                <a:spcPts val="0"/>
              </a:spcBef>
              <a:spcAft>
                <a:spcPts val="0"/>
              </a:spcAft>
              <a:buClr>
                <a:schemeClr val="dk1"/>
              </a:buClr>
              <a:buSzPts val="1800"/>
              <a:buFont typeface="Nunito"/>
              <a:buNone/>
              <a:defRPr sz="1800" b="0" i="0" u="none" strike="noStrike" cap="none">
                <a:solidFill>
                  <a:schemeClr val="dk1"/>
                </a:solidFill>
                <a:latin typeface="Nunito"/>
                <a:ea typeface="Nunito"/>
                <a:cs typeface="Nunito"/>
                <a:sym typeface="Nunito"/>
              </a:defRPr>
            </a:lvl8pPr>
            <a:lvl9pPr marL="4114800" marR="0" lvl="8" indent="-317500" algn="ctr" rtl="0">
              <a:lnSpc>
                <a:spcPct val="100000"/>
              </a:lnSpc>
              <a:spcBef>
                <a:spcPts val="0"/>
              </a:spcBef>
              <a:spcAft>
                <a:spcPts val="0"/>
              </a:spcAft>
              <a:buClr>
                <a:schemeClr val="dk1"/>
              </a:buClr>
              <a:buSzPts val="1800"/>
              <a:buFont typeface="Nunito"/>
              <a:buNone/>
              <a:defRPr sz="1800" b="0" i="0" u="none" strike="noStrike" cap="none">
                <a:solidFill>
                  <a:schemeClr val="dk1"/>
                </a:solidFill>
                <a:latin typeface="Nunito"/>
                <a:ea typeface="Nunito"/>
                <a:cs typeface="Nunito"/>
                <a:sym typeface="Nunito"/>
              </a:defRPr>
            </a:lvl9pPr>
          </a:lstStyle>
          <a:p>
            <a:pPr algn="ctr"/>
            <a:r>
              <a:rPr lang="da-DK" sz="1200" dirty="0">
                <a:solidFill>
                  <a:srgbClr val="1B1B1B"/>
                </a:solidFill>
                <a:latin typeface="Roboto Mono Web"/>
              </a:rPr>
              <a:t>Balaji S, Woodward TJ, Richter E, Chang A, Otiz R, Kulkarni PP, et al. Palmitoylethanolamide causes dose-dependent changes in brain function and the lipidome. Front Neurosci. 2024;18:1506352.</a:t>
            </a:r>
          </a:p>
          <a:p>
            <a:pPr algn="ctr"/>
            <a:endParaRPr lang="da-DK" sz="1200" dirty="0">
              <a:solidFill>
                <a:srgbClr val="1B1B1B"/>
              </a:solidFill>
              <a:latin typeface="Roboto Mono Web"/>
            </a:endParaRPr>
          </a:p>
        </p:txBody>
      </p:sp>
    </p:spTree>
    <p:extLst>
      <p:ext uri="{BB962C8B-B14F-4D97-AF65-F5344CB8AC3E}">
        <p14:creationId xmlns:p14="http://schemas.microsoft.com/office/powerpoint/2010/main" val="1210095995"/>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Shape 1220">
          <a:extLst>
            <a:ext uri="{FF2B5EF4-FFF2-40B4-BE49-F238E27FC236}">
              <a16:creationId xmlns:a16="http://schemas.microsoft.com/office/drawing/2014/main" id="{B73B2675-5115-DDF3-A095-70AED729AF74}"/>
            </a:ext>
          </a:extLst>
        </p:cNvPr>
        <p:cNvGrpSpPr/>
        <p:nvPr/>
      </p:nvGrpSpPr>
      <p:grpSpPr>
        <a:xfrm>
          <a:off x="0" y="0"/>
          <a:ext cx="0" cy="0"/>
          <a:chOff x="0" y="0"/>
          <a:chExt cx="0" cy="0"/>
        </a:xfrm>
      </p:grpSpPr>
      <p:sp>
        <p:nvSpPr>
          <p:cNvPr id="1221" name="Google Shape;1221;p47">
            <a:extLst>
              <a:ext uri="{FF2B5EF4-FFF2-40B4-BE49-F238E27FC236}">
                <a16:creationId xmlns:a16="http://schemas.microsoft.com/office/drawing/2014/main" id="{72F9C7DF-83F9-5067-E77C-5EFD6FD2A9EB}"/>
              </a:ext>
            </a:extLst>
          </p:cNvPr>
          <p:cNvSpPr txBox="1">
            <a:spLocks noGrp="1"/>
          </p:cNvSpPr>
          <p:nvPr>
            <p:ph type="title"/>
          </p:nvPr>
        </p:nvSpPr>
        <p:spPr>
          <a:xfrm>
            <a:off x="616254" y="1823426"/>
            <a:ext cx="8242017" cy="2529300"/>
          </a:xfrm>
          <a:prstGeom prst="rect">
            <a:avLst/>
          </a:prstGeom>
        </p:spPr>
        <p:txBody>
          <a:bodyPr spcFirstLastPara="1" wrap="square" lIns="91425" tIns="91425" rIns="91425" bIns="91425" anchor="ctr" anchorCtr="0">
            <a:noAutofit/>
          </a:bodyPr>
          <a:lstStyle/>
          <a:p>
            <a:pPr algn="l">
              <a:lnSpc>
                <a:spcPct val="100000"/>
              </a:lnSpc>
            </a:pPr>
            <a:r>
              <a:rPr lang="en-US" sz="1600" dirty="0"/>
              <a:t>Clinical Disease Scoring: Monitor and score paw swelling, erythema, and joint deformation several times weekly using a standardized arthritis index.</a:t>
            </a:r>
            <a:br>
              <a:rPr lang="en-US" sz="1600" dirty="0"/>
            </a:br>
            <a:br>
              <a:rPr lang="en-US" sz="1600" dirty="0"/>
            </a:br>
            <a:r>
              <a:rPr lang="en-US" sz="1600" u="sng" dirty="0"/>
              <a:t>Histopathological Analysis: After sacrifice, process joint tissues for histology. Stains like Hematoxylin &amp; Eosin (H&amp;E) and Safranin O can evaluate synovitis, pannus formation, cartilage erosion, and bone destruction </a:t>
            </a:r>
            <a:br>
              <a:rPr lang="en-US" sz="1600" dirty="0"/>
            </a:br>
            <a:br>
              <a:rPr lang="en-US" sz="1600" dirty="0"/>
            </a:br>
            <a:r>
              <a:rPr lang="en-US" sz="1600" dirty="0"/>
              <a:t>Molecular Biomarkers: Analyze serum, synovial fluid, or joint tissue homogenates for:</a:t>
            </a:r>
            <a:br>
              <a:rPr lang="en-US" sz="1600" dirty="0"/>
            </a:br>
            <a:br>
              <a:rPr lang="en-US" sz="1600" dirty="0"/>
            </a:br>
            <a:r>
              <a:rPr lang="en-US" sz="1600" u="sng" dirty="0"/>
              <a:t>Pro-inflammatory Cytokines: TNF-</a:t>
            </a:r>
            <a:r>
              <a:rPr lang="el-GR" sz="1600" u="sng" dirty="0"/>
              <a:t>α, </a:t>
            </a:r>
            <a:r>
              <a:rPr lang="en-US" sz="1600" u="sng" dirty="0"/>
              <a:t>IL-1</a:t>
            </a:r>
            <a:r>
              <a:rPr lang="el-GR" sz="1600" u="sng" dirty="0"/>
              <a:t>β, </a:t>
            </a:r>
            <a:r>
              <a:rPr lang="en-US" sz="1600" u="sng" dirty="0"/>
              <a:t>IL-6, and PGE₂ via ELISA, which are known to be suppressed by PEA </a:t>
            </a:r>
            <a:r>
              <a:rPr lang="en-US" sz="1600" dirty="0"/>
              <a:t>.</a:t>
            </a:r>
            <a:br>
              <a:rPr lang="en-US" sz="1600" dirty="0"/>
            </a:br>
            <a:br>
              <a:rPr lang="en-US" sz="1600" dirty="0"/>
            </a:br>
            <a:br>
              <a:rPr lang="en-US" sz="1600" dirty="0"/>
            </a:br>
            <a:endParaRPr lang="en-US" sz="1600" dirty="0"/>
          </a:p>
        </p:txBody>
      </p:sp>
      <p:grpSp>
        <p:nvGrpSpPr>
          <p:cNvPr id="1222" name="Google Shape;1222;p47">
            <a:extLst>
              <a:ext uri="{FF2B5EF4-FFF2-40B4-BE49-F238E27FC236}">
                <a16:creationId xmlns:a16="http://schemas.microsoft.com/office/drawing/2014/main" id="{D7D153AD-677D-525E-98B0-EA926E35E12B}"/>
              </a:ext>
            </a:extLst>
          </p:cNvPr>
          <p:cNvGrpSpPr/>
          <p:nvPr/>
        </p:nvGrpSpPr>
        <p:grpSpPr>
          <a:xfrm>
            <a:off x="122278" y="87555"/>
            <a:ext cx="623693" cy="542353"/>
            <a:chOff x="1082169" y="2497002"/>
            <a:chExt cx="1663996" cy="1720378"/>
          </a:xfrm>
        </p:grpSpPr>
        <p:sp>
          <p:nvSpPr>
            <p:cNvPr id="1223" name="Google Shape;1223;p47">
              <a:extLst>
                <a:ext uri="{FF2B5EF4-FFF2-40B4-BE49-F238E27FC236}">
                  <a16:creationId xmlns:a16="http://schemas.microsoft.com/office/drawing/2014/main" id="{56A8D6D4-D89F-1D99-18E9-87A32713F437}"/>
                </a:ext>
              </a:extLst>
            </p:cNvPr>
            <p:cNvSpPr/>
            <p:nvPr/>
          </p:nvSpPr>
          <p:spPr>
            <a:xfrm rot="-1002475">
              <a:off x="1255753" y="2656719"/>
              <a:ext cx="1316828" cy="1400943"/>
            </a:xfrm>
            <a:custGeom>
              <a:avLst/>
              <a:gdLst/>
              <a:ahLst/>
              <a:cxnLst/>
              <a:rect l="l" t="t" r="r" b="b"/>
              <a:pathLst>
                <a:path w="33267" h="35392" extrusionOk="0">
                  <a:moveTo>
                    <a:pt x="16501" y="1"/>
                  </a:moveTo>
                  <a:cubicBezTo>
                    <a:pt x="15873" y="110"/>
                    <a:pt x="14762" y="293"/>
                    <a:pt x="14762" y="293"/>
                  </a:cubicBezTo>
                  <a:cubicBezTo>
                    <a:pt x="12749" y="761"/>
                    <a:pt x="10902" y="1778"/>
                    <a:pt x="9405" y="3270"/>
                  </a:cubicBezTo>
                  <a:cubicBezTo>
                    <a:pt x="7289" y="5379"/>
                    <a:pt x="6118" y="8189"/>
                    <a:pt x="6108" y="11183"/>
                  </a:cubicBezTo>
                  <a:cubicBezTo>
                    <a:pt x="6102" y="13317"/>
                    <a:pt x="6696" y="15394"/>
                    <a:pt x="7829" y="17192"/>
                  </a:cubicBezTo>
                  <a:cubicBezTo>
                    <a:pt x="8647" y="18490"/>
                    <a:pt x="9079" y="19998"/>
                    <a:pt x="9079" y="21552"/>
                  </a:cubicBezTo>
                  <a:lnTo>
                    <a:pt x="9079" y="24669"/>
                  </a:lnTo>
                  <a:lnTo>
                    <a:pt x="9118" y="25929"/>
                  </a:lnTo>
                  <a:lnTo>
                    <a:pt x="9079" y="26273"/>
                  </a:lnTo>
                  <a:lnTo>
                    <a:pt x="9079" y="28907"/>
                  </a:lnTo>
                  <a:cubicBezTo>
                    <a:pt x="9079" y="29271"/>
                    <a:pt x="8783" y="29566"/>
                    <a:pt x="8418" y="29566"/>
                  </a:cubicBezTo>
                  <a:lnTo>
                    <a:pt x="5260" y="29566"/>
                  </a:lnTo>
                  <a:cubicBezTo>
                    <a:pt x="2360" y="29566"/>
                    <a:pt x="1" y="31925"/>
                    <a:pt x="1" y="34825"/>
                  </a:cubicBezTo>
                  <a:cubicBezTo>
                    <a:pt x="1" y="35137"/>
                    <a:pt x="254" y="35392"/>
                    <a:pt x="568" y="35392"/>
                  </a:cubicBezTo>
                  <a:cubicBezTo>
                    <a:pt x="881" y="35392"/>
                    <a:pt x="1134" y="35137"/>
                    <a:pt x="1134" y="34825"/>
                  </a:cubicBezTo>
                  <a:lnTo>
                    <a:pt x="1134" y="34824"/>
                  </a:lnTo>
                  <a:lnTo>
                    <a:pt x="32132" y="34824"/>
                  </a:lnTo>
                  <a:cubicBezTo>
                    <a:pt x="32132" y="35137"/>
                    <a:pt x="32386" y="35392"/>
                    <a:pt x="32700" y="35392"/>
                  </a:cubicBezTo>
                  <a:cubicBezTo>
                    <a:pt x="33012" y="35392"/>
                    <a:pt x="33266" y="35137"/>
                    <a:pt x="33266" y="34824"/>
                  </a:cubicBezTo>
                  <a:cubicBezTo>
                    <a:pt x="33266" y="33420"/>
                    <a:pt x="32719" y="32099"/>
                    <a:pt x="31726" y="31107"/>
                  </a:cubicBezTo>
                  <a:cubicBezTo>
                    <a:pt x="30734" y="30114"/>
                    <a:pt x="29413" y="29567"/>
                    <a:pt x="28007" y="29567"/>
                  </a:cubicBezTo>
                  <a:lnTo>
                    <a:pt x="20189" y="29567"/>
                  </a:lnTo>
                  <a:cubicBezTo>
                    <a:pt x="19825" y="29567"/>
                    <a:pt x="19528" y="29271"/>
                    <a:pt x="19528" y="28907"/>
                  </a:cubicBezTo>
                  <a:lnTo>
                    <a:pt x="19528" y="25916"/>
                  </a:lnTo>
                  <a:cubicBezTo>
                    <a:pt x="19528" y="25553"/>
                    <a:pt x="19825" y="25256"/>
                    <a:pt x="20189" y="25256"/>
                  </a:cubicBezTo>
                  <a:cubicBezTo>
                    <a:pt x="20502" y="25256"/>
                    <a:pt x="20756" y="25003"/>
                    <a:pt x="20756" y="24689"/>
                  </a:cubicBezTo>
                  <a:lnTo>
                    <a:pt x="22273" y="24689"/>
                  </a:lnTo>
                  <a:cubicBezTo>
                    <a:pt x="22273" y="25003"/>
                    <a:pt x="22527" y="25256"/>
                    <a:pt x="22840" y="25256"/>
                  </a:cubicBezTo>
                  <a:lnTo>
                    <a:pt x="24457" y="25256"/>
                  </a:lnTo>
                  <a:cubicBezTo>
                    <a:pt x="26005" y="25256"/>
                    <a:pt x="27282" y="24094"/>
                    <a:pt x="27428" y="22553"/>
                  </a:cubicBezTo>
                  <a:lnTo>
                    <a:pt x="27777" y="18874"/>
                  </a:lnTo>
                  <a:lnTo>
                    <a:pt x="28243" y="18874"/>
                  </a:lnTo>
                  <a:cubicBezTo>
                    <a:pt x="28800" y="18874"/>
                    <a:pt x="29307" y="18590"/>
                    <a:pt x="29600" y="18115"/>
                  </a:cubicBezTo>
                  <a:cubicBezTo>
                    <a:pt x="29891" y="17639"/>
                    <a:pt x="29914" y="17059"/>
                    <a:pt x="29663" y="16563"/>
                  </a:cubicBezTo>
                  <a:lnTo>
                    <a:pt x="28544" y="14356"/>
                  </a:lnTo>
                  <a:lnTo>
                    <a:pt x="28546" y="11219"/>
                  </a:lnTo>
                  <a:cubicBezTo>
                    <a:pt x="28546" y="5964"/>
                    <a:pt x="24928" y="1470"/>
                    <a:pt x="20024" y="330"/>
                  </a:cubicBezTo>
                  <a:cubicBezTo>
                    <a:pt x="18622" y="4"/>
                    <a:pt x="19051" y="233"/>
                    <a:pt x="18416" y="58"/>
                  </a:cubicBezTo>
                  <a:cubicBezTo>
                    <a:pt x="18414" y="58"/>
                    <a:pt x="18412" y="59"/>
                    <a:pt x="18409" y="59"/>
                  </a:cubicBezTo>
                  <a:cubicBezTo>
                    <a:pt x="18347" y="59"/>
                    <a:pt x="18049" y="1"/>
                    <a:pt x="18007" y="1"/>
                  </a:cubicBezTo>
                  <a:close/>
                </a:path>
              </a:pathLst>
            </a:custGeom>
            <a:solidFill>
              <a:schemeClr val="accent2"/>
            </a:solidFill>
            <a:ln w="114300" cap="flat" cmpd="sng">
              <a:solidFill>
                <a:schemeClr val="accent2"/>
              </a:solidFill>
              <a:prstDash val="solid"/>
              <a:round/>
              <a:headEnd type="none" w="sm" len="sm"/>
              <a:tailEnd type="none" w="sm" len="sm"/>
            </a:ln>
            <a:effectLst>
              <a:outerShdw dist="76200" dir="1800000" algn="bl" rotWithShape="0">
                <a:schemeClr val="lt2"/>
              </a:outerShdw>
            </a:effectLst>
          </p:spPr>
          <p:txBody>
            <a:bodyPr spcFirstLastPara="1" wrap="square" lIns="91425" tIns="91425" rIns="91425" bIns="91425" anchor="ctr" anchorCtr="0">
              <a:noAutofit/>
            </a:bodyPr>
            <a:lstStyle/>
            <a:p>
              <a:pPr marL="0" marR="0" lvl="0" indent="0" algn="l" rtl="0">
                <a:lnSpc>
                  <a:spcPct val="100000"/>
                </a:lnSpc>
                <a:spcBef>
                  <a:spcPts val="0"/>
                </a:spcBef>
                <a:spcAft>
                  <a:spcPts val="0"/>
                </a:spcAft>
                <a:buNone/>
              </a:pPr>
              <a:endParaRPr/>
            </a:p>
          </p:txBody>
        </p:sp>
        <p:sp>
          <p:nvSpPr>
            <p:cNvPr id="1224" name="Google Shape;1224;p47">
              <a:extLst>
                <a:ext uri="{FF2B5EF4-FFF2-40B4-BE49-F238E27FC236}">
                  <a16:creationId xmlns:a16="http://schemas.microsoft.com/office/drawing/2014/main" id="{48658EBA-17E8-738A-0ECC-7A575EEE2438}"/>
                </a:ext>
              </a:extLst>
            </p:cNvPr>
            <p:cNvSpPr/>
            <p:nvPr/>
          </p:nvSpPr>
          <p:spPr>
            <a:xfrm rot="-1002475">
              <a:off x="1278198" y="2679168"/>
              <a:ext cx="1271901" cy="1356055"/>
            </a:xfrm>
            <a:custGeom>
              <a:avLst/>
              <a:gdLst/>
              <a:ahLst/>
              <a:cxnLst/>
              <a:rect l="l" t="t" r="r" b="b"/>
              <a:pathLst>
                <a:path w="32132" h="34258" extrusionOk="0">
                  <a:moveTo>
                    <a:pt x="16761" y="0"/>
                  </a:moveTo>
                  <a:cubicBezTo>
                    <a:pt x="10884" y="0"/>
                    <a:pt x="6127" y="4741"/>
                    <a:pt x="6108" y="10618"/>
                  </a:cubicBezTo>
                  <a:cubicBezTo>
                    <a:pt x="6102" y="12715"/>
                    <a:pt x="6701" y="14672"/>
                    <a:pt x="7741" y="16323"/>
                  </a:cubicBezTo>
                  <a:cubicBezTo>
                    <a:pt x="8620" y="17718"/>
                    <a:pt x="9079" y="19337"/>
                    <a:pt x="9079" y="20986"/>
                  </a:cubicBezTo>
                  <a:lnTo>
                    <a:pt x="9079" y="28340"/>
                  </a:lnTo>
                  <a:cubicBezTo>
                    <a:pt x="9079" y="29017"/>
                    <a:pt x="8529" y="29567"/>
                    <a:pt x="7851" y="29567"/>
                  </a:cubicBezTo>
                  <a:lnTo>
                    <a:pt x="4693" y="29567"/>
                  </a:lnTo>
                  <a:cubicBezTo>
                    <a:pt x="2101" y="29567"/>
                    <a:pt x="1" y="31667"/>
                    <a:pt x="1" y="34258"/>
                  </a:cubicBezTo>
                  <a:lnTo>
                    <a:pt x="32131" y="34258"/>
                  </a:lnTo>
                  <a:cubicBezTo>
                    <a:pt x="32131" y="31667"/>
                    <a:pt x="30032" y="29567"/>
                    <a:pt x="27440" y="29567"/>
                  </a:cubicBezTo>
                  <a:lnTo>
                    <a:pt x="19622" y="29567"/>
                  </a:lnTo>
                  <a:cubicBezTo>
                    <a:pt x="18944" y="29567"/>
                    <a:pt x="18395" y="29017"/>
                    <a:pt x="18395" y="28339"/>
                  </a:cubicBezTo>
                  <a:lnTo>
                    <a:pt x="18395" y="25349"/>
                  </a:lnTo>
                  <a:cubicBezTo>
                    <a:pt x="18395" y="24671"/>
                    <a:pt x="18944" y="24122"/>
                    <a:pt x="19622" y="24122"/>
                  </a:cubicBezTo>
                  <a:lnTo>
                    <a:pt x="23890" y="24122"/>
                  </a:lnTo>
                  <a:cubicBezTo>
                    <a:pt x="25137" y="24122"/>
                    <a:pt x="26179" y="23174"/>
                    <a:pt x="26297" y="21933"/>
                  </a:cubicBezTo>
                  <a:lnTo>
                    <a:pt x="26694" y="17739"/>
                  </a:lnTo>
                  <a:lnTo>
                    <a:pt x="27676" y="17739"/>
                  </a:lnTo>
                  <a:cubicBezTo>
                    <a:pt x="28440" y="17739"/>
                    <a:pt x="28935" y="16934"/>
                    <a:pt x="28590" y="16252"/>
                  </a:cubicBezTo>
                  <a:lnTo>
                    <a:pt x="27410" y="13924"/>
                  </a:lnTo>
                  <a:lnTo>
                    <a:pt x="27412" y="10652"/>
                  </a:lnTo>
                  <a:cubicBezTo>
                    <a:pt x="27412" y="4770"/>
                    <a:pt x="22643" y="1"/>
                    <a:pt x="16761"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25" name="Google Shape;1225;p47">
              <a:extLst>
                <a:ext uri="{FF2B5EF4-FFF2-40B4-BE49-F238E27FC236}">
                  <a16:creationId xmlns:a16="http://schemas.microsoft.com/office/drawing/2014/main" id="{A0522683-815B-9FD4-1CAD-6E0E5913703F}"/>
                </a:ext>
              </a:extLst>
            </p:cNvPr>
            <p:cNvSpPr/>
            <p:nvPr/>
          </p:nvSpPr>
          <p:spPr>
            <a:xfrm rot="-1002475">
              <a:off x="1517787" y="2809192"/>
              <a:ext cx="566046" cy="422120"/>
            </a:xfrm>
            <a:custGeom>
              <a:avLst/>
              <a:gdLst/>
              <a:ahLst/>
              <a:cxnLst/>
              <a:rect l="l" t="t" r="r" b="b"/>
              <a:pathLst>
                <a:path w="14300" h="10664" extrusionOk="0">
                  <a:moveTo>
                    <a:pt x="7108" y="1"/>
                  </a:moveTo>
                  <a:cubicBezTo>
                    <a:pt x="3183" y="1"/>
                    <a:pt x="0" y="3182"/>
                    <a:pt x="0" y="7109"/>
                  </a:cubicBezTo>
                  <a:lnTo>
                    <a:pt x="0" y="9508"/>
                  </a:lnTo>
                  <a:cubicBezTo>
                    <a:pt x="0" y="10145"/>
                    <a:pt x="517" y="10663"/>
                    <a:pt x="1156" y="10663"/>
                  </a:cubicBezTo>
                  <a:lnTo>
                    <a:pt x="2112" y="10663"/>
                  </a:lnTo>
                  <a:cubicBezTo>
                    <a:pt x="2499" y="10663"/>
                    <a:pt x="2860" y="10469"/>
                    <a:pt x="3074" y="10148"/>
                  </a:cubicBezTo>
                  <a:lnTo>
                    <a:pt x="3929" y="8864"/>
                  </a:lnTo>
                  <a:lnTo>
                    <a:pt x="9030" y="8864"/>
                  </a:lnTo>
                  <a:cubicBezTo>
                    <a:pt x="10564" y="8864"/>
                    <a:pt x="11809" y="7620"/>
                    <a:pt x="11809" y="6085"/>
                  </a:cubicBezTo>
                  <a:cubicBezTo>
                    <a:pt x="13184" y="6085"/>
                    <a:pt x="14300" y="4969"/>
                    <a:pt x="14300" y="3594"/>
                  </a:cubicBezTo>
                  <a:cubicBezTo>
                    <a:pt x="14300" y="1609"/>
                    <a:pt x="12691" y="1"/>
                    <a:pt x="10707"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26" name="Google Shape;1226;p47">
              <a:extLst>
                <a:ext uri="{FF2B5EF4-FFF2-40B4-BE49-F238E27FC236}">
                  <a16:creationId xmlns:a16="http://schemas.microsoft.com/office/drawing/2014/main" id="{07FA50A0-A036-415A-0EF1-4A3E520A112B}"/>
                </a:ext>
              </a:extLst>
            </p:cNvPr>
            <p:cNvSpPr/>
            <p:nvPr/>
          </p:nvSpPr>
          <p:spPr>
            <a:xfrm rot="-1002475">
              <a:off x="2105720" y="3486731"/>
              <a:ext cx="588727" cy="446107"/>
            </a:xfrm>
            <a:custGeom>
              <a:avLst/>
              <a:gdLst/>
              <a:ahLst/>
              <a:cxnLst/>
              <a:rect l="l" t="t" r="r" b="b"/>
              <a:pathLst>
                <a:path w="14873" h="11270" extrusionOk="0">
                  <a:moveTo>
                    <a:pt x="1795" y="1"/>
                  </a:moveTo>
                  <a:cubicBezTo>
                    <a:pt x="805" y="1"/>
                    <a:pt x="1" y="805"/>
                    <a:pt x="1" y="1794"/>
                  </a:cubicBezTo>
                  <a:lnTo>
                    <a:pt x="1" y="4785"/>
                  </a:lnTo>
                  <a:cubicBezTo>
                    <a:pt x="1" y="5774"/>
                    <a:pt x="805" y="6578"/>
                    <a:pt x="1795" y="6578"/>
                  </a:cubicBezTo>
                  <a:lnTo>
                    <a:pt x="9613" y="6578"/>
                  </a:lnTo>
                  <a:cubicBezTo>
                    <a:pt x="10716" y="6578"/>
                    <a:pt x="11751" y="7008"/>
                    <a:pt x="12531" y="7787"/>
                  </a:cubicBezTo>
                  <a:cubicBezTo>
                    <a:pt x="13309" y="8565"/>
                    <a:pt x="13739" y="9601"/>
                    <a:pt x="13739" y="10703"/>
                  </a:cubicBezTo>
                  <a:cubicBezTo>
                    <a:pt x="13739" y="11016"/>
                    <a:pt x="13992" y="11270"/>
                    <a:pt x="14306" y="11270"/>
                  </a:cubicBezTo>
                  <a:cubicBezTo>
                    <a:pt x="14619" y="11270"/>
                    <a:pt x="14872" y="11016"/>
                    <a:pt x="14872" y="10703"/>
                  </a:cubicBezTo>
                  <a:cubicBezTo>
                    <a:pt x="14872" y="9297"/>
                    <a:pt x="14325" y="7977"/>
                    <a:pt x="13332" y="6985"/>
                  </a:cubicBezTo>
                  <a:cubicBezTo>
                    <a:pt x="12339" y="5992"/>
                    <a:pt x="11019" y="5445"/>
                    <a:pt x="9613" y="5445"/>
                  </a:cubicBezTo>
                  <a:lnTo>
                    <a:pt x="1795" y="5445"/>
                  </a:lnTo>
                  <a:cubicBezTo>
                    <a:pt x="1431" y="5445"/>
                    <a:pt x="1134" y="5149"/>
                    <a:pt x="1134" y="4785"/>
                  </a:cubicBezTo>
                  <a:lnTo>
                    <a:pt x="1134" y="1794"/>
                  </a:lnTo>
                  <a:cubicBezTo>
                    <a:pt x="1134" y="1431"/>
                    <a:pt x="1431" y="1134"/>
                    <a:pt x="1795" y="1134"/>
                  </a:cubicBezTo>
                  <a:cubicBezTo>
                    <a:pt x="2108" y="1134"/>
                    <a:pt x="2362" y="881"/>
                    <a:pt x="2362" y="567"/>
                  </a:cubicBezTo>
                  <a:cubicBezTo>
                    <a:pt x="2362" y="254"/>
                    <a:pt x="2108" y="1"/>
                    <a:pt x="179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27" name="Google Shape;1227;p47">
              <a:extLst>
                <a:ext uri="{FF2B5EF4-FFF2-40B4-BE49-F238E27FC236}">
                  <a16:creationId xmlns:a16="http://schemas.microsoft.com/office/drawing/2014/main" id="{8AA7E5BA-BB69-B84E-9450-C1B28EAB5D8E}"/>
                </a:ext>
              </a:extLst>
            </p:cNvPr>
            <p:cNvSpPr/>
            <p:nvPr/>
          </p:nvSpPr>
          <p:spPr>
            <a:xfrm rot="-1002475">
              <a:off x="1258555" y="2675798"/>
              <a:ext cx="1184104" cy="1400943"/>
            </a:xfrm>
            <a:custGeom>
              <a:avLst/>
              <a:gdLst/>
              <a:ahLst/>
              <a:cxnLst/>
              <a:rect l="l" t="t" r="r" b="b"/>
              <a:pathLst>
                <a:path w="29914" h="35392" extrusionOk="0">
                  <a:moveTo>
                    <a:pt x="16501" y="1"/>
                  </a:moveTo>
                  <a:cubicBezTo>
                    <a:pt x="15873" y="110"/>
                    <a:pt x="14762" y="294"/>
                    <a:pt x="14760" y="294"/>
                  </a:cubicBezTo>
                  <a:cubicBezTo>
                    <a:pt x="12748" y="761"/>
                    <a:pt x="10901" y="1778"/>
                    <a:pt x="9404" y="3270"/>
                  </a:cubicBezTo>
                  <a:cubicBezTo>
                    <a:pt x="7288" y="5380"/>
                    <a:pt x="6118" y="8190"/>
                    <a:pt x="6108" y="11184"/>
                  </a:cubicBezTo>
                  <a:cubicBezTo>
                    <a:pt x="6101" y="13318"/>
                    <a:pt x="6696" y="15395"/>
                    <a:pt x="7829" y="17192"/>
                  </a:cubicBezTo>
                  <a:cubicBezTo>
                    <a:pt x="8647" y="18491"/>
                    <a:pt x="9078" y="19998"/>
                    <a:pt x="9078" y="21553"/>
                  </a:cubicBezTo>
                  <a:lnTo>
                    <a:pt x="9078" y="24671"/>
                  </a:lnTo>
                  <a:lnTo>
                    <a:pt x="9117" y="25929"/>
                  </a:lnTo>
                  <a:lnTo>
                    <a:pt x="9078" y="26273"/>
                  </a:lnTo>
                  <a:lnTo>
                    <a:pt x="9078" y="28907"/>
                  </a:lnTo>
                  <a:cubicBezTo>
                    <a:pt x="9078" y="29271"/>
                    <a:pt x="8783" y="29567"/>
                    <a:pt x="8418" y="29567"/>
                  </a:cubicBezTo>
                  <a:lnTo>
                    <a:pt x="5259" y="29567"/>
                  </a:lnTo>
                  <a:cubicBezTo>
                    <a:pt x="2359" y="29567"/>
                    <a:pt x="1" y="31926"/>
                    <a:pt x="1" y="34825"/>
                  </a:cubicBezTo>
                  <a:cubicBezTo>
                    <a:pt x="1" y="35138"/>
                    <a:pt x="254" y="35392"/>
                    <a:pt x="568" y="35392"/>
                  </a:cubicBezTo>
                  <a:cubicBezTo>
                    <a:pt x="881" y="35392"/>
                    <a:pt x="1134" y="35138"/>
                    <a:pt x="1134" y="34825"/>
                  </a:cubicBezTo>
                  <a:cubicBezTo>
                    <a:pt x="1134" y="32551"/>
                    <a:pt x="2984" y="30700"/>
                    <a:pt x="5259" y="30700"/>
                  </a:cubicBezTo>
                  <a:lnTo>
                    <a:pt x="8418" y="30700"/>
                  </a:lnTo>
                  <a:cubicBezTo>
                    <a:pt x="9407" y="30700"/>
                    <a:pt x="10213" y="29896"/>
                    <a:pt x="10213" y="28907"/>
                  </a:cubicBezTo>
                  <a:lnTo>
                    <a:pt x="10213" y="27408"/>
                  </a:lnTo>
                  <a:lnTo>
                    <a:pt x="10213" y="25804"/>
                  </a:lnTo>
                  <a:lnTo>
                    <a:pt x="10213" y="21553"/>
                  </a:lnTo>
                  <a:cubicBezTo>
                    <a:pt x="10213" y="19785"/>
                    <a:pt x="9719" y="18068"/>
                    <a:pt x="8787" y="16587"/>
                  </a:cubicBezTo>
                  <a:cubicBezTo>
                    <a:pt x="7770" y="14973"/>
                    <a:pt x="7236" y="13105"/>
                    <a:pt x="7242" y="11187"/>
                  </a:cubicBezTo>
                  <a:cubicBezTo>
                    <a:pt x="7250" y="8496"/>
                    <a:pt x="8303" y="5970"/>
                    <a:pt x="10204" y="4074"/>
                  </a:cubicBezTo>
                  <a:cubicBezTo>
                    <a:pt x="12105" y="2181"/>
                    <a:pt x="14630" y="1137"/>
                    <a:pt x="17318" y="1134"/>
                  </a:cubicBezTo>
                  <a:lnTo>
                    <a:pt x="17337" y="1134"/>
                  </a:lnTo>
                  <a:cubicBezTo>
                    <a:pt x="22893" y="1140"/>
                    <a:pt x="27411" y="5662"/>
                    <a:pt x="27411" y="11219"/>
                  </a:cubicBezTo>
                  <a:lnTo>
                    <a:pt x="27409" y="14491"/>
                  </a:lnTo>
                  <a:cubicBezTo>
                    <a:pt x="27409" y="14580"/>
                    <a:pt x="27430" y="14668"/>
                    <a:pt x="27471" y="14748"/>
                  </a:cubicBezTo>
                  <a:lnTo>
                    <a:pt x="28651" y="17076"/>
                  </a:lnTo>
                  <a:cubicBezTo>
                    <a:pt x="28755" y="17282"/>
                    <a:pt x="28673" y="17456"/>
                    <a:pt x="28633" y="17522"/>
                  </a:cubicBezTo>
                  <a:cubicBezTo>
                    <a:pt x="28593" y="17587"/>
                    <a:pt x="28474" y="17740"/>
                    <a:pt x="28242" y="17740"/>
                  </a:cubicBezTo>
                  <a:lnTo>
                    <a:pt x="27261" y="17740"/>
                  </a:lnTo>
                  <a:cubicBezTo>
                    <a:pt x="26969" y="17740"/>
                    <a:pt x="26724" y="17963"/>
                    <a:pt x="26697" y="18254"/>
                  </a:cubicBezTo>
                  <a:lnTo>
                    <a:pt x="26299" y="22446"/>
                  </a:lnTo>
                  <a:cubicBezTo>
                    <a:pt x="26209" y="23402"/>
                    <a:pt x="25417" y="24123"/>
                    <a:pt x="24457" y="24123"/>
                  </a:cubicBezTo>
                  <a:lnTo>
                    <a:pt x="22840" y="24123"/>
                  </a:lnTo>
                  <a:cubicBezTo>
                    <a:pt x="22526" y="24123"/>
                    <a:pt x="22273" y="24377"/>
                    <a:pt x="22273" y="24689"/>
                  </a:cubicBezTo>
                  <a:cubicBezTo>
                    <a:pt x="22273" y="25003"/>
                    <a:pt x="22526" y="25257"/>
                    <a:pt x="22840" y="25257"/>
                  </a:cubicBezTo>
                  <a:lnTo>
                    <a:pt x="24457" y="25257"/>
                  </a:lnTo>
                  <a:cubicBezTo>
                    <a:pt x="26005" y="25257"/>
                    <a:pt x="27282" y="24094"/>
                    <a:pt x="27428" y="22553"/>
                  </a:cubicBezTo>
                  <a:lnTo>
                    <a:pt x="27777" y="18874"/>
                  </a:lnTo>
                  <a:lnTo>
                    <a:pt x="28242" y="18874"/>
                  </a:lnTo>
                  <a:cubicBezTo>
                    <a:pt x="28800" y="18874"/>
                    <a:pt x="29307" y="18590"/>
                    <a:pt x="29600" y="18115"/>
                  </a:cubicBezTo>
                  <a:cubicBezTo>
                    <a:pt x="29891" y="17639"/>
                    <a:pt x="29914" y="17060"/>
                    <a:pt x="29661" y="16563"/>
                  </a:cubicBezTo>
                  <a:lnTo>
                    <a:pt x="28544" y="14356"/>
                  </a:lnTo>
                  <a:lnTo>
                    <a:pt x="28546" y="11219"/>
                  </a:lnTo>
                  <a:cubicBezTo>
                    <a:pt x="28546" y="5964"/>
                    <a:pt x="24928" y="1470"/>
                    <a:pt x="20024" y="330"/>
                  </a:cubicBezTo>
                  <a:cubicBezTo>
                    <a:pt x="18622" y="4"/>
                    <a:pt x="19051" y="234"/>
                    <a:pt x="18416" y="58"/>
                  </a:cubicBezTo>
                  <a:cubicBezTo>
                    <a:pt x="18414" y="58"/>
                    <a:pt x="18412" y="59"/>
                    <a:pt x="18409" y="59"/>
                  </a:cubicBezTo>
                  <a:cubicBezTo>
                    <a:pt x="18347" y="59"/>
                    <a:pt x="18049" y="1"/>
                    <a:pt x="18007"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28" name="Google Shape;1228;p47">
              <a:extLst>
                <a:ext uri="{FF2B5EF4-FFF2-40B4-BE49-F238E27FC236}">
                  <a16:creationId xmlns:a16="http://schemas.microsoft.com/office/drawing/2014/main" id="{DFEB4FBA-094E-5D45-5FEE-EB76DD3F31AF}"/>
                </a:ext>
              </a:extLst>
            </p:cNvPr>
            <p:cNvSpPr/>
            <p:nvPr/>
          </p:nvSpPr>
          <p:spPr>
            <a:xfrm rot="-1002475">
              <a:off x="1495332" y="2786710"/>
              <a:ext cx="610933" cy="467007"/>
            </a:xfrm>
            <a:custGeom>
              <a:avLst/>
              <a:gdLst/>
              <a:ahLst/>
              <a:cxnLst/>
              <a:rect l="l" t="t" r="r" b="b"/>
              <a:pathLst>
                <a:path w="15434" h="11798" extrusionOk="0">
                  <a:moveTo>
                    <a:pt x="9688" y="1"/>
                  </a:moveTo>
                  <a:cubicBezTo>
                    <a:pt x="9374" y="1"/>
                    <a:pt x="9121" y="254"/>
                    <a:pt x="9121" y="568"/>
                  </a:cubicBezTo>
                  <a:cubicBezTo>
                    <a:pt x="9121" y="881"/>
                    <a:pt x="9374" y="1134"/>
                    <a:pt x="9688" y="1134"/>
                  </a:cubicBezTo>
                  <a:lnTo>
                    <a:pt x="11274" y="1134"/>
                  </a:lnTo>
                  <a:cubicBezTo>
                    <a:pt x="12943" y="1134"/>
                    <a:pt x="14300" y="2492"/>
                    <a:pt x="14300" y="4161"/>
                  </a:cubicBezTo>
                  <a:cubicBezTo>
                    <a:pt x="14300" y="5030"/>
                    <a:pt x="13721" y="5767"/>
                    <a:pt x="12928" y="6005"/>
                  </a:cubicBezTo>
                  <a:cubicBezTo>
                    <a:pt x="12879" y="5505"/>
                    <a:pt x="12725" y="4834"/>
                    <a:pt x="12287" y="4314"/>
                  </a:cubicBezTo>
                  <a:cubicBezTo>
                    <a:pt x="12486" y="3967"/>
                    <a:pt x="12579" y="3582"/>
                    <a:pt x="12560" y="3174"/>
                  </a:cubicBezTo>
                  <a:cubicBezTo>
                    <a:pt x="12547" y="2870"/>
                    <a:pt x="12299" y="2633"/>
                    <a:pt x="11995" y="2633"/>
                  </a:cubicBezTo>
                  <a:cubicBezTo>
                    <a:pt x="11986" y="2633"/>
                    <a:pt x="11977" y="2633"/>
                    <a:pt x="11968" y="2633"/>
                  </a:cubicBezTo>
                  <a:cubicBezTo>
                    <a:pt x="11655" y="2648"/>
                    <a:pt x="11413" y="2913"/>
                    <a:pt x="11428" y="3225"/>
                  </a:cubicBezTo>
                  <a:cubicBezTo>
                    <a:pt x="11443" y="3572"/>
                    <a:pt x="11289" y="3872"/>
                    <a:pt x="10956" y="4140"/>
                  </a:cubicBezTo>
                  <a:cubicBezTo>
                    <a:pt x="10668" y="4372"/>
                    <a:pt x="10358" y="4483"/>
                    <a:pt x="10348" y="4487"/>
                  </a:cubicBezTo>
                  <a:cubicBezTo>
                    <a:pt x="10052" y="4588"/>
                    <a:pt x="9894" y="4909"/>
                    <a:pt x="9994" y="5204"/>
                  </a:cubicBezTo>
                  <a:cubicBezTo>
                    <a:pt x="10073" y="5441"/>
                    <a:pt x="10294" y="5591"/>
                    <a:pt x="10531" y="5591"/>
                  </a:cubicBezTo>
                  <a:cubicBezTo>
                    <a:pt x="10591" y="5591"/>
                    <a:pt x="10651" y="5581"/>
                    <a:pt x="10712" y="5560"/>
                  </a:cubicBezTo>
                  <a:cubicBezTo>
                    <a:pt x="10755" y="5546"/>
                    <a:pt x="11110" y="5421"/>
                    <a:pt x="11498" y="5150"/>
                  </a:cubicBezTo>
                  <a:cubicBezTo>
                    <a:pt x="11809" y="5617"/>
                    <a:pt x="11834" y="6323"/>
                    <a:pt x="11810" y="6602"/>
                  </a:cubicBezTo>
                  <a:cubicBezTo>
                    <a:pt x="11810" y="6610"/>
                    <a:pt x="11810" y="6617"/>
                    <a:pt x="11809" y="6626"/>
                  </a:cubicBezTo>
                  <a:cubicBezTo>
                    <a:pt x="11809" y="6634"/>
                    <a:pt x="11808" y="6644"/>
                    <a:pt x="11808" y="6653"/>
                  </a:cubicBezTo>
                  <a:cubicBezTo>
                    <a:pt x="11808" y="7872"/>
                    <a:pt x="10816" y="8864"/>
                    <a:pt x="9597" y="8864"/>
                  </a:cubicBezTo>
                  <a:lnTo>
                    <a:pt x="4495" y="8864"/>
                  </a:lnTo>
                  <a:cubicBezTo>
                    <a:pt x="4305" y="8864"/>
                    <a:pt x="4128" y="8960"/>
                    <a:pt x="4023" y="9118"/>
                  </a:cubicBezTo>
                  <a:lnTo>
                    <a:pt x="3168" y="10401"/>
                  </a:lnTo>
                  <a:cubicBezTo>
                    <a:pt x="3058" y="10566"/>
                    <a:pt x="2876" y="10663"/>
                    <a:pt x="2678" y="10663"/>
                  </a:cubicBezTo>
                  <a:lnTo>
                    <a:pt x="1722" y="10663"/>
                  </a:lnTo>
                  <a:cubicBezTo>
                    <a:pt x="1397" y="10663"/>
                    <a:pt x="1133" y="10399"/>
                    <a:pt x="1133" y="10076"/>
                  </a:cubicBezTo>
                  <a:lnTo>
                    <a:pt x="1133" y="7677"/>
                  </a:lnTo>
                  <a:cubicBezTo>
                    <a:pt x="1133" y="6032"/>
                    <a:pt x="1746" y="4459"/>
                    <a:pt x="2858" y="3249"/>
                  </a:cubicBezTo>
                  <a:cubicBezTo>
                    <a:pt x="3964" y="2047"/>
                    <a:pt x="5466" y="1305"/>
                    <a:pt x="7085" y="1160"/>
                  </a:cubicBezTo>
                  <a:cubicBezTo>
                    <a:pt x="7399" y="1133"/>
                    <a:pt x="7628" y="858"/>
                    <a:pt x="7601" y="547"/>
                  </a:cubicBezTo>
                  <a:cubicBezTo>
                    <a:pt x="7574" y="252"/>
                    <a:pt x="7328" y="30"/>
                    <a:pt x="7039" y="30"/>
                  </a:cubicBezTo>
                  <a:cubicBezTo>
                    <a:pt x="7022" y="30"/>
                    <a:pt x="7004" y="31"/>
                    <a:pt x="6986" y="32"/>
                  </a:cubicBezTo>
                  <a:cubicBezTo>
                    <a:pt x="5084" y="201"/>
                    <a:pt x="3321" y="1071"/>
                    <a:pt x="2025" y="2483"/>
                  </a:cubicBezTo>
                  <a:cubicBezTo>
                    <a:pt x="719" y="3902"/>
                    <a:pt x="1" y="5747"/>
                    <a:pt x="1" y="7677"/>
                  </a:cubicBezTo>
                  <a:lnTo>
                    <a:pt x="1" y="10076"/>
                  </a:lnTo>
                  <a:cubicBezTo>
                    <a:pt x="1" y="11025"/>
                    <a:pt x="773" y="11798"/>
                    <a:pt x="1722" y="11798"/>
                  </a:cubicBezTo>
                  <a:lnTo>
                    <a:pt x="2679" y="11798"/>
                  </a:lnTo>
                  <a:cubicBezTo>
                    <a:pt x="3256" y="11798"/>
                    <a:pt x="3793" y="11511"/>
                    <a:pt x="4112" y="11030"/>
                  </a:cubicBezTo>
                  <a:lnTo>
                    <a:pt x="4800" y="9999"/>
                  </a:lnTo>
                  <a:lnTo>
                    <a:pt x="9597" y="9999"/>
                  </a:lnTo>
                  <a:cubicBezTo>
                    <a:pt x="11264" y="9999"/>
                    <a:pt x="12650" y="8772"/>
                    <a:pt x="12902" y="7175"/>
                  </a:cubicBezTo>
                  <a:cubicBezTo>
                    <a:pt x="14338" y="6924"/>
                    <a:pt x="15434" y="5668"/>
                    <a:pt x="15434" y="4162"/>
                  </a:cubicBezTo>
                  <a:cubicBezTo>
                    <a:pt x="15434" y="1868"/>
                    <a:pt x="13568" y="1"/>
                    <a:pt x="11274"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29" name="Google Shape;1229;p47">
              <a:extLst>
                <a:ext uri="{FF2B5EF4-FFF2-40B4-BE49-F238E27FC236}">
                  <a16:creationId xmlns:a16="http://schemas.microsoft.com/office/drawing/2014/main" id="{34CC37CD-7110-3E66-364A-C5E4F1802CA0}"/>
                </a:ext>
              </a:extLst>
            </p:cNvPr>
            <p:cNvSpPr/>
            <p:nvPr/>
          </p:nvSpPr>
          <p:spPr>
            <a:xfrm rot="-1002475">
              <a:off x="1625186" y="3048514"/>
              <a:ext cx="134822" cy="82453"/>
            </a:xfrm>
            <a:custGeom>
              <a:avLst/>
              <a:gdLst/>
              <a:ahLst/>
              <a:cxnLst/>
              <a:rect l="l" t="t" r="r" b="b"/>
              <a:pathLst>
                <a:path w="3406" h="2083" extrusionOk="0">
                  <a:moveTo>
                    <a:pt x="2760" y="1"/>
                  </a:moveTo>
                  <a:cubicBezTo>
                    <a:pt x="2547" y="1"/>
                    <a:pt x="2344" y="121"/>
                    <a:pt x="2247" y="325"/>
                  </a:cubicBezTo>
                  <a:cubicBezTo>
                    <a:pt x="2098" y="638"/>
                    <a:pt x="1822" y="830"/>
                    <a:pt x="1402" y="911"/>
                  </a:cubicBezTo>
                  <a:cubicBezTo>
                    <a:pt x="1247" y="940"/>
                    <a:pt x="1100" y="949"/>
                    <a:pt x="981" y="949"/>
                  </a:cubicBezTo>
                  <a:cubicBezTo>
                    <a:pt x="817" y="949"/>
                    <a:pt x="706" y="933"/>
                    <a:pt x="701" y="931"/>
                  </a:cubicBezTo>
                  <a:cubicBezTo>
                    <a:pt x="670" y="927"/>
                    <a:pt x="640" y="924"/>
                    <a:pt x="610" y="924"/>
                  </a:cubicBezTo>
                  <a:cubicBezTo>
                    <a:pt x="338" y="924"/>
                    <a:pt x="97" y="1121"/>
                    <a:pt x="51" y="1400"/>
                  </a:cubicBezTo>
                  <a:cubicBezTo>
                    <a:pt x="1" y="1708"/>
                    <a:pt x="210" y="2000"/>
                    <a:pt x="519" y="2050"/>
                  </a:cubicBezTo>
                  <a:cubicBezTo>
                    <a:pt x="549" y="2056"/>
                    <a:pt x="726" y="2083"/>
                    <a:pt x="980" y="2083"/>
                  </a:cubicBezTo>
                  <a:cubicBezTo>
                    <a:pt x="1150" y="2083"/>
                    <a:pt x="1354" y="2071"/>
                    <a:pt x="1573" y="2033"/>
                  </a:cubicBezTo>
                  <a:cubicBezTo>
                    <a:pt x="2373" y="1890"/>
                    <a:pt x="2959" y="1468"/>
                    <a:pt x="3272" y="811"/>
                  </a:cubicBezTo>
                  <a:cubicBezTo>
                    <a:pt x="3406" y="528"/>
                    <a:pt x="3285" y="190"/>
                    <a:pt x="3002" y="56"/>
                  </a:cubicBezTo>
                  <a:cubicBezTo>
                    <a:pt x="2924" y="19"/>
                    <a:pt x="2841" y="1"/>
                    <a:pt x="2760"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242" name="Google Shape;1242;p47">
            <a:extLst>
              <a:ext uri="{FF2B5EF4-FFF2-40B4-BE49-F238E27FC236}">
                <a16:creationId xmlns:a16="http://schemas.microsoft.com/office/drawing/2014/main" id="{D4AA56D4-6D35-E3FB-7960-9588E4AB279D}"/>
              </a:ext>
            </a:extLst>
          </p:cNvPr>
          <p:cNvSpPr/>
          <p:nvPr/>
        </p:nvSpPr>
        <p:spPr>
          <a:xfrm rot="-9388557">
            <a:off x="5248733" y="647732"/>
            <a:ext cx="112800" cy="112818"/>
          </a:xfrm>
          <a:custGeom>
            <a:avLst/>
            <a:gdLst/>
            <a:ahLst/>
            <a:cxnLst/>
            <a:rect l="l" t="t" r="r" b="b"/>
            <a:pathLst>
              <a:path w="6138" h="6139" extrusionOk="0">
                <a:moveTo>
                  <a:pt x="3069" y="0"/>
                </a:moveTo>
                <a:cubicBezTo>
                  <a:pt x="2625" y="513"/>
                  <a:pt x="2402" y="1024"/>
                  <a:pt x="2235" y="1535"/>
                </a:cubicBezTo>
                <a:cubicBezTo>
                  <a:pt x="2177" y="1722"/>
                  <a:pt x="2134" y="1909"/>
                  <a:pt x="2099" y="2097"/>
                </a:cubicBezTo>
                <a:cubicBezTo>
                  <a:pt x="1912" y="2131"/>
                  <a:pt x="1723" y="2173"/>
                  <a:pt x="1536" y="2233"/>
                </a:cubicBezTo>
                <a:cubicBezTo>
                  <a:pt x="1023" y="2398"/>
                  <a:pt x="512" y="2623"/>
                  <a:pt x="1" y="3070"/>
                </a:cubicBezTo>
                <a:cubicBezTo>
                  <a:pt x="512" y="3517"/>
                  <a:pt x="1023" y="3740"/>
                  <a:pt x="1536" y="3907"/>
                </a:cubicBezTo>
                <a:cubicBezTo>
                  <a:pt x="1722" y="3966"/>
                  <a:pt x="1909" y="4008"/>
                  <a:pt x="2096" y="4042"/>
                </a:cubicBezTo>
                <a:cubicBezTo>
                  <a:pt x="2132" y="4230"/>
                  <a:pt x="2173" y="4417"/>
                  <a:pt x="2232" y="4604"/>
                </a:cubicBezTo>
                <a:cubicBezTo>
                  <a:pt x="2399" y="5115"/>
                  <a:pt x="2622" y="5627"/>
                  <a:pt x="3069" y="6138"/>
                </a:cubicBezTo>
                <a:cubicBezTo>
                  <a:pt x="3517" y="5627"/>
                  <a:pt x="3741" y="5115"/>
                  <a:pt x="3906" y="4604"/>
                </a:cubicBezTo>
                <a:cubicBezTo>
                  <a:pt x="3966" y="4416"/>
                  <a:pt x="4008" y="4229"/>
                  <a:pt x="4042" y="4040"/>
                </a:cubicBezTo>
                <a:cubicBezTo>
                  <a:pt x="4230" y="4005"/>
                  <a:pt x="4416" y="3963"/>
                  <a:pt x="4604" y="3904"/>
                </a:cubicBezTo>
                <a:cubicBezTo>
                  <a:pt x="5115" y="3737"/>
                  <a:pt x="5626" y="3514"/>
                  <a:pt x="6138" y="3070"/>
                </a:cubicBezTo>
                <a:cubicBezTo>
                  <a:pt x="5626" y="2625"/>
                  <a:pt x="5115" y="2402"/>
                  <a:pt x="4604" y="2235"/>
                </a:cubicBezTo>
                <a:cubicBezTo>
                  <a:pt x="4416" y="2176"/>
                  <a:pt x="4228" y="2133"/>
                  <a:pt x="4040" y="2099"/>
                </a:cubicBezTo>
                <a:cubicBezTo>
                  <a:pt x="4005" y="1910"/>
                  <a:pt x="3963" y="1723"/>
                  <a:pt x="3904" y="1535"/>
                </a:cubicBezTo>
                <a:cubicBezTo>
                  <a:pt x="3738" y="1024"/>
                  <a:pt x="3514" y="513"/>
                  <a:pt x="3069"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 name="TextBox 3">
            <a:extLst>
              <a:ext uri="{FF2B5EF4-FFF2-40B4-BE49-F238E27FC236}">
                <a16:creationId xmlns:a16="http://schemas.microsoft.com/office/drawing/2014/main" id="{FD06A318-4FAC-5C84-BC9D-005331F64B25}"/>
              </a:ext>
            </a:extLst>
          </p:cNvPr>
          <p:cNvSpPr txBox="1"/>
          <p:nvPr/>
        </p:nvSpPr>
        <p:spPr>
          <a:xfrm>
            <a:off x="1134313" y="611850"/>
            <a:ext cx="7180174" cy="430887"/>
          </a:xfrm>
          <a:prstGeom prst="rect">
            <a:avLst/>
          </a:prstGeom>
          <a:noFill/>
        </p:spPr>
        <p:txBody>
          <a:bodyPr wrap="square">
            <a:spAutoFit/>
          </a:bodyPr>
          <a:lstStyle/>
          <a:p>
            <a:pPr marL="0" marR="0" algn="ctr" rtl="0">
              <a:spcBef>
                <a:spcPts val="600"/>
              </a:spcBef>
              <a:spcAft>
                <a:spcPts val="600"/>
              </a:spcAft>
              <a:buNone/>
            </a:pPr>
            <a:r>
              <a:rPr lang="en-US" sz="2200" b="1" dirty="0">
                <a:latin typeface="ADLaM Display" panose="02010000000000000000" pitchFamily="2" charset="0"/>
                <a:ea typeface="ADLaM Display" panose="02010000000000000000" pitchFamily="2" charset="0"/>
                <a:cs typeface="ADLaM Display" panose="02010000000000000000" pitchFamily="2" charset="0"/>
              </a:rPr>
              <a:t>🔬 Key Outcome Measures and Biomarkers</a:t>
            </a:r>
            <a:endParaRPr lang="en-US" sz="2200" dirty="0">
              <a:effectLst/>
              <a:latin typeface="ADLaM Display" panose="02010000000000000000" pitchFamily="2" charset="0"/>
              <a:ea typeface="ADLaM Display" panose="02010000000000000000" pitchFamily="2" charset="0"/>
              <a:cs typeface="ADLaM Display" panose="02010000000000000000" pitchFamily="2" charset="0"/>
            </a:endParaRPr>
          </a:p>
        </p:txBody>
      </p:sp>
      <p:sp>
        <p:nvSpPr>
          <p:cNvPr id="2" name="AutoShape 2" descr="Output image">
            <a:extLst>
              <a:ext uri="{FF2B5EF4-FFF2-40B4-BE49-F238E27FC236}">
                <a16:creationId xmlns:a16="http://schemas.microsoft.com/office/drawing/2014/main" id="{4DD98D5D-12E7-C9D4-B4F0-05DB056DA94C}"/>
              </a:ext>
            </a:extLst>
          </p:cNvPr>
          <p:cNvSpPr>
            <a:spLocks noChangeAspect="1" noChangeArrowheads="1"/>
          </p:cNvSpPr>
          <p:nvPr/>
        </p:nvSpPr>
        <p:spPr bwMode="auto">
          <a:xfrm>
            <a:off x="4419600" y="241935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3" name="AutoShape 4" descr="Output image">
            <a:extLst>
              <a:ext uri="{FF2B5EF4-FFF2-40B4-BE49-F238E27FC236}">
                <a16:creationId xmlns:a16="http://schemas.microsoft.com/office/drawing/2014/main" id="{C5B5ACFC-7053-D1F5-CD4D-5D598F35ED38}"/>
              </a:ext>
            </a:extLst>
          </p:cNvPr>
          <p:cNvSpPr>
            <a:spLocks noChangeAspect="1" noChangeArrowheads="1"/>
          </p:cNvSpPr>
          <p:nvPr/>
        </p:nvSpPr>
        <p:spPr bwMode="auto">
          <a:xfrm>
            <a:off x="4572000" y="257175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Tree>
    <p:extLst>
      <p:ext uri="{BB962C8B-B14F-4D97-AF65-F5344CB8AC3E}">
        <p14:creationId xmlns:p14="http://schemas.microsoft.com/office/powerpoint/2010/main" val="4233676283"/>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Shape 1220">
          <a:extLst>
            <a:ext uri="{FF2B5EF4-FFF2-40B4-BE49-F238E27FC236}">
              <a16:creationId xmlns:a16="http://schemas.microsoft.com/office/drawing/2014/main" id="{401172CF-1633-09BC-8147-DC50D2C81010}"/>
            </a:ext>
          </a:extLst>
        </p:cNvPr>
        <p:cNvGrpSpPr/>
        <p:nvPr/>
      </p:nvGrpSpPr>
      <p:grpSpPr>
        <a:xfrm>
          <a:off x="0" y="0"/>
          <a:ext cx="0" cy="0"/>
          <a:chOff x="0" y="0"/>
          <a:chExt cx="0" cy="0"/>
        </a:xfrm>
      </p:grpSpPr>
      <p:sp>
        <p:nvSpPr>
          <p:cNvPr id="1221" name="Google Shape;1221;p47">
            <a:extLst>
              <a:ext uri="{FF2B5EF4-FFF2-40B4-BE49-F238E27FC236}">
                <a16:creationId xmlns:a16="http://schemas.microsoft.com/office/drawing/2014/main" id="{57221862-C8B8-6BE1-3CFF-FDF55BFF49BD}"/>
              </a:ext>
            </a:extLst>
          </p:cNvPr>
          <p:cNvSpPr txBox="1">
            <a:spLocks noGrp="1"/>
          </p:cNvSpPr>
          <p:nvPr>
            <p:ph type="title"/>
          </p:nvPr>
        </p:nvSpPr>
        <p:spPr>
          <a:xfrm>
            <a:off x="603391" y="1823426"/>
            <a:ext cx="8242017" cy="2529300"/>
          </a:xfrm>
          <a:prstGeom prst="rect">
            <a:avLst/>
          </a:prstGeom>
        </p:spPr>
        <p:txBody>
          <a:bodyPr spcFirstLastPara="1" wrap="square" lIns="91425" tIns="91425" rIns="91425" bIns="91425" anchor="ctr" anchorCtr="0">
            <a:noAutofit/>
          </a:bodyPr>
          <a:lstStyle/>
          <a:p>
            <a:pPr algn="l"/>
            <a:r>
              <a:rPr lang="en-US" sz="1600" dirty="0"/>
              <a:t>Protein Expression Analysis: Use Western Blot or Immunohistochemistry on joint tissue lysates to measure:</a:t>
            </a:r>
            <a:br>
              <a:rPr lang="en-US" sz="1600" dirty="0"/>
            </a:br>
            <a:br>
              <a:rPr lang="en-US" sz="1600" dirty="0"/>
            </a:br>
            <a:r>
              <a:rPr lang="en-US" sz="1600" u="sng" dirty="0"/>
              <a:t>NF-</a:t>
            </a:r>
            <a:r>
              <a:rPr lang="el-GR" sz="1600" u="sng" dirty="0"/>
              <a:t>κ</a:t>
            </a:r>
            <a:r>
              <a:rPr lang="en-US" sz="1600" u="sng" dirty="0"/>
              <a:t>B Pathway</a:t>
            </a:r>
            <a:r>
              <a:rPr lang="en-US" sz="1600" dirty="0"/>
              <a:t>: Phosphorylation of I</a:t>
            </a:r>
            <a:r>
              <a:rPr lang="el-GR" sz="1600" dirty="0"/>
              <a:t>κ</a:t>
            </a:r>
            <a:r>
              <a:rPr lang="en-US" sz="1600" dirty="0"/>
              <a:t>B</a:t>
            </a:r>
            <a:r>
              <a:rPr lang="el-GR" sz="1600" dirty="0"/>
              <a:t>α </a:t>
            </a:r>
            <a:r>
              <a:rPr lang="en-US" sz="1600" dirty="0"/>
              <a:t>and nuclear translocation of p65.</a:t>
            </a:r>
            <a:br>
              <a:rPr lang="en-US" sz="1600" dirty="0"/>
            </a:br>
            <a:br>
              <a:rPr lang="en-US" sz="1600" dirty="0"/>
            </a:br>
            <a:r>
              <a:rPr lang="en-US" sz="1600" dirty="0"/>
              <a:t>Anti-inflammatory Target: </a:t>
            </a:r>
            <a:r>
              <a:rPr lang="en-US" sz="1600" u="sng" dirty="0"/>
              <a:t>Total I</a:t>
            </a:r>
            <a:r>
              <a:rPr lang="el-GR" sz="1600" u="sng" dirty="0"/>
              <a:t>κ</a:t>
            </a:r>
            <a:r>
              <a:rPr lang="en-US" sz="1600" u="sng" dirty="0"/>
              <a:t>B</a:t>
            </a:r>
            <a:r>
              <a:rPr lang="el-GR" sz="1600" u="sng" dirty="0"/>
              <a:t>α </a:t>
            </a:r>
            <a:r>
              <a:rPr lang="en-US" sz="1600" u="sng" dirty="0"/>
              <a:t>protein levels</a:t>
            </a:r>
            <a:r>
              <a:rPr lang="en-US" sz="1600" dirty="0"/>
              <a:t>, which PPAR</a:t>
            </a:r>
            <a:r>
              <a:rPr lang="el-GR" sz="1600" dirty="0"/>
              <a:t>α </a:t>
            </a:r>
            <a:r>
              <a:rPr lang="en-US" sz="1600" dirty="0"/>
              <a:t>is known to upregulate </a:t>
            </a:r>
            <a:br>
              <a:rPr lang="en-US" sz="1600" dirty="0"/>
            </a:br>
            <a:br>
              <a:rPr lang="en-US" sz="1600" dirty="0"/>
            </a:br>
            <a:r>
              <a:rPr lang="en-US" sz="1600" dirty="0">
                <a:solidFill>
                  <a:srgbClr val="FF0000"/>
                </a:solidFill>
              </a:rPr>
              <a:t>Gene Expression Analysis: RT-qPCR on joint tissue to examine the expression of genes downstream of NF-</a:t>
            </a:r>
            <a:r>
              <a:rPr lang="en-US" sz="1600" dirty="0" err="1">
                <a:solidFill>
                  <a:srgbClr val="FF0000"/>
                </a:solidFill>
              </a:rPr>
              <a:t>κB</a:t>
            </a:r>
            <a:r>
              <a:rPr lang="en-US" sz="1600" dirty="0">
                <a:solidFill>
                  <a:srgbClr val="FF0000"/>
                </a:solidFill>
              </a:rPr>
              <a:t> (e.g., </a:t>
            </a:r>
            <a:r>
              <a:rPr lang="en-US" sz="1600" dirty="0" err="1">
                <a:solidFill>
                  <a:srgbClr val="FF0000"/>
                </a:solidFill>
              </a:rPr>
              <a:t>Tnf</a:t>
            </a:r>
            <a:r>
              <a:rPr lang="en-US" sz="1600" dirty="0">
                <a:solidFill>
                  <a:srgbClr val="FF0000"/>
                </a:solidFill>
              </a:rPr>
              <a:t>-α, Il-6) and GR.</a:t>
            </a:r>
            <a:br>
              <a:rPr lang="en-US" sz="1600" dirty="0">
                <a:solidFill>
                  <a:srgbClr val="FF0000"/>
                </a:solidFill>
              </a:rPr>
            </a:br>
            <a:br>
              <a:rPr lang="en-US" sz="1600" dirty="0">
                <a:solidFill>
                  <a:srgbClr val="FF0000"/>
                </a:solidFill>
              </a:rPr>
            </a:br>
            <a:r>
              <a:rPr lang="en-US" sz="1600" dirty="0">
                <a:solidFill>
                  <a:srgbClr val="FF0000"/>
                </a:solidFill>
              </a:rPr>
              <a:t>Receptor Localization: immunohistochemistry to visualize the cellular co-localization of PPARα and GR in the synovium of treated animals, which could support a direct protein-protein interaction.</a:t>
            </a:r>
            <a:br>
              <a:rPr lang="en-US" sz="1600" dirty="0"/>
            </a:br>
            <a:br>
              <a:rPr lang="en-US" sz="1400" dirty="0"/>
            </a:br>
            <a:br>
              <a:rPr lang="en-US" sz="1400" dirty="0"/>
            </a:br>
            <a:br>
              <a:rPr lang="en-US" sz="1400" dirty="0"/>
            </a:br>
            <a:endParaRPr lang="en-US" sz="1400" dirty="0"/>
          </a:p>
        </p:txBody>
      </p:sp>
      <p:grpSp>
        <p:nvGrpSpPr>
          <p:cNvPr id="1222" name="Google Shape;1222;p47">
            <a:extLst>
              <a:ext uri="{FF2B5EF4-FFF2-40B4-BE49-F238E27FC236}">
                <a16:creationId xmlns:a16="http://schemas.microsoft.com/office/drawing/2014/main" id="{95C0604A-CB24-42F6-9992-5202E1A9D885}"/>
              </a:ext>
            </a:extLst>
          </p:cNvPr>
          <p:cNvGrpSpPr/>
          <p:nvPr/>
        </p:nvGrpSpPr>
        <p:grpSpPr>
          <a:xfrm>
            <a:off x="122278" y="87555"/>
            <a:ext cx="623693" cy="542353"/>
            <a:chOff x="1082169" y="2497002"/>
            <a:chExt cx="1663996" cy="1720378"/>
          </a:xfrm>
        </p:grpSpPr>
        <p:sp>
          <p:nvSpPr>
            <p:cNvPr id="1223" name="Google Shape;1223;p47">
              <a:extLst>
                <a:ext uri="{FF2B5EF4-FFF2-40B4-BE49-F238E27FC236}">
                  <a16:creationId xmlns:a16="http://schemas.microsoft.com/office/drawing/2014/main" id="{89D8147F-8AFF-B196-A104-1D8D05D66D0D}"/>
                </a:ext>
              </a:extLst>
            </p:cNvPr>
            <p:cNvSpPr/>
            <p:nvPr/>
          </p:nvSpPr>
          <p:spPr>
            <a:xfrm rot="-1002475">
              <a:off x="1255753" y="2656719"/>
              <a:ext cx="1316828" cy="1400943"/>
            </a:xfrm>
            <a:custGeom>
              <a:avLst/>
              <a:gdLst/>
              <a:ahLst/>
              <a:cxnLst/>
              <a:rect l="l" t="t" r="r" b="b"/>
              <a:pathLst>
                <a:path w="33267" h="35392" extrusionOk="0">
                  <a:moveTo>
                    <a:pt x="16501" y="1"/>
                  </a:moveTo>
                  <a:cubicBezTo>
                    <a:pt x="15873" y="110"/>
                    <a:pt x="14762" y="293"/>
                    <a:pt x="14762" y="293"/>
                  </a:cubicBezTo>
                  <a:cubicBezTo>
                    <a:pt x="12749" y="761"/>
                    <a:pt x="10902" y="1778"/>
                    <a:pt x="9405" y="3270"/>
                  </a:cubicBezTo>
                  <a:cubicBezTo>
                    <a:pt x="7289" y="5379"/>
                    <a:pt x="6118" y="8189"/>
                    <a:pt x="6108" y="11183"/>
                  </a:cubicBezTo>
                  <a:cubicBezTo>
                    <a:pt x="6102" y="13317"/>
                    <a:pt x="6696" y="15394"/>
                    <a:pt x="7829" y="17192"/>
                  </a:cubicBezTo>
                  <a:cubicBezTo>
                    <a:pt x="8647" y="18490"/>
                    <a:pt x="9079" y="19998"/>
                    <a:pt x="9079" y="21552"/>
                  </a:cubicBezTo>
                  <a:lnTo>
                    <a:pt x="9079" y="24669"/>
                  </a:lnTo>
                  <a:lnTo>
                    <a:pt x="9118" y="25929"/>
                  </a:lnTo>
                  <a:lnTo>
                    <a:pt x="9079" y="26273"/>
                  </a:lnTo>
                  <a:lnTo>
                    <a:pt x="9079" y="28907"/>
                  </a:lnTo>
                  <a:cubicBezTo>
                    <a:pt x="9079" y="29271"/>
                    <a:pt x="8783" y="29566"/>
                    <a:pt x="8418" y="29566"/>
                  </a:cubicBezTo>
                  <a:lnTo>
                    <a:pt x="5260" y="29566"/>
                  </a:lnTo>
                  <a:cubicBezTo>
                    <a:pt x="2360" y="29566"/>
                    <a:pt x="1" y="31925"/>
                    <a:pt x="1" y="34825"/>
                  </a:cubicBezTo>
                  <a:cubicBezTo>
                    <a:pt x="1" y="35137"/>
                    <a:pt x="254" y="35392"/>
                    <a:pt x="568" y="35392"/>
                  </a:cubicBezTo>
                  <a:cubicBezTo>
                    <a:pt x="881" y="35392"/>
                    <a:pt x="1134" y="35137"/>
                    <a:pt x="1134" y="34825"/>
                  </a:cubicBezTo>
                  <a:lnTo>
                    <a:pt x="1134" y="34824"/>
                  </a:lnTo>
                  <a:lnTo>
                    <a:pt x="32132" y="34824"/>
                  </a:lnTo>
                  <a:cubicBezTo>
                    <a:pt x="32132" y="35137"/>
                    <a:pt x="32386" y="35392"/>
                    <a:pt x="32700" y="35392"/>
                  </a:cubicBezTo>
                  <a:cubicBezTo>
                    <a:pt x="33012" y="35392"/>
                    <a:pt x="33266" y="35137"/>
                    <a:pt x="33266" y="34824"/>
                  </a:cubicBezTo>
                  <a:cubicBezTo>
                    <a:pt x="33266" y="33420"/>
                    <a:pt x="32719" y="32099"/>
                    <a:pt x="31726" y="31107"/>
                  </a:cubicBezTo>
                  <a:cubicBezTo>
                    <a:pt x="30734" y="30114"/>
                    <a:pt x="29413" y="29567"/>
                    <a:pt x="28007" y="29567"/>
                  </a:cubicBezTo>
                  <a:lnTo>
                    <a:pt x="20189" y="29567"/>
                  </a:lnTo>
                  <a:cubicBezTo>
                    <a:pt x="19825" y="29567"/>
                    <a:pt x="19528" y="29271"/>
                    <a:pt x="19528" y="28907"/>
                  </a:cubicBezTo>
                  <a:lnTo>
                    <a:pt x="19528" y="25916"/>
                  </a:lnTo>
                  <a:cubicBezTo>
                    <a:pt x="19528" y="25553"/>
                    <a:pt x="19825" y="25256"/>
                    <a:pt x="20189" y="25256"/>
                  </a:cubicBezTo>
                  <a:cubicBezTo>
                    <a:pt x="20502" y="25256"/>
                    <a:pt x="20756" y="25003"/>
                    <a:pt x="20756" y="24689"/>
                  </a:cubicBezTo>
                  <a:lnTo>
                    <a:pt x="22273" y="24689"/>
                  </a:lnTo>
                  <a:cubicBezTo>
                    <a:pt x="22273" y="25003"/>
                    <a:pt x="22527" y="25256"/>
                    <a:pt x="22840" y="25256"/>
                  </a:cubicBezTo>
                  <a:lnTo>
                    <a:pt x="24457" y="25256"/>
                  </a:lnTo>
                  <a:cubicBezTo>
                    <a:pt x="26005" y="25256"/>
                    <a:pt x="27282" y="24094"/>
                    <a:pt x="27428" y="22553"/>
                  </a:cubicBezTo>
                  <a:lnTo>
                    <a:pt x="27777" y="18874"/>
                  </a:lnTo>
                  <a:lnTo>
                    <a:pt x="28243" y="18874"/>
                  </a:lnTo>
                  <a:cubicBezTo>
                    <a:pt x="28800" y="18874"/>
                    <a:pt x="29307" y="18590"/>
                    <a:pt x="29600" y="18115"/>
                  </a:cubicBezTo>
                  <a:cubicBezTo>
                    <a:pt x="29891" y="17639"/>
                    <a:pt x="29914" y="17059"/>
                    <a:pt x="29663" y="16563"/>
                  </a:cubicBezTo>
                  <a:lnTo>
                    <a:pt x="28544" y="14356"/>
                  </a:lnTo>
                  <a:lnTo>
                    <a:pt x="28546" y="11219"/>
                  </a:lnTo>
                  <a:cubicBezTo>
                    <a:pt x="28546" y="5964"/>
                    <a:pt x="24928" y="1470"/>
                    <a:pt x="20024" y="330"/>
                  </a:cubicBezTo>
                  <a:cubicBezTo>
                    <a:pt x="18622" y="4"/>
                    <a:pt x="19051" y="233"/>
                    <a:pt x="18416" y="58"/>
                  </a:cubicBezTo>
                  <a:cubicBezTo>
                    <a:pt x="18414" y="58"/>
                    <a:pt x="18412" y="59"/>
                    <a:pt x="18409" y="59"/>
                  </a:cubicBezTo>
                  <a:cubicBezTo>
                    <a:pt x="18347" y="59"/>
                    <a:pt x="18049" y="1"/>
                    <a:pt x="18007" y="1"/>
                  </a:cubicBezTo>
                  <a:close/>
                </a:path>
              </a:pathLst>
            </a:custGeom>
            <a:solidFill>
              <a:schemeClr val="accent2"/>
            </a:solidFill>
            <a:ln w="114300" cap="flat" cmpd="sng">
              <a:solidFill>
                <a:schemeClr val="accent2"/>
              </a:solidFill>
              <a:prstDash val="solid"/>
              <a:round/>
              <a:headEnd type="none" w="sm" len="sm"/>
              <a:tailEnd type="none" w="sm" len="sm"/>
            </a:ln>
            <a:effectLst>
              <a:outerShdw dist="76200" dir="1800000" algn="bl" rotWithShape="0">
                <a:schemeClr val="lt2"/>
              </a:outerShdw>
            </a:effectLst>
          </p:spPr>
          <p:txBody>
            <a:bodyPr spcFirstLastPara="1" wrap="square" lIns="91425" tIns="91425" rIns="91425" bIns="91425" anchor="ctr" anchorCtr="0">
              <a:noAutofit/>
            </a:bodyPr>
            <a:lstStyle/>
            <a:p>
              <a:pPr marL="0" marR="0" lvl="0" indent="0" algn="l" rtl="0">
                <a:lnSpc>
                  <a:spcPct val="100000"/>
                </a:lnSpc>
                <a:spcBef>
                  <a:spcPts val="0"/>
                </a:spcBef>
                <a:spcAft>
                  <a:spcPts val="0"/>
                </a:spcAft>
                <a:buNone/>
              </a:pPr>
              <a:endParaRPr/>
            </a:p>
          </p:txBody>
        </p:sp>
        <p:sp>
          <p:nvSpPr>
            <p:cNvPr id="1224" name="Google Shape;1224;p47">
              <a:extLst>
                <a:ext uri="{FF2B5EF4-FFF2-40B4-BE49-F238E27FC236}">
                  <a16:creationId xmlns:a16="http://schemas.microsoft.com/office/drawing/2014/main" id="{E0D700F5-C7CB-3038-1E7D-538F5AED2238}"/>
                </a:ext>
              </a:extLst>
            </p:cNvPr>
            <p:cNvSpPr/>
            <p:nvPr/>
          </p:nvSpPr>
          <p:spPr>
            <a:xfrm rot="-1002475">
              <a:off x="1278198" y="2679168"/>
              <a:ext cx="1271901" cy="1356055"/>
            </a:xfrm>
            <a:custGeom>
              <a:avLst/>
              <a:gdLst/>
              <a:ahLst/>
              <a:cxnLst/>
              <a:rect l="l" t="t" r="r" b="b"/>
              <a:pathLst>
                <a:path w="32132" h="34258" extrusionOk="0">
                  <a:moveTo>
                    <a:pt x="16761" y="0"/>
                  </a:moveTo>
                  <a:cubicBezTo>
                    <a:pt x="10884" y="0"/>
                    <a:pt x="6127" y="4741"/>
                    <a:pt x="6108" y="10618"/>
                  </a:cubicBezTo>
                  <a:cubicBezTo>
                    <a:pt x="6102" y="12715"/>
                    <a:pt x="6701" y="14672"/>
                    <a:pt x="7741" y="16323"/>
                  </a:cubicBezTo>
                  <a:cubicBezTo>
                    <a:pt x="8620" y="17718"/>
                    <a:pt x="9079" y="19337"/>
                    <a:pt x="9079" y="20986"/>
                  </a:cubicBezTo>
                  <a:lnTo>
                    <a:pt x="9079" y="28340"/>
                  </a:lnTo>
                  <a:cubicBezTo>
                    <a:pt x="9079" y="29017"/>
                    <a:pt x="8529" y="29567"/>
                    <a:pt x="7851" y="29567"/>
                  </a:cubicBezTo>
                  <a:lnTo>
                    <a:pt x="4693" y="29567"/>
                  </a:lnTo>
                  <a:cubicBezTo>
                    <a:pt x="2101" y="29567"/>
                    <a:pt x="1" y="31667"/>
                    <a:pt x="1" y="34258"/>
                  </a:cubicBezTo>
                  <a:lnTo>
                    <a:pt x="32131" y="34258"/>
                  </a:lnTo>
                  <a:cubicBezTo>
                    <a:pt x="32131" y="31667"/>
                    <a:pt x="30032" y="29567"/>
                    <a:pt x="27440" y="29567"/>
                  </a:cubicBezTo>
                  <a:lnTo>
                    <a:pt x="19622" y="29567"/>
                  </a:lnTo>
                  <a:cubicBezTo>
                    <a:pt x="18944" y="29567"/>
                    <a:pt x="18395" y="29017"/>
                    <a:pt x="18395" y="28339"/>
                  </a:cubicBezTo>
                  <a:lnTo>
                    <a:pt x="18395" y="25349"/>
                  </a:lnTo>
                  <a:cubicBezTo>
                    <a:pt x="18395" y="24671"/>
                    <a:pt x="18944" y="24122"/>
                    <a:pt x="19622" y="24122"/>
                  </a:cubicBezTo>
                  <a:lnTo>
                    <a:pt x="23890" y="24122"/>
                  </a:lnTo>
                  <a:cubicBezTo>
                    <a:pt x="25137" y="24122"/>
                    <a:pt x="26179" y="23174"/>
                    <a:pt x="26297" y="21933"/>
                  </a:cubicBezTo>
                  <a:lnTo>
                    <a:pt x="26694" y="17739"/>
                  </a:lnTo>
                  <a:lnTo>
                    <a:pt x="27676" y="17739"/>
                  </a:lnTo>
                  <a:cubicBezTo>
                    <a:pt x="28440" y="17739"/>
                    <a:pt x="28935" y="16934"/>
                    <a:pt x="28590" y="16252"/>
                  </a:cubicBezTo>
                  <a:lnTo>
                    <a:pt x="27410" y="13924"/>
                  </a:lnTo>
                  <a:lnTo>
                    <a:pt x="27412" y="10652"/>
                  </a:lnTo>
                  <a:cubicBezTo>
                    <a:pt x="27412" y="4770"/>
                    <a:pt x="22643" y="1"/>
                    <a:pt x="16761"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25" name="Google Shape;1225;p47">
              <a:extLst>
                <a:ext uri="{FF2B5EF4-FFF2-40B4-BE49-F238E27FC236}">
                  <a16:creationId xmlns:a16="http://schemas.microsoft.com/office/drawing/2014/main" id="{642DB2E2-E7D5-6CDB-B64C-11974B6884FD}"/>
                </a:ext>
              </a:extLst>
            </p:cNvPr>
            <p:cNvSpPr/>
            <p:nvPr/>
          </p:nvSpPr>
          <p:spPr>
            <a:xfrm rot="-1002475">
              <a:off x="1517787" y="2809192"/>
              <a:ext cx="566046" cy="422120"/>
            </a:xfrm>
            <a:custGeom>
              <a:avLst/>
              <a:gdLst/>
              <a:ahLst/>
              <a:cxnLst/>
              <a:rect l="l" t="t" r="r" b="b"/>
              <a:pathLst>
                <a:path w="14300" h="10664" extrusionOk="0">
                  <a:moveTo>
                    <a:pt x="7108" y="1"/>
                  </a:moveTo>
                  <a:cubicBezTo>
                    <a:pt x="3183" y="1"/>
                    <a:pt x="0" y="3182"/>
                    <a:pt x="0" y="7109"/>
                  </a:cubicBezTo>
                  <a:lnTo>
                    <a:pt x="0" y="9508"/>
                  </a:lnTo>
                  <a:cubicBezTo>
                    <a:pt x="0" y="10145"/>
                    <a:pt x="517" y="10663"/>
                    <a:pt x="1156" y="10663"/>
                  </a:cubicBezTo>
                  <a:lnTo>
                    <a:pt x="2112" y="10663"/>
                  </a:lnTo>
                  <a:cubicBezTo>
                    <a:pt x="2499" y="10663"/>
                    <a:pt x="2860" y="10469"/>
                    <a:pt x="3074" y="10148"/>
                  </a:cubicBezTo>
                  <a:lnTo>
                    <a:pt x="3929" y="8864"/>
                  </a:lnTo>
                  <a:lnTo>
                    <a:pt x="9030" y="8864"/>
                  </a:lnTo>
                  <a:cubicBezTo>
                    <a:pt x="10564" y="8864"/>
                    <a:pt x="11809" y="7620"/>
                    <a:pt x="11809" y="6085"/>
                  </a:cubicBezTo>
                  <a:cubicBezTo>
                    <a:pt x="13184" y="6085"/>
                    <a:pt x="14300" y="4969"/>
                    <a:pt x="14300" y="3594"/>
                  </a:cubicBezTo>
                  <a:cubicBezTo>
                    <a:pt x="14300" y="1609"/>
                    <a:pt x="12691" y="1"/>
                    <a:pt x="10707"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26" name="Google Shape;1226;p47">
              <a:extLst>
                <a:ext uri="{FF2B5EF4-FFF2-40B4-BE49-F238E27FC236}">
                  <a16:creationId xmlns:a16="http://schemas.microsoft.com/office/drawing/2014/main" id="{0DE16D21-04E2-42D6-145E-4FAA0D271747}"/>
                </a:ext>
              </a:extLst>
            </p:cNvPr>
            <p:cNvSpPr/>
            <p:nvPr/>
          </p:nvSpPr>
          <p:spPr>
            <a:xfrm rot="-1002475">
              <a:off x="2105720" y="3486731"/>
              <a:ext cx="588727" cy="446107"/>
            </a:xfrm>
            <a:custGeom>
              <a:avLst/>
              <a:gdLst/>
              <a:ahLst/>
              <a:cxnLst/>
              <a:rect l="l" t="t" r="r" b="b"/>
              <a:pathLst>
                <a:path w="14873" h="11270" extrusionOk="0">
                  <a:moveTo>
                    <a:pt x="1795" y="1"/>
                  </a:moveTo>
                  <a:cubicBezTo>
                    <a:pt x="805" y="1"/>
                    <a:pt x="1" y="805"/>
                    <a:pt x="1" y="1794"/>
                  </a:cubicBezTo>
                  <a:lnTo>
                    <a:pt x="1" y="4785"/>
                  </a:lnTo>
                  <a:cubicBezTo>
                    <a:pt x="1" y="5774"/>
                    <a:pt x="805" y="6578"/>
                    <a:pt x="1795" y="6578"/>
                  </a:cubicBezTo>
                  <a:lnTo>
                    <a:pt x="9613" y="6578"/>
                  </a:lnTo>
                  <a:cubicBezTo>
                    <a:pt x="10716" y="6578"/>
                    <a:pt x="11751" y="7008"/>
                    <a:pt x="12531" y="7787"/>
                  </a:cubicBezTo>
                  <a:cubicBezTo>
                    <a:pt x="13309" y="8565"/>
                    <a:pt x="13739" y="9601"/>
                    <a:pt x="13739" y="10703"/>
                  </a:cubicBezTo>
                  <a:cubicBezTo>
                    <a:pt x="13739" y="11016"/>
                    <a:pt x="13992" y="11270"/>
                    <a:pt x="14306" y="11270"/>
                  </a:cubicBezTo>
                  <a:cubicBezTo>
                    <a:pt x="14619" y="11270"/>
                    <a:pt x="14872" y="11016"/>
                    <a:pt x="14872" y="10703"/>
                  </a:cubicBezTo>
                  <a:cubicBezTo>
                    <a:pt x="14872" y="9297"/>
                    <a:pt x="14325" y="7977"/>
                    <a:pt x="13332" y="6985"/>
                  </a:cubicBezTo>
                  <a:cubicBezTo>
                    <a:pt x="12339" y="5992"/>
                    <a:pt x="11019" y="5445"/>
                    <a:pt x="9613" y="5445"/>
                  </a:cubicBezTo>
                  <a:lnTo>
                    <a:pt x="1795" y="5445"/>
                  </a:lnTo>
                  <a:cubicBezTo>
                    <a:pt x="1431" y="5445"/>
                    <a:pt x="1134" y="5149"/>
                    <a:pt x="1134" y="4785"/>
                  </a:cubicBezTo>
                  <a:lnTo>
                    <a:pt x="1134" y="1794"/>
                  </a:lnTo>
                  <a:cubicBezTo>
                    <a:pt x="1134" y="1431"/>
                    <a:pt x="1431" y="1134"/>
                    <a:pt x="1795" y="1134"/>
                  </a:cubicBezTo>
                  <a:cubicBezTo>
                    <a:pt x="2108" y="1134"/>
                    <a:pt x="2362" y="881"/>
                    <a:pt x="2362" y="567"/>
                  </a:cubicBezTo>
                  <a:cubicBezTo>
                    <a:pt x="2362" y="254"/>
                    <a:pt x="2108" y="1"/>
                    <a:pt x="179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27" name="Google Shape;1227;p47">
              <a:extLst>
                <a:ext uri="{FF2B5EF4-FFF2-40B4-BE49-F238E27FC236}">
                  <a16:creationId xmlns:a16="http://schemas.microsoft.com/office/drawing/2014/main" id="{7EA758FE-490D-98C9-607C-A0B132937A12}"/>
                </a:ext>
              </a:extLst>
            </p:cNvPr>
            <p:cNvSpPr/>
            <p:nvPr/>
          </p:nvSpPr>
          <p:spPr>
            <a:xfrm rot="-1002475">
              <a:off x="1258555" y="2675798"/>
              <a:ext cx="1184104" cy="1400943"/>
            </a:xfrm>
            <a:custGeom>
              <a:avLst/>
              <a:gdLst/>
              <a:ahLst/>
              <a:cxnLst/>
              <a:rect l="l" t="t" r="r" b="b"/>
              <a:pathLst>
                <a:path w="29914" h="35392" extrusionOk="0">
                  <a:moveTo>
                    <a:pt x="16501" y="1"/>
                  </a:moveTo>
                  <a:cubicBezTo>
                    <a:pt x="15873" y="110"/>
                    <a:pt x="14762" y="294"/>
                    <a:pt x="14760" y="294"/>
                  </a:cubicBezTo>
                  <a:cubicBezTo>
                    <a:pt x="12748" y="761"/>
                    <a:pt x="10901" y="1778"/>
                    <a:pt x="9404" y="3270"/>
                  </a:cubicBezTo>
                  <a:cubicBezTo>
                    <a:pt x="7288" y="5380"/>
                    <a:pt x="6118" y="8190"/>
                    <a:pt x="6108" y="11184"/>
                  </a:cubicBezTo>
                  <a:cubicBezTo>
                    <a:pt x="6101" y="13318"/>
                    <a:pt x="6696" y="15395"/>
                    <a:pt x="7829" y="17192"/>
                  </a:cubicBezTo>
                  <a:cubicBezTo>
                    <a:pt x="8647" y="18491"/>
                    <a:pt x="9078" y="19998"/>
                    <a:pt x="9078" y="21553"/>
                  </a:cubicBezTo>
                  <a:lnTo>
                    <a:pt x="9078" y="24671"/>
                  </a:lnTo>
                  <a:lnTo>
                    <a:pt x="9117" y="25929"/>
                  </a:lnTo>
                  <a:lnTo>
                    <a:pt x="9078" y="26273"/>
                  </a:lnTo>
                  <a:lnTo>
                    <a:pt x="9078" y="28907"/>
                  </a:lnTo>
                  <a:cubicBezTo>
                    <a:pt x="9078" y="29271"/>
                    <a:pt x="8783" y="29567"/>
                    <a:pt x="8418" y="29567"/>
                  </a:cubicBezTo>
                  <a:lnTo>
                    <a:pt x="5259" y="29567"/>
                  </a:lnTo>
                  <a:cubicBezTo>
                    <a:pt x="2359" y="29567"/>
                    <a:pt x="1" y="31926"/>
                    <a:pt x="1" y="34825"/>
                  </a:cubicBezTo>
                  <a:cubicBezTo>
                    <a:pt x="1" y="35138"/>
                    <a:pt x="254" y="35392"/>
                    <a:pt x="568" y="35392"/>
                  </a:cubicBezTo>
                  <a:cubicBezTo>
                    <a:pt x="881" y="35392"/>
                    <a:pt x="1134" y="35138"/>
                    <a:pt x="1134" y="34825"/>
                  </a:cubicBezTo>
                  <a:cubicBezTo>
                    <a:pt x="1134" y="32551"/>
                    <a:pt x="2984" y="30700"/>
                    <a:pt x="5259" y="30700"/>
                  </a:cubicBezTo>
                  <a:lnTo>
                    <a:pt x="8418" y="30700"/>
                  </a:lnTo>
                  <a:cubicBezTo>
                    <a:pt x="9407" y="30700"/>
                    <a:pt x="10213" y="29896"/>
                    <a:pt x="10213" y="28907"/>
                  </a:cubicBezTo>
                  <a:lnTo>
                    <a:pt x="10213" y="27408"/>
                  </a:lnTo>
                  <a:lnTo>
                    <a:pt x="10213" y="25804"/>
                  </a:lnTo>
                  <a:lnTo>
                    <a:pt x="10213" y="21553"/>
                  </a:lnTo>
                  <a:cubicBezTo>
                    <a:pt x="10213" y="19785"/>
                    <a:pt x="9719" y="18068"/>
                    <a:pt x="8787" y="16587"/>
                  </a:cubicBezTo>
                  <a:cubicBezTo>
                    <a:pt x="7770" y="14973"/>
                    <a:pt x="7236" y="13105"/>
                    <a:pt x="7242" y="11187"/>
                  </a:cubicBezTo>
                  <a:cubicBezTo>
                    <a:pt x="7250" y="8496"/>
                    <a:pt x="8303" y="5970"/>
                    <a:pt x="10204" y="4074"/>
                  </a:cubicBezTo>
                  <a:cubicBezTo>
                    <a:pt x="12105" y="2181"/>
                    <a:pt x="14630" y="1137"/>
                    <a:pt x="17318" y="1134"/>
                  </a:cubicBezTo>
                  <a:lnTo>
                    <a:pt x="17337" y="1134"/>
                  </a:lnTo>
                  <a:cubicBezTo>
                    <a:pt x="22893" y="1140"/>
                    <a:pt x="27411" y="5662"/>
                    <a:pt x="27411" y="11219"/>
                  </a:cubicBezTo>
                  <a:lnTo>
                    <a:pt x="27409" y="14491"/>
                  </a:lnTo>
                  <a:cubicBezTo>
                    <a:pt x="27409" y="14580"/>
                    <a:pt x="27430" y="14668"/>
                    <a:pt x="27471" y="14748"/>
                  </a:cubicBezTo>
                  <a:lnTo>
                    <a:pt x="28651" y="17076"/>
                  </a:lnTo>
                  <a:cubicBezTo>
                    <a:pt x="28755" y="17282"/>
                    <a:pt x="28673" y="17456"/>
                    <a:pt x="28633" y="17522"/>
                  </a:cubicBezTo>
                  <a:cubicBezTo>
                    <a:pt x="28593" y="17587"/>
                    <a:pt x="28474" y="17740"/>
                    <a:pt x="28242" y="17740"/>
                  </a:cubicBezTo>
                  <a:lnTo>
                    <a:pt x="27261" y="17740"/>
                  </a:lnTo>
                  <a:cubicBezTo>
                    <a:pt x="26969" y="17740"/>
                    <a:pt x="26724" y="17963"/>
                    <a:pt x="26697" y="18254"/>
                  </a:cubicBezTo>
                  <a:lnTo>
                    <a:pt x="26299" y="22446"/>
                  </a:lnTo>
                  <a:cubicBezTo>
                    <a:pt x="26209" y="23402"/>
                    <a:pt x="25417" y="24123"/>
                    <a:pt x="24457" y="24123"/>
                  </a:cubicBezTo>
                  <a:lnTo>
                    <a:pt x="22840" y="24123"/>
                  </a:lnTo>
                  <a:cubicBezTo>
                    <a:pt x="22526" y="24123"/>
                    <a:pt x="22273" y="24377"/>
                    <a:pt x="22273" y="24689"/>
                  </a:cubicBezTo>
                  <a:cubicBezTo>
                    <a:pt x="22273" y="25003"/>
                    <a:pt x="22526" y="25257"/>
                    <a:pt x="22840" y="25257"/>
                  </a:cubicBezTo>
                  <a:lnTo>
                    <a:pt x="24457" y="25257"/>
                  </a:lnTo>
                  <a:cubicBezTo>
                    <a:pt x="26005" y="25257"/>
                    <a:pt x="27282" y="24094"/>
                    <a:pt x="27428" y="22553"/>
                  </a:cubicBezTo>
                  <a:lnTo>
                    <a:pt x="27777" y="18874"/>
                  </a:lnTo>
                  <a:lnTo>
                    <a:pt x="28242" y="18874"/>
                  </a:lnTo>
                  <a:cubicBezTo>
                    <a:pt x="28800" y="18874"/>
                    <a:pt x="29307" y="18590"/>
                    <a:pt x="29600" y="18115"/>
                  </a:cubicBezTo>
                  <a:cubicBezTo>
                    <a:pt x="29891" y="17639"/>
                    <a:pt x="29914" y="17060"/>
                    <a:pt x="29661" y="16563"/>
                  </a:cubicBezTo>
                  <a:lnTo>
                    <a:pt x="28544" y="14356"/>
                  </a:lnTo>
                  <a:lnTo>
                    <a:pt x="28546" y="11219"/>
                  </a:lnTo>
                  <a:cubicBezTo>
                    <a:pt x="28546" y="5964"/>
                    <a:pt x="24928" y="1470"/>
                    <a:pt x="20024" y="330"/>
                  </a:cubicBezTo>
                  <a:cubicBezTo>
                    <a:pt x="18622" y="4"/>
                    <a:pt x="19051" y="234"/>
                    <a:pt x="18416" y="58"/>
                  </a:cubicBezTo>
                  <a:cubicBezTo>
                    <a:pt x="18414" y="58"/>
                    <a:pt x="18412" y="59"/>
                    <a:pt x="18409" y="59"/>
                  </a:cubicBezTo>
                  <a:cubicBezTo>
                    <a:pt x="18347" y="59"/>
                    <a:pt x="18049" y="1"/>
                    <a:pt x="18007"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28" name="Google Shape;1228;p47">
              <a:extLst>
                <a:ext uri="{FF2B5EF4-FFF2-40B4-BE49-F238E27FC236}">
                  <a16:creationId xmlns:a16="http://schemas.microsoft.com/office/drawing/2014/main" id="{F8C72E2A-F4E9-AFF2-E856-A6773051AFB8}"/>
                </a:ext>
              </a:extLst>
            </p:cNvPr>
            <p:cNvSpPr/>
            <p:nvPr/>
          </p:nvSpPr>
          <p:spPr>
            <a:xfrm rot="-1002475">
              <a:off x="1495332" y="2786710"/>
              <a:ext cx="610933" cy="467007"/>
            </a:xfrm>
            <a:custGeom>
              <a:avLst/>
              <a:gdLst/>
              <a:ahLst/>
              <a:cxnLst/>
              <a:rect l="l" t="t" r="r" b="b"/>
              <a:pathLst>
                <a:path w="15434" h="11798" extrusionOk="0">
                  <a:moveTo>
                    <a:pt x="9688" y="1"/>
                  </a:moveTo>
                  <a:cubicBezTo>
                    <a:pt x="9374" y="1"/>
                    <a:pt x="9121" y="254"/>
                    <a:pt x="9121" y="568"/>
                  </a:cubicBezTo>
                  <a:cubicBezTo>
                    <a:pt x="9121" y="881"/>
                    <a:pt x="9374" y="1134"/>
                    <a:pt x="9688" y="1134"/>
                  </a:cubicBezTo>
                  <a:lnTo>
                    <a:pt x="11274" y="1134"/>
                  </a:lnTo>
                  <a:cubicBezTo>
                    <a:pt x="12943" y="1134"/>
                    <a:pt x="14300" y="2492"/>
                    <a:pt x="14300" y="4161"/>
                  </a:cubicBezTo>
                  <a:cubicBezTo>
                    <a:pt x="14300" y="5030"/>
                    <a:pt x="13721" y="5767"/>
                    <a:pt x="12928" y="6005"/>
                  </a:cubicBezTo>
                  <a:cubicBezTo>
                    <a:pt x="12879" y="5505"/>
                    <a:pt x="12725" y="4834"/>
                    <a:pt x="12287" y="4314"/>
                  </a:cubicBezTo>
                  <a:cubicBezTo>
                    <a:pt x="12486" y="3967"/>
                    <a:pt x="12579" y="3582"/>
                    <a:pt x="12560" y="3174"/>
                  </a:cubicBezTo>
                  <a:cubicBezTo>
                    <a:pt x="12547" y="2870"/>
                    <a:pt x="12299" y="2633"/>
                    <a:pt x="11995" y="2633"/>
                  </a:cubicBezTo>
                  <a:cubicBezTo>
                    <a:pt x="11986" y="2633"/>
                    <a:pt x="11977" y="2633"/>
                    <a:pt x="11968" y="2633"/>
                  </a:cubicBezTo>
                  <a:cubicBezTo>
                    <a:pt x="11655" y="2648"/>
                    <a:pt x="11413" y="2913"/>
                    <a:pt x="11428" y="3225"/>
                  </a:cubicBezTo>
                  <a:cubicBezTo>
                    <a:pt x="11443" y="3572"/>
                    <a:pt x="11289" y="3872"/>
                    <a:pt x="10956" y="4140"/>
                  </a:cubicBezTo>
                  <a:cubicBezTo>
                    <a:pt x="10668" y="4372"/>
                    <a:pt x="10358" y="4483"/>
                    <a:pt x="10348" y="4487"/>
                  </a:cubicBezTo>
                  <a:cubicBezTo>
                    <a:pt x="10052" y="4588"/>
                    <a:pt x="9894" y="4909"/>
                    <a:pt x="9994" y="5204"/>
                  </a:cubicBezTo>
                  <a:cubicBezTo>
                    <a:pt x="10073" y="5441"/>
                    <a:pt x="10294" y="5591"/>
                    <a:pt x="10531" y="5591"/>
                  </a:cubicBezTo>
                  <a:cubicBezTo>
                    <a:pt x="10591" y="5591"/>
                    <a:pt x="10651" y="5581"/>
                    <a:pt x="10712" y="5560"/>
                  </a:cubicBezTo>
                  <a:cubicBezTo>
                    <a:pt x="10755" y="5546"/>
                    <a:pt x="11110" y="5421"/>
                    <a:pt x="11498" y="5150"/>
                  </a:cubicBezTo>
                  <a:cubicBezTo>
                    <a:pt x="11809" y="5617"/>
                    <a:pt x="11834" y="6323"/>
                    <a:pt x="11810" y="6602"/>
                  </a:cubicBezTo>
                  <a:cubicBezTo>
                    <a:pt x="11810" y="6610"/>
                    <a:pt x="11810" y="6617"/>
                    <a:pt x="11809" y="6626"/>
                  </a:cubicBezTo>
                  <a:cubicBezTo>
                    <a:pt x="11809" y="6634"/>
                    <a:pt x="11808" y="6644"/>
                    <a:pt x="11808" y="6653"/>
                  </a:cubicBezTo>
                  <a:cubicBezTo>
                    <a:pt x="11808" y="7872"/>
                    <a:pt x="10816" y="8864"/>
                    <a:pt x="9597" y="8864"/>
                  </a:cubicBezTo>
                  <a:lnTo>
                    <a:pt x="4495" y="8864"/>
                  </a:lnTo>
                  <a:cubicBezTo>
                    <a:pt x="4305" y="8864"/>
                    <a:pt x="4128" y="8960"/>
                    <a:pt x="4023" y="9118"/>
                  </a:cubicBezTo>
                  <a:lnTo>
                    <a:pt x="3168" y="10401"/>
                  </a:lnTo>
                  <a:cubicBezTo>
                    <a:pt x="3058" y="10566"/>
                    <a:pt x="2876" y="10663"/>
                    <a:pt x="2678" y="10663"/>
                  </a:cubicBezTo>
                  <a:lnTo>
                    <a:pt x="1722" y="10663"/>
                  </a:lnTo>
                  <a:cubicBezTo>
                    <a:pt x="1397" y="10663"/>
                    <a:pt x="1133" y="10399"/>
                    <a:pt x="1133" y="10076"/>
                  </a:cubicBezTo>
                  <a:lnTo>
                    <a:pt x="1133" y="7677"/>
                  </a:lnTo>
                  <a:cubicBezTo>
                    <a:pt x="1133" y="6032"/>
                    <a:pt x="1746" y="4459"/>
                    <a:pt x="2858" y="3249"/>
                  </a:cubicBezTo>
                  <a:cubicBezTo>
                    <a:pt x="3964" y="2047"/>
                    <a:pt x="5466" y="1305"/>
                    <a:pt x="7085" y="1160"/>
                  </a:cubicBezTo>
                  <a:cubicBezTo>
                    <a:pt x="7399" y="1133"/>
                    <a:pt x="7628" y="858"/>
                    <a:pt x="7601" y="547"/>
                  </a:cubicBezTo>
                  <a:cubicBezTo>
                    <a:pt x="7574" y="252"/>
                    <a:pt x="7328" y="30"/>
                    <a:pt x="7039" y="30"/>
                  </a:cubicBezTo>
                  <a:cubicBezTo>
                    <a:pt x="7022" y="30"/>
                    <a:pt x="7004" y="31"/>
                    <a:pt x="6986" y="32"/>
                  </a:cubicBezTo>
                  <a:cubicBezTo>
                    <a:pt x="5084" y="201"/>
                    <a:pt x="3321" y="1071"/>
                    <a:pt x="2025" y="2483"/>
                  </a:cubicBezTo>
                  <a:cubicBezTo>
                    <a:pt x="719" y="3902"/>
                    <a:pt x="1" y="5747"/>
                    <a:pt x="1" y="7677"/>
                  </a:cubicBezTo>
                  <a:lnTo>
                    <a:pt x="1" y="10076"/>
                  </a:lnTo>
                  <a:cubicBezTo>
                    <a:pt x="1" y="11025"/>
                    <a:pt x="773" y="11798"/>
                    <a:pt x="1722" y="11798"/>
                  </a:cubicBezTo>
                  <a:lnTo>
                    <a:pt x="2679" y="11798"/>
                  </a:lnTo>
                  <a:cubicBezTo>
                    <a:pt x="3256" y="11798"/>
                    <a:pt x="3793" y="11511"/>
                    <a:pt x="4112" y="11030"/>
                  </a:cubicBezTo>
                  <a:lnTo>
                    <a:pt x="4800" y="9999"/>
                  </a:lnTo>
                  <a:lnTo>
                    <a:pt x="9597" y="9999"/>
                  </a:lnTo>
                  <a:cubicBezTo>
                    <a:pt x="11264" y="9999"/>
                    <a:pt x="12650" y="8772"/>
                    <a:pt x="12902" y="7175"/>
                  </a:cubicBezTo>
                  <a:cubicBezTo>
                    <a:pt x="14338" y="6924"/>
                    <a:pt x="15434" y="5668"/>
                    <a:pt x="15434" y="4162"/>
                  </a:cubicBezTo>
                  <a:cubicBezTo>
                    <a:pt x="15434" y="1868"/>
                    <a:pt x="13568" y="1"/>
                    <a:pt x="11274"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29" name="Google Shape;1229;p47">
              <a:extLst>
                <a:ext uri="{FF2B5EF4-FFF2-40B4-BE49-F238E27FC236}">
                  <a16:creationId xmlns:a16="http://schemas.microsoft.com/office/drawing/2014/main" id="{AEAF2E54-65ED-4261-7C4A-FEF90A97B6CA}"/>
                </a:ext>
              </a:extLst>
            </p:cNvPr>
            <p:cNvSpPr/>
            <p:nvPr/>
          </p:nvSpPr>
          <p:spPr>
            <a:xfrm rot="-1002475">
              <a:off x="1625186" y="3048514"/>
              <a:ext cx="134822" cy="82453"/>
            </a:xfrm>
            <a:custGeom>
              <a:avLst/>
              <a:gdLst/>
              <a:ahLst/>
              <a:cxnLst/>
              <a:rect l="l" t="t" r="r" b="b"/>
              <a:pathLst>
                <a:path w="3406" h="2083" extrusionOk="0">
                  <a:moveTo>
                    <a:pt x="2760" y="1"/>
                  </a:moveTo>
                  <a:cubicBezTo>
                    <a:pt x="2547" y="1"/>
                    <a:pt x="2344" y="121"/>
                    <a:pt x="2247" y="325"/>
                  </a:cubicBezTo>
                  <a:cubicBezTo>
                    <a:pt x="2098" y="638"/>
                    <a:pt x="1822" y="830"/>
                    <a:pt x="1402" y="911"/>
                  </a:cubicBezTo>
                  <a:cubicBezTo>
                    <a:pt x="1247" y="940"/>
                    <a:pt x="1100" y="949"/>
                    <a:pt x="981" y="949"/>
                  </a:cubicBezTo>
                  <a:cubicBezTo>
                    <a:pt x="817" y="949"/>
                    <a:pt x="706" y="933"/>
                    <a:pt x="701" y="931"/>
                  </a:cubicBezTo>
                  <a:cubicBezTo>
                    <a:pt x="670" y="927"/>
                    <a:pt x="640" y="924"/>
                    <a:pt x="610" y="924"/>
                  </a:cubicBezTo>
                  <a:cubicBezTo>
                    <a:pt x="338" y="924"/>
                    <a:pt x="97" y="1121"/>
                    <a:pt x="51" y="1400"/>
                  </a:cubicBezTo>
                  <a:cubicBezTo>
                    <a:pt x="1" y="1708"/>
                    <a:pt x="210" y="2000"/>
                    <a:pt x="519" y="2050"/>
                  </a:cubicBezTo>
                  <a:cubicBezTo>
                    <a:pt x="549" y="2056"/>
                    <a:pt x="726" y="2083"/>
                    <a:pt x="980" y="2083"/>
                  </a:cubicBezTo>
                  <a:cubicBezTo>
                    <a:pt x="1150" y="2083"/>
                    <a:pt x="1354" y="2071"/>
                    <a:pt x="1573" y="2033"/>
                  </a:cubicBezTo>
                  <a:cubicBezTo>
                    <a:pt x="2373" y="1890"/>
                    <a:pt x="2959" y="1468"/>
                    <a:pt x="3272" y="811"/>
                  </a:cubicBezTo>
                  <a:cubicBezTo>
                    <a:pt x="3406" y="528"/>
                    <a:pt x="3285" y="190"/>
                    <a:pt x="3002" y="56"/>
                  </a:cubicBezTo>
                  <a:cubicBezTo>
                    <a:pt x="2924" y="19"/>
                    <a:pt x="2841" y="1"/>
                    <a:pt x="2760"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242" name="Google Shape;1242;p47">
            <a:extLst>
              <a:ext uri="{FF2B5EF4-FFF2-40B4-BE49-F238E27FC236}">
                <a16:creationId xmlns:a16="http://schemas.microsoft.com/office/drawing/2014/main" id="{708FDFE3-2C43-E9FC-43E3-510AF3D09B59}"/>
              </a:ext>
            </a:extLst>
          </p:cNvPr>
          <p:cNvSpPr/>
          <p:nvPr/>
        </p:nvSpPr>
        <p:spPr>
          <a:xfrm rot="-9388557">
            <a:off x="5248733" y="647732"/>
            <a:ext cx="112800" cy="112818"/>
          </a:xfrm>
          <a:custGeom>
            <a:avLst/>
            <a:gdLst/>
            <a:ahLst/>
            <a:cxnLst/>
            <a:rect l="l" t="t" r="r" b="b"/>
            <a:pathLst>
              <a:path w="6138" h="6139" extrusionOk="0">
                <a:moveTo>
                  <a:pt x="3069" y="0"/>
                </a:moveTo>
                <a:cubicBezTo>
                  <a:pt x="2625" y="513"/>
                  <a:pt x="2402" y="1024"/>
                  <a:pt x="2235" y="1535"/>
                </a:cubicBezTo>
                <a:cubicBezTo>
                  <a:pt x="2177" y="1722"/>
                  <a:pt x="2134" y="1909"/>
                  <a:pt x="2099" y="2097"/>
                </a:cubicBezTo>
                <a:cubicBezTo>
                  <a:pt x="1912" y="2131"/>
                  <a:pt x="1723" y="2173"/>
                  <a:pt x="1536" y="2233"/>
                </a:cubicBezTo>
                <a:cubicBezTo>
                  <a:pt x="1023" y="2398"/>
                  <a:pt x="512" y="2623"/>
                  <a:pt x="1" y="3070"/>
                </a:cubicBezTo>
                <a:cubicBezTo>
                  <a:pt x="512" y="3517"/>
                  <a:pt x="1023" y="3740"/>
                  <a:pt x="1536" y="3907"/>
                </a:cubicBezTo>
                <a:cubicBezTo>
                  <a:pt x="1722" y="3966"/>
                  <a:pt x="1909" y="4008"/>
                  <a:pt x="2096" y="4042"/>
                </a:cubicBezTo>
                <a:cubicBezTo>
                  <a:pt x="2132" y="4230"/>
                  <a:pt x="2173" y="4417"/>
                  <a:pt x="2232" y="4604"/>
                </a:cubicBezTo>
                <a:cubicBezTo>
                  <a:pt x="2399" y="5115"/>
                  <a:pt x="2622" y="5627"/>
                  <a:pt x="3069" y="6138"/>
                </a:cubicBezTo>
                <a:cubicBezTo>
                  <a:pt x="3517" y="5627"/>
                  <a:pt x="3741" y="5115"/>
                  <a:pt x="3906" y="4604"/>
                </a:cubicBezTo>
                <a:cubicBezTo>
                  <a:pt x="3966" y="4416"/>
                  <a:pt x="4008" y="4229"/>
                  <a:pt x="4042" y="4040"/>
                </a:cubicBezTo>
                <a:cubicBezTo>
                  <a:pt x="4230" y="4005"/>
                  <a:pt x="4416" y="3963"/>
                  <a:pt x="4604" y="3904"/>
                </a:cubicBezTo>
                <a:cubicBezTo>
                  <a:pt x="5115" y="3737"/>
                  <a:pt x="5626" y="3514"/>
                  <a:pt x="6138" y="3070"/>
                </a:cubicBezTo>
                <a:cubicBezTo>
                  <a:pt x="5626" y="2625"/>
                  <a:pt x="5115" y="2402"/>
                  <a:pt x="4604" y="2235"/>
                </a:cubicBezTo>
                <a:cubicBezTo>
                  <a:pt x="4416" y="2176"/>
                  <a:pt x="4228" y="2133"/>
                  <a:pt x="4040" y="2099"/>
                </a:cubicBezTo>
                <a:cubicBezTo>
                  <a:pt x="4005" y="1910"/>
                  <a:pt x="3963" y="1723"/>
                  <a:pt x="3904" y="1535"/>
                </a:cubicBezTo>
                <a:cubicBezTo>
                  <a:pt x="3738" y="1024"/>
                  <a:pt x="3514" y="513"/>
                  <a:pt x="3069"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 name="TextBox 3">
            <a:extLst>
              <a:ext uri="{FF2B5EF4-FFF2-40B4-BE49-F238E27FC236}">
                <a16:creationId xmlns:a16="http://schemas.microsoft.com/office/drawing/2014/main" id="{C52D9FE6-F84C-D1A8-1B32-9D1BB7182DE0}"/>
              </a:ext>
            </a:extLst>
          </p:cNvPr>
          <p:cNvSpPr txBox="1"/>
          <p:nvPr/>
        </p:nvSpPr>
        <p:spPr>
          <a:xfrm>
            <a:off x="1134313" y="611850"/>
            <a:ext cx="7180174" cy="430887"/>
          </a:xfrm>
          <a:prstGeom prst="rect">
            <a:avLst/>
          </a:prstGeom>
          <a:noFill/>
        </p:spPr>
        <p:txBody>
          <a:bodyPr wrap="square">
            <a:spAutoFit/>
          </a:bodyPr>
          <a:lstStyle/>
          <a:p>
            <a:pPr marL="0" marR="0" algn="ctr" rtl="0">
              <a:spcBef>
                <a:spcPts val="600"/>
              </a:spcBef>
              <a:spcAft>
                <a:spcPts val="600"/>
              </a:spcAft>
              <a:buNone/>
            </a:pPr>
            <a:r>
              <a:rPr lang="en-US" sz="2200" b="1" dirty="0">
                <a:latin typeface="ADLaM Display" panose="02010000000000000000" pitchFamily="2" charset="0"/>
                <a:ea typeface="ADLaM Display" panose="02010000000000000000" pitchFamily="2" charset="0"/>
                <a:cs typeface="ADLaM Display" panose="02010000000000000000" pitchFamily="2" charset="0"/>
              </a:rPr>
              <a:t>🧬 Molecular Analysis to Investigate Synergy</a:t>
            </a:r>
            <a:endParaRPr lang="en-US" sz="2200" dirty="0">
              <a:effectLst/>
              <a:latin typeface="ADLaM Display" panose="02010000000000000000" pitchFamily="2" charset="0"/>
              <a:ea typeface="ADLaM Display" panose="02010000000000000000" pitchFamily="2" charset="0"/>
              <a:cs typeface="ADLaM Display" panose="02010000000000000000" pitchFamily="2" charset="0"/>
            </a:endParaRPr>
          </a:p>
        </p:txBody>
      </p:sp>
      <p:sp>
        <p:nvSpPr>
          <p:cNvPr id="2" name="AutoShape 2" descr="Output image">
            <a:extLst>
              <a:ext uri="{FF2B5EF4-FFF2-40B4-BE49-F238E27FC236}">
                <a16:creationId xmlns:a16="http://schemas.microsoft.com/office/drawing/2014/main" id="{CCF05C10-9253-9AA0-C86F-BE06472AADCD}"/>
              </a:ext>
            </a:extLst>
          </p:cNvPr>
          <p:cNvSpPr>
            <a:spLocks noChangeAspect="1" noChangeArrowheads="1"/>
          </p:cNvSpPr>
          <p:nvPr/>
        </p:nvSpPr>
        <p:spPr bwMode="auto">
          <a:xfrm>
            <a:off x="4419600" y="241935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3" name="AutoShape 4" descr="Output image">
            <a:extLst>
              <a:ext uri="{FF2B5EF4-FFF2-40B4-BE49-F238E27FC236}">
                <a16:creationId xmlns:a16="http://schemas.microsoft.com/office/drawing/2014/main" id="{F07FC30F-6D3A-4835-CCF9-89FB4E5ADB5F}"/>
              </a:ext>
            </a:extLst>
          </p:cNvPr>
          <p:cNvSpPr>
            <a:spLocks noChangeAspect="1" noChangeArrowheads="1"/>
          </p:cNvSpPr>
          <p:nvPr/>
        </p:nvSpPr>
        <p:spPr bwMode="auto">
          <a:xfrm>
            <a:off x="4572000" y="257175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Tree>
    <p:extLst>
      <p:ext uri="{BB962C8B-B14F-4D97-AF65-F5344CB8AC3E}">
        <p14:creationId xmlns:p14="http://schemas.microsoft.com/office/powerpoint/2010/main" val="3823739836"/>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Shape 1220">
          <a:extLst>
            <a:ext uri="{FF2B5EF4-FFF2-40B4-BE49-F238E27FC236}">
              <a16:creationId xmlns:a16="http://schemas.microsoft.com/office/drawing/2014/main" id="{9EF66854-4ABF-7715-B828-42A374E1F104}"/>
            </a:ext>
          </a:extLst>
        </p:cNvPr>
        <p:cNvGrpSpPr/>
        <p:nvPr/>
      </p:nvGrpSpPr>
      <p:grpSpPr>
        <a:xfrm>
          <a:off x="0" y="0"/>
          <a:ext cx="0" cy="0"/>
          <a:chOff x="0" y="0"/>
          <a:chExt cx="0" cy="0"/>
        </a:xfrm>
      </p:grpSpPr>
      <p:sp>
        <p:nvSpPr>
          <p:cNvPr id="1221" name="Google Shape;1221;p47">
            <a:extLst>
              <a:ext uri="{FF2B5EF4-FFF2-40B4-BE49-F238E27FC236}">
                <a16:creationId xmlns:a16="http://schemas.microsoft.com/office/drawing/2014/main" id="{D0357913-F423-C45F-A3C7-94C6FC4B19DE}"/>
              </a:ext>
            </a:extLst>
          </p:cNvPr>
          <p:cNvSpPr txBox="1">
            <a:spLocks noGrp="1"/>
          </p:cNvSpPr>
          <p:nvPr>
            <p:ph type="title"/>
          </p:nvPr>
        </p:nvSpPr>
        <p:spPr>
          <a:xfrm>
            <a:off x="723871" y="704141"/>
            <a:ext cx="7687734" cy="3302346"/>
          </a:xfrm>
          <a:prstGeom prst="rect">
            <a:avLst/>
          </a:prstGeom>
        </p:spPr>
        <p:txBody>
          <a:bodyPr spcFirstLastPara="1" wrap="square" lIns="91425" tIns="91425" rIns="91425" bIns="91425" anchor="ctr" anchorCtr="0">
            <a:noAutofit/>
          </a:bodyPr>
          <a:lstStyle/>
          <a:p>
            <a:pPr algn="l">
              <a:lnSpc>
                <a:spcPct val="100000"/>
              </a:lnSpc>
            </a:pPr>
            <a:r>
              <a:rPr lang="en-US" sz="2000" dirty="0"/>
              <a:t>Immunoadjuvant (e.g., Complete Freund's Adjuvant, CFA) to induce arthritis.</a:t>
            </a:r>
            <a:br>
              <a:rPr lang="en-US" sz="2000" dirty="0"/>
            </a:br>
            <a:br>
              <a:rPr lang="en-US" sz="2000" dirty="0"/>
            </a:br>
            <a:r>
              <a:rPr lang="en-US" sz="2000" dirty="0"/>
              <a:t>Clinical Scoring Supplies: Basic calipers for measuring paw thickness and swelling.</a:t>
            </a:r>
          </a:p>
        </p:txBody>
      </p:sp>
      <p:grpSp>
        <p:nvGrpSpPr>
          <p:cNvPr id="1222" name="Google Shape;1222;p47">
            <a:extLst>
              <a:ext uri="{FF2B5EF4-FFF2-40B4-BE49-F238E27FC236}">
                <a16:creationId xmlns:a16="http://schemas.microsoft.com/office/drawing/2014/main" id="{1A9DED57-7FF9-CB08-90E7-D577D7F7F2F4}"/>
              </a:ext>
            </a:extLst>
          </p:cNvPr>
          <p:cNvGrpSpPr/>
          <p:nvPr/>
        </p:nvGrpSpPr>
        <p:grpSpPr>
          <a:xfrm>
            <a:off x="122278" y="87555"/>
            <a:ext cx="623693" cy="542353"/>
            <a:chOff x="1082169" y="2497002"/>
            <a:chExt cx="1663996" cy="1720378"/>
          </a:xfrm>
        </p:grpSpPr>
        <p:sp>
          <p:nvSpPr>
            <p:cNvPr id="1223" name="Google Shape;1223;p47">
              <a:extLst>
                <a:ext uri="{FF2B5EF4-FFF2-40B4-BE49-F238E27FC236}">
                  <a16:creationId xmlns:a16="http://schemas.microsoft.com/office/drawing/2014/main" id="{5F566E54-B6C4-3357-1343-5E719A369F95}"/>
                </a:ext>
              </a:extLst>
            </p:cNvPr>
            <p:cNvSpPr/>
            <p:nvPr/>
          </p:nvSpPr>
          <p:spPr>
            <a:xfrm rot="-1002475">
              <a:off x="1255753" y="2656719"/>
              <a:ext cx="1316828" cy="1400943"/>
            </a:xfrm>
            <a:custGeom>
              <a:avLst/>
              <a:gdLst/>
              <a:ahLst/>
              <a:cxnLst/>
              <a:rect l="l" t="t" r="r" b="b"/>
              <a:pathLst>
                <a:path w="33267" h="35392" extrusionOk="0">
                  <a:moveTo>
                    <a:pt x="16501" y="1"/>
                  </a:moveTo>
                  <a:cubicBezTo>
                    <a:pt x="15873" y="110"/>
                    <a:pt x="14762" y="293"/>
                    <a:pt x="14762" y="293"/>
                  </a:cubicBezTo>
                  <a:cubicBezTo>
                    <a:pt x="12749" y="761"/>
                    <a:pt x="10902" y="1778"/>
                    <a:pt x="9405" y="3270"/>
                  </a:cubicBezTo>
                  <a:cubicBezTo>
                    <a:pt x="7289" y="5379"/>
                    <a:pt x="6118" y="8189"/>
                    <a:pt x="6108" y="11183"/>
                  </a:cubicBezTo>
                  <a:cubicBezTo>
                    <a:pt x="6102" y="13317"/>
                    <a:pt x="6696" y="15394"/>
                    <a:pt x="7829" y="17192"/>
                  </a:cubicBezTo>
                  <a:cubicBezTo>
                    <a:pt x="8647" y="18490"/>
                    <a:pt x="9079" y="19998"/>
                    <a:pt x="9079" y="21552"/>
                  </a:cubicBezTo>
                  <a:lnTo>
                    <a:pt x="9079" y="24669"/>
                  </a:lnTo>
                  <a:lnTo>
                    <a:pt x="9118" y="25929"/>
                  </a:lnTo>
                  <a:lnTo>
                    <a:pt x="9079" y="26273"/>
                  </a:lnTo>
                  <a:lnTo>
                    <a:pt x="9079" y="28907"/>
                  </a:lnTo>
                  <a:cubicBezTo>
                    <a:pt x="9079" y="29271"/>
                    <a:pt x="8783" y="29566"/>
                    <a:pt x="8418" y="29566"/>
                  </a:cubicBezTo>
                  <a:lnTo>
                    <a:pt x="5260" y="29566"/>
                  </a:lnTo>
                  <a:cubicBezTo>
                    <a:pt x="2360" y="29566"/>
                    <a:pt x="1" y="31925"/>
                    <a:pt x="1" y="34825"/>
                  </a:cubicBezTo>
                  <a:cubicBezTo>
                    <a:pt x="1" y="35137"/>
                    <a:pt x="254" y="35392"/>
                    <a:pt x="568" y="35392"/>
                  </a:cubicBezTo>
                  <a:cubicBezTo>
                    <a:pt x="881" y="35392"/>
                    <a:pt x="1134" y="35137"/>
                    <a:pt x="1134" y="34825"/>
                  </a:cubicBezTo>
                  <a:lnTo>
                    <a:pt x="1134" y="34824"/>
                  </a:lnTo>
                  <a:lnTo>
                    <a:pt x="32132" y="34824"/>
                  </a:lnTo>
                  <a:cubicBezTo>
                    <a:pt x="32132" y="35137"/>
                    <a:pt x="32386" y="35392"/>
                    <a:pt x="32700" y="35392"/>
                  </a:cubicBezTo>
                  <a:cubicBezTo>
                    <a:pt x="33012" y="35392"/>
                    <a:pt x="33266" y="35137"/>
                    <a:pt x="33266" y="34824"/>
                  </a:cubicBezTo>
                  <a:cubicBezTo>
                    <a:pt x="33266" y="33420"/>
                    <a:pt x="32719" y="32099"/>
                    <a:pt x="31726" y="31107"/>
                  </a:cubicBezTo>
                  <a:cubicBezTo>
                    <a:pt x="30734" y="30114"/>
                    <a:pt x="29413" y="29567"/>
                    <a:pt x="28007" y="29567"/>
                  </a:cubicBezTo>
                  <a:lnTo>
                    <a:pt x="20189" y="29567"/>
                  </a:lnTo>
                  <a:cubicBezTo>
                    <a:pt x="19825" y="29567"/>
                    <a:pt x="19528" y="29271"/>
                    <a:pt x="19528" y="28907"/>
                  </a:cubicBezTo>
                  <a:lnTo>
                    <a:pt x="19528" y="25916"/>
                  </a:lnTo>
                  <a:cubicBezTo>
                    <a:pt x="19528" y="25553"/>
                    <a:pt x="19825" y="25256"/>
                    <a:pt x="20189" y="25256"/>
                  </a:cubicBezTo>
                  <a:cubicBezTo>
                    <a:pt x="20502" y="25256"/>
                    <a:pt x="20756" y="25003"/>
                    <a:pt x="20756" y="24689"/>
                  </a:cubicBezTo>
                  <a:lnTo>
                    <a:pt x="22273" y="24689"/>
                  </a:lnTo>
                  <a:cubicBezTo>
                    <a:pt x="22273" y="25003"/>
                    <a:pt x="22527" y="25256"/>
                    <a:pt x="22840" y="25256"/>
                  </a:cubicBezTo>
                  <a:lnTo>
                    <a:pt x="24457" y="25256"/>
                  </a:lnTo>
                  <a:cubicBezTo>
                    <a:pt x="26005" y="25256"/>
                    <a:pt x="27282" y="24094"/>
                    <a:pt x="27428" y="22553"/>
                  </a:cubicBezTo>
                  <a:lnTo>
                    <a:pt x="27777" y="18874"/>
                  </a:lnTo>
                  <a:lnTo>
                    <a:pt x="28243" y="18874"/>
                  </a:lnTo>
                  <a:cubicBezTo>
                    <a:pt x="28800" y="18874"/>
                    <a:pt x="29307" y="18590"/>
                    <a:pt x="29600" y="18115"/>
                  </a:cubicBezTo>
                  <a:cubicBezTo>
                    <a:pt x="29891" y="17639"/>
                    <a:pt x="29914" y="17059"/>
                    <a:pt x="29663" y="16563"/>
                  </a:cubicBezTo>
                  <a:lnTo>
                    <a:pt x="28544" y="14356"/>
                  </a:lnTo>
                  <a:lnTo>
                    <a:pt x="28546" y="11219"/>
                  </a:lnTo>
                  <a:cubicBezTo>
                    <a:pt x="28546" y="5964"/>
                    <a:pt x="24928" y="1470"/>
                    <a:pt x="20024" y="330"/>
                  </a:cubicBezTo>
                  <a:cubicBezTo>
                    <a:pt x="18622" y="4"/>
                    <a:pt x="19051" y="233"/>
                    <a:pt x="18416" y="58"/>
                  </a:cubicBezTo>
                  <a:cubicBezTo>
                    <a:pt x="18414" y="58"/>
                    <a:pt x="18412" y="59"/>
                    <a:pt x="18409" y="59"/>
                  </a:cubicBezTo>
                  <a:cubicBezTo>
                    <a:pt x="18347" y="59"/>
                    <a:pt x="18049" y="1"/>
                    <a:pt x="18007" y="1"/>
                  </a:cubicBezTo>
                  <a:close/>
                </a:path>
              </a:pathLst>
            </a:custGeom>
            <a:solidFill>
              <a:schemeClr val="accent2"/>
            </a:solidFill>
            <a:ln w="114300" cap="flat" cmpd="sng">
              <a:solidFill>
                <a:schemeClr val="accent2"/>
              </a:solidFill>
              <a:prstDash val="solid"/>
              <a:round/>
              <a:headEnd type="none" w="sm" len="sm"/>
              <a:tailEnd type="none" w="sm" len="sm"/>
            </a:ln>
            <a:effectLst>
              <a:outerShdw dist="76200" dir="1800000" algn="bl" rotWithShape="0">
                <a:schemeClr val="lt2"/>
              </a:outerShdw>
            </a:effectLst>
          </p:spPr>
          <p:txBody>
            <a:bodyPr spcFirstLastPara="1" wrap="square" lIns="91425" tIns="91425" rIns="91425" bIns="91425" anchor="ctr" anchorCtr="0">
              <a:noAutofit/>
            </a:bodyPr>
            <a:lstStyle/>
            <a:p>
              <a:pPr marL="0" marR="0" lvl="0" indent="0" algn="l" rtl="0">
                <a:lnSpc>
                  <a:spcPct val="100000"/>
                </a:lnSpc>
                <a:spcBef>
                  <a:spcPts val="0"/>
                </a:spcBef>
                <a:spcAft>
                  <a:spcPts val="0"/>
                </a:spcAft>
                <a:buNone/>
              </a:pPr>
              <a:endParaRPr/>
            </a:p>
          </p:txBody>
        </p:sp>
        <p:sp>
          <p:nvSpPr>
            <p:cNvPr id="1224" name="Google Shape;1224;p47">
              <a:extLst>
                <a:ext uri="{FF2B5EF4-FFF2-40B4-BE49-F238E27FC236}">
                  <a16:creationId xmlns:a16="http://schemas.microsoft.com/office/drawing/2014/main" id="{E3423C61-C23F-26D9-F6AF-7868C9C2035F}"/>
                </a:ext>
              </a:extLst>
            </p:cNvPr>
            <p:cNvSpPr/>
            <p:nvPr/>
          </p:nvSpPr>
          <p:spPr>
            <a:xfrm rot="-1002475">
              <a:off x="1278198" y="2679168"/>
              <a:ext cx="1271901" cy="1356055"/>
            </a:xfrm>
            <a:custGeom>
              <a:avLst/>
              <a:gdLst/>
              <a:ahLst/>
              <a:cxnLst/>
              <a:rect l="l" t="t" r="r" b="b"/>
              <a:pathLst>
                <a:path w="32132" h="34258" extrusionOk="0">
                  <a:moveTo>
                    <a:pt x="16761" y="0"/>
                  </a:moveTo>
                  <a:cubicBezTo>
                    <a:pt x="10884" y="0"/>
                    <a:pt x="6127" y="4741"/>
                    <a:pt x="6108" y="10618"/>
                  </a:cubicBezTo>
                  <a:cubicBezTo>
                    <a:pt x="6102" y="12715"/>
                    <a:pt x="6701" y="14672"/>
                    <a:pt x="7741" y="16323"/>
                  </a:cubicBezTo>
                  <a:cubicBezTo>
                    <a:pt x="8620" y="17718"/>
                    <a:pt x="9079" y="19337"/>
                    <a:pt x="9079" y="20986"/>
                  </a:cubicBezTo>
                  <a:lnTo>
                    <a:pt x="9079" y="28340"/>
                  </a:lnTo>
                  <a:cubicBezTo>
                    <a:pt x="9079" y="29017"/>
                    <a:pt x="8529" y="29567"/>
                    <a:pt x="7851" y="29567"/>
                  </a:cubicBezTo>
                  <a:lnTo>
                    <a:pt x="4693" y="29567"/>
                  </a:lnTo>
                  <a:cubicBezTo>
                    <a:pt x="2101" y="29567"/>
                    <a:pt x="1" y="31667"/>
                    <a:pt x="1" y="34258"/>
                  </a:cubicBezTo>
                  <a:lnTo>
                    <a:pt x="32131" y="34258"/>
                  </a:lnTo>
                  <a:cubicBezTo>
                    <a:pt x="32131" y="31667"/>
                    <a:pt x="30032" y="29567"/>
                    <a:pt x="27440" y="29567"/>
                  </a:cubicBezTo>
                  <a:lnTo>
                    <a:pt x="19622" y="29567"/>
                  </a:lnTo>
                  <a:cubicBezTo>
                    <a:pt x="18944" y="29567"/>
                    <a:pt x="18395" y="29017"/>
                    <a:pt x="18395" y="28339"/>
                  </a:cubicBezTo>
                  <a:lnTo>
                    <a:pt x="18395" y="25349"/>
                  </a:lnTo>
                  <a:cubicBezTo>
                    <a:pt x="18395" y="24671"/>
                    <a:pt x="18944" y="24122"/>
                    <a:pt x="19622" y="24122"/>
                  </a:cubicBezTo>
                  <a:lnTo>
                    <a:pt x="23890" y="24122"/>
                  </a:lnTo>
                  <a:cubicBezTo>
                    <a:pt x="25137" y="24122"/>
                    <a:pt x="26179" y="23174"/>
                    <a:pt x="26297" y="21933"/>
                  </a:cubicBezTo>
                  <a:lnTo>
                    <a:pt x="26694" y="17739"/>
                  </a:lnTo>
                  <a:lnTo>
                    <a:pt x="27676" y="17739"/>
                  </a:lnTo>
                  <a:cubicBezTo>
                    <a:pt x="28440" y="17739"/>
                    <a:pt x="28935" y="16934"/>
                    <a:pt x="28590" y="16252"/>
                  </a:cubicBezTo>
                  <a:lnTo>
                    <a:pt x="27410" y="13924"/>
                  </a:lnTo>
                  <a:lnTo>
                    <a:pt x="27412" y="10652"/>
                  </a:lnTo>
                  <a:cubicBezTo>
                    <a:pt x="27412" y="4770"/>
                    <a:pt x="22643" y="1"/>
                    <a:pt x="16761"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25" name="Google Shape;1225;p47">
              <a:extLst>
                <a:ext uri="{FF2B5EF4-FFF2-40B4-BE49-F238E27FC236}">
                  <a16:creationId xmlns:a16="http://schemas.microsoft.com/office/drawing/2014/main" id="{A892A7EF-37B4-B95A-143A-BDEFE973D3EE}"/>
                </a:ext>
              </a:extLst>
            </p:cNvPr>
            <p:cNvSpPr/>
            <p:nvPr/>
          </p:nvSpPr>
          <p:spPr>
            <a:xfrm rot="-1002475">
              <a:off x="1517787" y="2809192"/>
              <a:ext cx="566046" cy="422120"/>
            </a:xfrm>
            <a:custGeom>
              <a:avLst/>
              <a:gdLst/>
              <a:ahLst/>
              <a:cxnLst/>
              <a:rect l="l" t="t" r="r" b="b"/>
              <a:pathLst>
                <a:path w="14300" h="10664" extrusionOk="0">
                  <a:moveTo>
                    <a:pt x="7108" y="1"/>
                  </a:moveTo>
                  <a:cubicBezTo>
                    <a:pt x="3183" y="1"/>
                    <a:pt x="0" y="3182"/>
                    <a:pt x="0" y="7109"/>
                  </a:cubicBezTo>
                  <a:lnTo>
                    <a:pt x="0" y="9508"/>
                  </a:lnTo>
                  <a:cubicBezTo>
                    <a:pt x="0" y="10145"/>
                    <a:pt x="517" y="10663"/>
                    <a:pt x="1156" y="10663"/>
                  </a:cubicBezTo>
                  <a:lnTo>
                    <a:pt x="2112" y="10663"/>
                  </a:lnTo>
                  <a:cubicBezTo>
                    <a:pt x="2499" y="10663"/>
                    <a:pt x="2860" y="10469"/>
                    <a:pt x="3074" y="10148"/>
                  </a:cubicBezTo>
                  <a:lnTo>
                    <a:pt x="3929" y="8864"/>
                  </a:lnTo>
                  <a:lnTo>
                    <a:pt x="9030" y="8864"/>
                  </a:lnTo>
                  <a:cubicBezTo>
                    <a:pt x="10564" y="8864"/>
                    <a:pt x="11809" y="7620"/>
                    <a:pt x="11809" y="6085"/>
                  </a:cubicBezTo>
                  <a:cubicBezTo>
                    <a:pt x="13184" y="6085"/>
                    <a:pt x="14300" y="4969"/>
                    <a:pt x="14300" y="3594"/>
                  </a:cubicBezTo>
                  <a:cubicBezTo>
                    <a:pt x="14300" y="1609"/>
                    <a:pt x="12691" y="1"/>
                    <a:pt x="10707"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26" name="Google Shape;1226;p47">
              <a:extLst>
                <a:ext uri="{FF2B5EF4-FFF2-40B4-BE49-F238E27FC236}">
                  <a16:creationId xmlns:a16="http://schemas.microsoft.com/office/drawing/2014/main" id="{2C416BB4-9073-558C-6480-FF0F910FFD4A}"/>
                </a:ext>
              </a:extLst>
            </p:cNvPr>
            <p:cNvSpPr/>
            <p:nvPr/>
          </p:nvSpPr>
          <p:spPr>
            <a:xfrm rot="-1002475">
              <a:off x="2105720" y="3486731"/>
              <a:ext cx="588727" cy="446107"/>
            </a:xfrm>
            <a:custGeom>
              <a:avLst/>
              <a:gdLst/>
              <a:ahLst/>
              <a:cxnLst/>
              <a:rect l="l" t="t" r="r" b="b"/>
              <a:pathLst>
                <a:path w="14873" h="11270" extrusionOk="0">
                  <a:moveTo>
                    <a:pt x="1795" y="1"/>
                  </a:moveTo>
                  <a:cubicBezTo>
                    <a:pt x="805" y="1"/>
                    <a:pt x="1" y="805"/>
                    <a:pt x="1" y="1794"/>
                  </a:cubicBezTo>
                  <a:lnTo>
                    <a:pt x="1" y="4785"/>
                  </a:lnTo>
                  <a:cubicBezTo>
                    <a:pt x="1" y="5774"/>
                    <a:pt x="805" y="6578"/>
                    <a:pt x="1795" y="6578"/>
                  </a:cubicBezTo>
                  <a:lnTo>
                    <a:pt x="9613" y="6578"/>
                  </a:lnTo>
                  <a:cubicBezTo>
                    <a:pt x="10716" y="6578"/>
                    <a:pt x="11751" y="7008"/>
                    <a:pt x="12531" y="7787"/>
                  </a:cubicBezTo>
                  <a:cubicBezTo>
                    <a:pt x="13309" y="8565"/>
                    <a:pt x="13739" y="9601"/>
                    <a:pt x="13739" y="10703"/>
                  </a:cubicBezTo>
                  <a:cubicBezTo>
                    <a:pt x="13739" y="11016"/>
                    <a:pt x="13992" y="11270"/>
                    <a:pt x="14306" y="11270"/>
                  </a:cubicBezTo>
                  <a:cubicBezTo>
                    <a:pt x="14619" y="11270"/>
                    <a:pt x="14872" y="11016"/>
                    <a:pt x="14872" y="10703"/>
                  </a:cubicBezTo>
                  <a:cubicBezTo>
                    <a:pt x="14872" y="9297"/>
                    <a:pt x="14325" y="7977"/>
                    <a:pt x="13332" y="6985"/>
                  </a:cubicBezTo>
                  <a:cubicBezTo>
                    <a:pt x="12339" y="5992"/>
                    <a:pt x="11019" y="5445"/>
                    <a:pt x="9613" y="5445"/>
                  </a:cubicBezTo>
                  <a:lnTo>
                    <a:pt x="1795" y="5445"/>
                  </a:lnTo>
                  <a:cubicBezTo>
                    <a:pt x="1431" y="5445"/>
                    <a:pt x="1134" y="5149"/>
                    <a:pt x="1134" y="4785"/>
                  </a:cubicBezTo>
                  <a:lnTo>
                    <a:pt x="1134" y="1794"/>
                  </a:lnTo>
                  <a:cubicBezTo>
                    <a:pt x="1134" y="1431"/>
                    <a:pt x="1431" y="1134"/>
                    <a:pt x="1795" y="1134"/>
                  </a:cubicBezTo>
                  <a:cubicBezTo>
                    <a:pt x="2108" y="1134"/>
                    <a:pt x="2362" y="881"/>
                    <a:pt x="2362" y="567"/>
                  </a:cubicBezTo>
                  <a:cubicBezTo>
                    <a:pt x="2362" y="254"/>
                    <a:pt x="2108" y="1"/>
                    <a:pt x="179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27" name="Google Shape;1227;p47">
              <a:extLst>
                <a:ext uri="{FF2B5EF4-FFF2-40B4-BE49-F238E27FC236}">
                  <a16:creationId xmlns:a16="http://schemas.microsoft.com/office/drawing/2014/main" id="{2088EE73-F63B-1C0C-3DA3-B4D69BD401A2}"/>
                </a:ext>
              </a:extLst>
            </p:cNvPr>
            <p:cNvSpPr/>
            <p:nvPr/>
          </p:nvSpPr>
          <p:spPr>
            <a:xfrm rot="-1002475">
              <a:off x="1258555" y="2675798"/>
              <a:ext cx="1184104" cy="1400943"/>
            </a:xfrm>
            <a:custGeom>
              <a:avLst/>
              <a:gdLst/>
              <a:ahLst/>
              <a:cxnLst/>
              <a:rect l="l" t="t" r="r" b="b"/>
              <a:pathLst>
                <a:path w="29914" h="35392" extrusionOk="0">
                  <a:moveTo>
                    <a:pt x="16501" y="1"/>
                  </a:moveTo>
                  <a:cubicBezTo>
                    <a:pt x="15873" y="110"/>
                    <a:pt x="14762" y="294"/>
                    <a:pt x="14760" y="294"/>
                  </a:cubicBezTo>
                  <a:cubicBezTo>
                    <a:pt x="12748" y="761"/>
                    <a:pt x="10901" y="1778"/>
                    <a:pt x="9404" y="3270"/>
                  </a:cubicBezTo>
                  <a:cubicBezTo>
                    <a:pt x="7288" y="5380"/>
                    <a:pt x="6118" y="8190"/>
                    <a:pt x="6108" y="11184"/>
                  </a:cubicBezTo>
                  <a:cubicBezTo>
                    <a:pt x="6101" y="13318"/>
                    <a:pt x="6696" y="15395"/>
                    <a:pt x="7829" y="17192"/>
                  </a:cubicBezTo>
                  <a:cubicBezTo>
                    <a:pt x="8647" y="18491"/>
                    <a:pt x="9078" y="19998"/>
                    <a:pt x="9078" y="21553"/>
                  </a:cubicBezTo>
                  <a:lnTo>
                    <a:pt x="9078" y="24671"/>
                  </a:lnTo>
                  <a:lnTo>
                    <a:pt x="9117" y="25929"/>
                  </a:lnTo>
                  <a:lnTo>
                    <a:pt x="9078" y="26273"/>
                  </a:lnTo>
                  <a:lnTo>
                    <a:pt x="9078" y="28907"/>
                  </a:lnTo>
                  <a:cubicBezTo>
                    <a:pt x="9078" y="29271"/>
                    <a:pt x="8783" y="29567"/>
                    <a:pt x="8418" y="29567"/>
                  </a:cubicBezTo>
                  <a:lnTo>
                    <a:pt x="5259" y="29567"/>
                  </a:lnTo>
                  <a:cubicBezTo>
                    <a:pt x="2359" y="29567"/>
                    <a:pt x="1" y="31926"/>
                    <a:pt x="1" y="34825"/>
                  </a:cubicBezTo>
                  <a:cubicBezTo>
                    <a:pt x="1" y="35138"/>
                    <a:pt x="254" y="35392"/>
                    <a:pt x="568" y="35392"/>
                  </a:cubicBezTo>
                  <a:cubicBezTo>
                    <a:pt x="881" y="35392"/>
                    <a:pt x="1134" y="35138"/>
                    <a:pt x="1134" y="34825"/>
                  </a:cubicBezTo>
                  <a:cubicBezTo>
                    <a:pt x="1134" y="32551"/>
                    <a:pt x="2984" y="30700"/>
                    <a:pt x="5259" y="30700"/>
                  </a:cubicBezTo>
                  <a:lnTo>
                    <a:pt x="8418" y="30700"/>
                  </a:lnTo>
                  <a:cubicBezTo>
                    <a:pt x="9407" y="30700"/>
                    <a:pt x="10213" y="29896"/>
                    <a:pt x="10213" y="28907"/>
                  </a:cubicBezTo>
                  <a:lnTo>
                    <a:pt x="10213" y="27408"/>
                  </a:lnTo>
                  <a:lnTo>
                    <a:pt x="10213" y="25804"/>
                  </a:lnTo>
                  <a:lnTo>
                    <a:pt x="10213" y="21553"/>
                  </a:lnTo>
                  <a:cubicBezTo>
                    <a:pt x="10213" y="19785"/>
                    <a:pt x="9719" y="18068"/>
                    <a:pt x="8787" y="16587"/>
                  </a:cubicBezTo>
                  <a:cubicBezTo>
                    <a:pt x="7770" y="14973"/>
                    <a:pt x="7236" y="13105"/>
                    <a:pt x="7242" y="11187"/>
                  </a:cubicBezTo>
                  <a:cubicBezTo>
                    <a:pt x="7250" y="8496"/>
                    <a:pt x="8303" y="5970"/>
                    <a:pt x="10204" y="4074"/>
                  </a:cubicBezTo>
                  <a:cubicBezTo>
                    <a:pt x="12105" y="2181"/>
                    <a:pt x="14630" y="1137"/>
                    <a:pt x="17318" y="1134"/>
                  </a:cubicBezTo>
                  <a:lnTo>
                    <a:pt x="17337" y="1134"/>
                  </a:lnTo>
                  <a:cubicBezTo>
                    <a:pt x="22893" y="1140"/>
                    <a:pt x="27411" y="5662"/>
                    <a:pt x="27411" y="11219"/>
                  </a:cubicBezTo>
                  <a:lnTo>
                    <a:pt x="27409" y="14491"/>
                  </a:lnTo>
                  <a:cubicBezTo>
                    <a:pt x="27409" y="14580"/>
                    <a:pt x="27430" y="14668"/>
                    <a:pt x="27471" y="14748"/>
                  </a:cubicBezTo>
                  <a:lnTo>
                    <a:pt x="28651" y="17076"/>
                  </a:lnTo>
                  <a:cubicBezTo>
                    <a:pt x="28755" y="17282"/>
                    <a:pt x="28673" y="17456"/>
                    <a:pt x="28633" y="17522"/>
                  </a:cubicBezTo>
                  <a:cubicBezTo>
                    <a:pt x="28593" y="17587"/>
                    <a:pt x="28474" y="17740"/>
                    <a:pt x="28242" y="17740"/>
                  </a:cubicBezTo>
                  <a:lnTo>
                    <a:pt x="27261" y="17740"/>
                  </a:lnTo>
                  <a:cubicBezTo>
                    <a:pt x="26969" y="17740"/>
                    <a:pt x="26724" y="17963"/>
                    <a:pt x="26697" y="18254"/>
                  </a:cubicBezTo>
                  <a:lnTo>
                    <a:pt x="26299" y="22446"/>
                  </a:lnTo>
                  <a:cubicBezTo>
                    <a:pt x="26209" y="23402"/>
                    <a:pt x="25417" y="24123"/>
                    <a:pt x="24457" y="24123"/>
                  </a:cubicBezTo>
                  <a:lnTo>
                    <a:pt x="22840" y="24123"/>
                  </a:lnTo>
                  <a:cubicBezTo>
                    <a:pt x="22526" y="24123"/>
                    <a:pt x="22273" y="24377"/>
                    <a:pt x="22273" y="24689"/>
                  </a:cubicBezTo>
                  <a:cubicBezTo>
                    <a:pt x="22273" y="25003"/>
                    <a:pt x="22526" y="25257"/>
                    <a:pt x="22840" y="25257"/>
                  </a:cubicBezTo>
                  <a:lnTo>
                    <a:pt x="24457" y="25257"/>
                  </a:lnTo>
                  <a:cubicBezTo>
                    <a:pt x="26005" y="25257"/>
                    <a:pt x="27282" y="24094"/>
                    <a:pt x="27428" y="22553"/>
                  </a:cubicBezTo>
                  <a:lnTo>
                    <a:pt x="27777" y="18874"/>
                  </a:lnTo>
                  <a:lnTo>
                    <a:pt x="28242" y="18874"/>
                  </a:lnTo>
                  <a:cubicBezTo>
                    <a:pt x="28800" y="18874"/>
                    <a:pt x="29307" y="18590"/>
                    <a:pt x="29600" y="18115"/>
                  </a:cubicBezTo>
                  <a:cubicBezTo>
                    <a:pt x="29891" y="17639"/>
                    <a:pt x="29914" y="17060"/>
                    <a:pt x="29661" y="16563"/>
                  </a:cubicBezTo>
                  <a:lnTo>
                    <a:pt x="28544" y="14356"/>
                  </a:lnTo>
                  <a:lnTo>
                    <a:pt x="28546" y="11219"/>
                  </a:lnTo>
                  <a:cubicBezTo>
                    <a:pt x="28546" y="5964"/>
                    <a:pt x="24928" y="1470"/>
                    <a:pt x="20024" y="330"/>
                  </a:cubicBezTo>
                  <a:cubicBezTo>
                    <a:pt x="18622" y="4"/>
                    <a:pt x="19051" y="234"/>
                    <a:pt x="18416" y="58"/>
                  </a:cubicBezTo>
                  <a:cubicBezTo>
                    <a:pt x="18414" y="58"/>
                    <a:pt x="18412" y="59"/>
                    <a:pt x="18409" y="59"/>
                  </a:cubicBezTo>
                  <a:cubicBezTo>
                    <a:pt x="18347" y="59"/>
                    <a:pt x="18049" y="1"/>
                    <a:pt x="18007"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28" name="Google Shape;1228;p47">
              <a:extLst>
                <a:ext uri="{FF2B5EF4-FFF2-40B4-BE49-F238E27FC236}">
                  <a16:creationId xmlns:a16="http://schemas.microsoft.com/office/drawing/2014/main" id="{93448C6B-1361-FC67-ADC1-4BA765529149}"/>
                </a:ext>
              </a:extLst>
            </p:cNvPr>
            <p:cNvSpPr/>
            <p:nvPr/>
          </p:nvSpPr>
          <p:spPr>
            <a:xfrm rot="-1002475">
              <a:off x="1495332" y="2786710"/>
              <a:ext cx="610933" cy="467007"/>
            </a:xfrm>
            <a:custGeom>
              <a:avLst/>
              <a:gdLst/>
              <a:ahLst/>
              <a:cxnLst/>
              <a:rect l="l" t="t" r="r" b="b"/>
              <a:pathLst>
                <a:path w="15434" h="11798" extrusionOk="0">
                  <a:moveTo>
                    <a:pt x="9688" y="1"/>
                  </a:moveTo>
                  <a:cubicBezTo>
                    <a:pt x="9374" y="1"/>
                    <a:pt x="9121" y="254"/>
                    <a:pt x="9121" y="568"/>
                  </a:cubicBezTo>
                  <a:cubicBezTo>
                    <a:pt x="9121" y="881"/>
                    <a:pt x="9374" y="1134"/>
                    <a:pt x="9688" y="1134"/>
                  </a:cubicBezTo>
                  <a:lnTo>
                    <a:pt x="11274" y="1134"/>
                  </a:lnTo>
                  <a:cubicBezTo>
                    <a:pt x="12943" y="1134"/>
                    <a:pt x="14300" y="2492"/>
                    <a:pt x="14300" y="4161"/>
                  </a:cubicBezTo>
                  <a:cubicBezTo>
                    <a:pt x="14300" y="5030"/>
                    <a:pt x="13721" y="5767"/>
                    <a:pt x="12928" y="6005"/>
                  </a:cubicBezTo>
                  <a:cubicBezTo>
                    <a:pt x="12879" y="5505"/>
                    <a:pt x="12725" y="4834"/>
                    <a:pt x="12287" y="4314"/>
                  </a:cubicBezTo>
                  <a:cubicBezTo>
                    <a:pt x="12486" y="3967"/>
                    <a:pt x="12579" y="3582"/>
                    <a:pt x="12560" y="3174"/>
                  </a:cubicBezTo>
                  <a:cubicBezTo>
                    <a:pt x="12547" y="2870"/>
                    <a:pt x="12299" y="2633"/>
                    <a:pt x="11995" y="2633"/>
                  </a:cubicBezTo>
                  <a:cubicBezTo>
                    <a:pt x="11986" y="2633"/>
                    <a:pt x="11977" y="2633"/>
                    <a:pt x="11968" y="2633"/>
                  </a:cubicBezTo>
                  <a:cubicBezTo>
                    <a:pt x="11655" y="2648"/>
                    <a:pt x="11413" y="2913"/>
                    <a:pt x="11428" y="3225"/>
                  </a:cubicBezTo>
                  <a:cubicBezTo>
                    <a:pt x="11443" y="3572"/>
                    <a:pt x="11289" y="3872"/>
                    <a:pt x="10956" y="4140"/>
                  </a:cubicBezTo>
                  <a:cubicBezTo>
                    <a:pt x="10668" y="4372"/>
                    <a:pt x="10358" y="4483"/>
                    <a:pt x="10348" y="4487"/>
                  </a:cubicBezTo>
                  <a:cubicBezTo>
                    <a:pt x="10052" y="4588"/>
                    <a:pt x="9894" y="4909"/>
                    <a:pt x="9994" y="5204"/>
                  </a:cubicBezTo>
                  <a:cubicBezTo>
                    <a:pt x="10073" y="5441"/>
                    <a:pt x="10294" y="5591"/>
                    <a:pt x="10531" y="5591"/>
                  </a:cubicBezTo>
                  <a:cubicBezTo>
                    <a:pt x="10591" y="5591"/>
                    <a:pt x="10651" y="5581"/>
                    <a:pt x="10712" y="5560"/>
                  </a:cubicBezTo>
                  <a:cubicBezTo>
                    <a:pt x="10755" y="5546"/>
                    <a:pt x="11110" y="5421"/>
                    <a:pt x="11498" y="5150"/>
                  </a:cubicBezTo>
                  <a:cubicBezTo>
                    <a:pt x="11809" y="5617"/>
                    <a:pt x="11834" y="6323"/>
                    <a:pt x="11810" y="6602"/>
                  </a:cubicBezTo>
                  <a:cubicBezTo>
                    <a:pt x="11810" y="6610"/>
                    <a:pt x="11810" y="6617"/>
                    <a:pt x="11809" y="6626"/>
                  </a:cubicBezTo>
                  <a:cubicBezTo>
                    <a:pt x="11809" y="6634"/>
                    <a:pt x="11808" y="6644"/>
                    <a:pt x="11808" y="6653"/>
                  </a:cubicBezTo>
                  <a:cubicBezTo>
                    <a:pt x="11808" y="7872"/>
                    <a:pt x="10816" y="8864"/>
                    <a:pt x="9597" y="8864"/>
                  </a:cubicBezTo>
                  <a:lnTo>
                    <a:pt x="4495" y="8864"/>
                  </a:lnTo>
                  <a:cubicBezTo>
                    <a:pt x="4305" y="8864"/>
                    <a:pt x="4128" y="8960"/>
                    <a:pt x="4023" y="9118"/>
                  </a:cubicBezTo>
                  <a:lnTo>
                    <a:pt x="3168" y="10401"/>
                  </a:lnTo>
                  <a:cubicBezTo>
                    <a:pt x="3058" y="10566"/>
                    <a:pt x="2876" y="10663"/>
                    <a:pt x="2678" y="10663"/>
                  </a:cubicBezTo>
                  <a:lnTo>
                    <a:pt x="1722" y="10663"/>
                  </a:lnTo>
                  <a:cubicBezTo>
                    <a:pt x="1397" y="10663"/>
                    <a:pt x="1133" y="10399"/>
                    <a:pt x="1133" y="10076"/>
                  </a:cubicBezTo>
                  <a:lnTo>
                    <a:pt x="1133" y="7677"/>
                  </a:lnTo>
                  <a:cubicBezTo>
                    <a:pt x="1133" y="6032"/>
                    <a:pt x="1746" y="4459"/>
                    <a:pt x="2858" y="3249"/>
                  </a:cubicBezTo>
                  <a:cubicBezTo>
                    <a:pt x="3964" y="2047"/>
                    <a:pt x="5466" y="1305"/>
                    <a:pt x="7085" y="1160"/>
                  </a:cubicBezTo>
                  <a:cubicBezTo>
                    <a:pt x="7399" y="1133"/>
                    <a:pt x="7628" y="858"/>
                    <a:pt x="7601" y="547"/>
                  </a:cubicBezTo>
                  <a:cubicBezTo>
                    <a:pt x="7574" y="252"/>
                    <a:pt x="7328" y="30"/>
                    <a:pt x="7039" y="30"/>
                  </a:cubicBezTo>
                  <a:cubicBezTo>
                    <a:pt x="7022" y="30"/>
                    <a:pt x="7004" y="31"/>
                    <a:pt x="6986" y="32"/>
                  </a:cubicBezTo>
                  <a:cubicBezTo>
                    <a:pt x="5084" y="201"/>
                    <a:pt x="3321" y="1071"/>
                    <a:pt x="2025" y="2483"/>
                  </a:cubicBezTo>
                  <a:cubicBezTo>
                    <a:pt x="719" y="3902"/>
                    <a:pt x="1" y="5747"/>
                    <a:pt x="1" y="7677"/>
                  </a:cubicBezTo>
                  <a:lnTo>
                    <a:pt x="1" y="10076"/>
                  </a:lnTo>
                  <a:cubicBezTo>
                    <a:pt x="1" y="11025"/>
                    <a:pt x="773" y="11798"/>
                    <a:pt x="1722" y="11798"/>
                  </a:cubicBezTo>
                  <a:lnTo>
                    <a:pt x="2679" y="11798"/>
                  </a:lnTo>
                  <a:cubicBezTo>
                    <a:pt x="3256" y="11798"/>
                    <a:pt x="3793" y="11511"/>
                    <a:pt x="4112" y="11030"/>
                  </a:cubicBezTo>
                  <a:lnTo>
                    <a:pt x="4800" y="9999"/>
                  </a:lnTo>
                  <a:lnTo>
                    <a:pt x="9597" y="9999"/>
                  </a:lnTo>
                  <a:cubicBezTo>
                    <a:pt x="11264" y="9999"/>
                    <a:pt x="12650" y="8772"/>
                    <a:pt x="12902" y="7175"/>
                  </a:cubicBezTo>
                  <a:cubicBezTo>
                    <a:pt x="14338" y="6924"/>
                    <a:pt x="15434" y="5668"/>
                    <a:pt x="15434" y="4162"/>
                  </a:cubicBezTo>
                  <a:cubicBezTo>
                    <a:pt x="15434" y="1868"/>
                    <a:pt x="13568" y="1"/>
                    <a:pt x="11274"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29" name="Google Shape;1229;p47">
              <a:extLst>
                <a:ext uri="{FF2B5EF4-FFF2-40B4-BE49-F238E27FC236}">
                  <a16:creationId xmlns:a16="http://schemas.microsoft.com/office/drawing/2014/main" id="{91801E2B-8D7B-699E-6B5F-17806C7690B0}"/>
                </a:ext>
              </a:extLst>
            </p:cNvPr>
            <p:cNvSpPr/>
            <p:nvPr/>
          </p:nvSpPr>
          <p:spPr>
            <a:xfrm rot="-1002475">
              <a:off x="1625186" y="3048514"/>
              <a:ext cx="134822" cy="82453"/>
            </a:xfrm>
            <a:custGeom>
              <a:avLst/>
              <a:gdLst/>
              <a:ahLst/>
              <a:cxnLst/>
              <a:rect l="l" t="t" r="r" b="b"/>
              <a:pathLst>
                <a:path w="3406" h="2083" extrusionOk="0">
                  <a:moveTo>
                    <a:pt x="2760" y="1"/>
                  </a:moveTo>
                  <a:cubicBezTo>
                    <a:pt x="2547" y="1"/>
                    <a:pt x="2344" y="121"/>
                    <a:pt x="2247" y="325"/>
                  </a:cubicBezTo>
                  <a:cubicBezTo>
                    <a:pt x="2098" y="638"/>
                    <a:pt x="1822" y="830"/>
                    <a:pt x="1402" y="911"/>
                  </a:cubicBezTo>
                  <a:cubicBezTo>
                    <a:pt x="1247" y="940"/>
                    <a:pt x="1100" y="949"/>
                    <a:pt x="981" y="949"/>
                  </a:cubicBezTo>
                  <a:cubicBezTo>
                    <a:pt x="817" y="949"/>
                    <a:pt x="706" y="933"/>
                    <a:pt x="701" y="931"/>
                  </a:cubicBezTo>
                  <a:cubicBezTo>
                    <a:pt x="670" y="927"/>
                    <a:pt x="640" y="924"/>
                    <a:pt x="610" y="924"/>
                  </a:cubicBezTo>
                  <a:cubicBezTo>
                    <a:pt x="338" y="924"/>
                    <a:pt x="97" y="1121"/>
                    <a:pt x="51" y="1400"/>
                  </a:cubicBezTo>
                  <a:cubicBezTo>
                    <a:pt x="1" y="1708"/>
                    <a:pt x="210" y="2000"/>
                    <a:pt x="519" y="2050"/>
                  </a:cubicBezTo>
                  <a:cubicBezTo>
                    <a:pt x="549" y="2056"/>
                    <a:pt x="726" y="2083"/>
                    <a:pt x="980" y="2083"/>
                  </a:cubicBezTo>
                  <a:cubicBezTo>
                    <a:pt x="1150" y="2083"/>
                    <a:pt x="1354" y="2071"/>
                    <a:pt x="1573" y="2033"/>
                  </a:cubicBezTo>
                  <a:cubicBezTo>
                    <a:pt x="2373" y="1890"/>
                    <a:pt x="2959" y="1468"/>
                    <a:pt x="3272" y="811"/>
                  </a:cubicBezTo>
                  <a:cubicBezTo>
                    <a:pt x="3406" y="528"/>
                    <a:pt x="3285" y="190"/>
                    <a:pt x="3002" y="56"/>
                  </a:cubicBezTo>
                  <a:cubicBezTo>
                    <a:pt x="2924" y="19"/>
                    <a:pt x="2841" y="1"/>
                    <a:pt x="2760"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242" name="Google Shape;1242;p47">
            <a:extLst>
              <a:ext uri="{FF2B5EF4-FFF2-40B4-BE49-F238E27FC236}">
                <a16:creationId xmlns:a16="http://schemas.microsoft.com/office/drawing/2014/main" id="{224A2A33-DF36-4563-01F6-4A8D54B1B3A4}"/>
              </a:ext>
            </a:extLst>
          </p:cNvPr>
          <p:cNvSpPr/>
          <p:nvPr/>
        </p:nvSpPr>
        <p:spPr>
          <a:xfrm rot="-9388557">
            <a:off x="5248733" y="647732"/>
            <a:ext cx="112800" cy="112818"/>
          </a:xfrm>
          <a:custGeom>
            <a:avLst/>
            <a:gdLst/>
            <a:ahLst/>
            <a:cxnLst/>
            <a:rect l="l" t="t" r="r" b="b"/>
            <a:pathLst>
              <a:path w="6138" h="6139" extrusionOk="0">
                <a:moveTo>
                  <a:pt x="3069" y="0"/>
                </a:moveTo>
                <a:cubicBezTo>
                  <a:pt x="2625" y="513"/>
                  <a:pt x="2402" y="1024"/>
                  <a:pt x="2235" y="1535"/>
                </a:cubicBezTo>
                <a:cubicBezTo>
                  <a:pt x="2177" y="1722"/>
                  <a:pt x="2134" y="1909"/>
                  <a:pt x="2099" y="2097"/>
                </a:cubicBezTo>
                <a:cubicBezTo>
                  <a:pt x="1912" y="2131"/>
                  <a:pt x="1723" y="2173"/>
                  <a:pt x="1536" y="2233"/>
                </a:cubicBezTo>
                <a:cubicBezTo>
                  <a:pt x="1023" y="2398"/>
                  <a:pt x="512" y="2623"/>
                  <a:pt x="1" y="3070"/>
                </a:cubicBezTo>
                <a:cubicBezTo>
                  <a:pt x="512" y="3517"/>
                  <a:pt x="1023" y="3740"/>
                  <a:pt x="1536" y="3907"/>
                </a:cubicBezTo>
                <a:cubicBezTo>
                  <a:pt x="1722" y="3966"/>
                  <a:pt x="1909" y="4008"/>
                  <a:pt x="2096" y="4042"/>
                </a:cubicBezTo>
                <a:cubicBezTo>
                  <a:pt x="2132" y="4230"/>
                  <a:pt x="2173" y="4417"/>
                  <a:pt x="2232" y="4604"/>
                </a:cubicBezTo>
                <a:cubicBezTo>
                  <a:pt x="2399" y="5115"/>
                  <a:pt x="2622" y="5627"/>
                  <a:pt x="3069" y="6138"/>
                </a:cubicBezTo>
                <a:cubicBezTo>
                  <a:pt x="3517" y="5627"/>
                  <a:pt x="3741" y="5115"/>
                  <a:pt x="3906" y="4604"/>
                </a:cubicBezTo>
                <a:cubicBezTo>
                  <a:pt x="3966" y="4416"/>
                  <a:pt x="4008" y="4229"/>
                  <a:pt x="4042" y="4040"/>
                </a:cubicBezTo>
                <a:cubicBezTo>
                  <a:pt x="4230" y="4005"/>
                  <a:pt x="4416" y="3963"/>
                  <a:pt x="4604" y="3904"/>
                </a:cubicBezTo>
                <a:cubicBezTo>
                  <a:pt x="5115" y="3737"/>
                  <a:pt x="5626" y="3514"/>
                  <a:pt x="6138" y="3070"/>
                </a:cubicBezTo>
                <a:cubicBezTo>
                  <a:pt x="5626" y="2625"/>
                  <a:pt x="5115" y="2402"/>
                  <a:pt x="4604" y="2235"/>
                </a:cubicBezTo>
                <a:cubicBezTo>
                  <a:pt x="4416" y="2176"/>
                  <a:pt x="4228" y="2133"/>
                  <a:pt x="4040" y="2099"/>
                </a:cubicBezTo>
                <a:cubicBezTo>
                  <a:pt x="4005" y="1910"/>
                  <a:pt x="3963" y="1723"/>
                  <a:pt x="3904" y="1535"/>
                </a:cubicBezTo>
                <a:cubicBezTo>
                  <a:pt x="3738" y="1024"/>
                  <a:pt x="3514" y="513"/>
                  <a:pt x="3069"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 name="TextBox 3">
            <a:extLst>
              <a:ext uri="{FF2B5EF4-FFF2-40B4-BE49-F238E27FC236}">
                <a16:creationId xmlns:a16="http://schemas.microsoft.com/office/drawing/2014/main" id="{0106334A-F101-DD10-42EE-9CB9C015E0E7}"/>
              </a:ext>
            </a:extLst>
          </p:cNvPr>
          <p:cNvSpPr txBox="1"/>
          <p:nvPr/>
        </p:nvSpPr>
        <p:spPr>
          <a:xfrm>
            <a:off x="981913" y="765304"/>
            <a:ext cx="7180174" cy="430887"/>
          </a:xfrm>
          <a:prstGeom prst="rect">
            <a:avLst/>
          </a:prstGeom>
          <a:noFill/>
        </p:spPr>
        <p:txBody>
          <a:bodyPr wrap="square">
            <a:spAutoFit/>
          </a:bodyPr>
          <a:lstStyle/>
          <a:p>
            <a:pPr marL="0" marR="0" algn="ctr" rtl="0">
              <a:spcBef>
                <a:spcPts val="600"/>
              </a:spcBef>
              <a:spcAft>
                <a:spcPts val="600"/>
              </a:spcAft>
              <a:buNone/>
            </a:pPr>
            <a:r>
              <a:rPr lang="en-US" sz="2200" b="1" dirty="0">
                <a:latin typeface="ADLaM Display" panose="02010000000000000000" pitchFamily="2" charset="0"/>
                <a:ea typeface="ADLaM Display" panose="02010000000000000000" pitchFamily="2" charset="0"/>
                <a:cs typeface="ADLaM Display" panose="02010000000000000000" pitchFamily="2" charset="0"/>
              </a:rPr>
              <a:t>🐀 Kits for the RA Animal Model</a:t>
            </a:r>
            <a:endParaRPr lang="en-US" sz="2200" dirty="0">
              <a:effectLst/>
              <a:latin typeface="ADLaM Display" panose="02010000000000000000" pitchFamily="2" charset="0"/>
              <a:ea typeface="ADLaM Display" panose="02010000000000000000" pitchFamily="2" charset="0"/>
              <a:cs typeface="ADLaM Display" panose="02010000000000000000" pitchFamily="2" charset="0"/>
            </a:endParaRPr>
          </a:p>
        </p:txBody>
      </p:sp>
      <p:sp>
        <p:nvSpPr>
          <p:cNvPr id="2" name="AutoShape 2" descr="Output image">
            <a:extLst>
              <a:ext uri="{FF2B5EF4-FFF2-40B4-BE49-F238E27FC236}">
                <a16:creationId xmlns:a16="http://schemas.microsoft.com/office/drawing/2014/main" id="{4842F9C3-F2A5-B56C-E374-7B04C55DE6DB}"/>
              </a:ext>
            </a:extLst>
          </p:cNvPr>
          <p:cNvSpPr>
            <a:spLocks noChangeAspect="1" noChangeArrowheads="1"/>
          </p:cNvSpPr>
          <p:nvPr/>
        </p:nvSpPr>
        <p:spPr bwMode="auto">
          <a:xfrm>
            <a:off x="4419600" y="241935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3" name="AutoShape 4" descr="Output image">
            <a:extLst>
              <a:ext uri="{FF2B5EF4-FFF2-40B4-BE49-F238E27FC236}">
                <a16:creationId xmlns:a16="http://schemas.microsoft.com/office/drawing/2014/main" id="{1711D12A-3F5C-E391-2700-641FF07D5611}"/>
              </a:ext>
            </a:extLst>
          </p:cNvPr>
          <p:cNvSpPr>
            <a:spLocks noChangeAspect="1" noChangeArrowheads="1"/>
          </p:cNvSpPr>
          <p:nvPr/>
        </p:nvSpPr>
        <p:spPr bwMode="auto">
          <a:xfrm>
            <a:off x="4572000" y="257175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Tree>
    <p:extLst>
      <p:ext uri="{BB962C8B-B14F-4D97-AF65-F5344CB8AC3E}">
        <p14:creationId xmlns:p14="http://schemas.microsoft.com/office/powerpoint/2010/main" val="1351998141"/>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Shape 1220">
          <a:extLst>
            <a:ext uri="{FF2B5EF4-FFF2-40B4-BE49-F238E27FC236}">
              <a16:creationId xmlns:a16="http://schemas.microsoft.com/office/drawing/2014/main" id="{7F94B979-FE3C-42DA-E222-C25ECC5395EC}"/>
            </a:ext>
          </a:extLst>
        </p:cNvPr>
        <p:cNvGrpSpPr/>
        <p:nvPr/>
      </p:nvGrpSpPr>
      <p:grpSpPr>
        <a:xfrm>
          <a:off x="0" y="0"/>
          <a:ext cx="0" cy="0"/>
          <a:chOff x="0" y="0"/>
          <a:chExt cx="0" cy="0"/>
        </a:xfrm>
      </p:grpSpPr>
      <p:grpSp>
        <p:nvGrpSpPr>
          <p:cNvPr id="1222" name="Google Shape;1222;p47">
            <a:extLst>
              <a:ext uri="{FF2B5EF4-FFF2-40B4-BE49-F238E27FC236}">
                <a16:creationId xmlns:a16="http://schemas.microsoft.com/office/drawing/2014/main" id="{6ECB3D9C-FE3A-CBAC-6606-9727AC7E6906}"/>
              </a:ext>
            </a:extLst>
          </p:cNvPr>
          <p:cNvGrpSpPr/>
          <p:nvPr/>
        </p:nvGrpSpPr>
        <p:grpSpPr>
          <a:xfrm>
            <a:off x="122278" y="87555"/>
            <a:ext cx="623693" cy="542353"/>
            <a:chOff x="1082169" y="2497002"/>
            <a:chExt cx="1663996" cy="1720378"/>
          </a:xfrm>
        </p:grpSpPr>
        <p:sp>
          <p:nvSpPr>
            <p:cNvPr id="1223" name="Google Shape;1223;p47">
              <a:extLst>
                <a:ext uri="{FF2B5EF4-FFF2-40B4-BE49-F238E27FC236}">
                  <a16:creationId xmlns:a16="http://schemas.microsoft.com/office/drawing/2014/main" id="{C7DF1186-D0D2-5810-4DAA-5F5BB2746AED}"/>
                </a:ext>
              </a:extLst>
            </p:cNvPr>
            <p:cNvSpPr/>
            <p:nvPr/>
          </p:nvSpPr>
          <p:spPr>
            <a:xfrm rot="-1002475">
              <a:off x="1255753" y="2656719"/>
              <a:ext cx="1316828" cy="1400943"/>
            </a:xfrm>
            <a:custGeom>
              <a:avLst/>
              <a:gdLst/>
              <a:ahLst/>
              <a:cxnLst/>
              <a:rect l="l" t="t" r="r" b="b"/>
              <a:pathLst>
                <a:path w="33267" h="35392" extrusionOk="0">
                  <a:moveTo>
                    <a:pt x="16501" y="1"/>
                  </a:moveTo>
                  <a:cubicBezTo>
                    <a:pt x="15873" y="110"/>
                    <a:pt x="14762" y="293"/>
                    <a:pt x="14762" y="293"/>
                  </a:cubicBezTo>
                  <a:cubicBezTo>
                    <a:pt x="12749" y="761"/>
                    <a:pt x="10902" y="1778"/>
                    <a:pt x="9405" y="3270"/>
                  </a:cubicBezTo>
                  <a:cubicBezTo>
                    <a:pt x="7289" y="5379"/>
                    <a:pt x="6118" y="8189"/>
                    <a:pt x="6108" y="11183"/>
                  </a:cubicBezTo>
                  <a:cubicBezTo>
                    <a:pt x="6102" y="13317"/>
                    <a:pt x="6696" y="15394"/>
                    <a:pt x="7829" y="17192"/>
                  </a:cubicBezTo>
                  <a:cubicBezTo>
                    <a:pt x="8647" y="18490"/>
                    <a:pt x="9079" y="19998"/>
                    <a:pt x="9079" y="21552"/>
                  </a:cubicBezTo>
                  <a:lnTo>
                    <a:pt x="9079" y="24669"/>
                  </a:lnTo>
                  <a:lnTo>
                    <a:pt x="9118" y="25929"/>
                  </a:lnTo>
                  <a:lnTo>
                    <a:pt x="9079" y="26273"/>
                  </a:lnTo>
                  <a:lnTo>
                    <a:pt x="9079" y="28907"/>
                  </a:lnTo>
                  <a:cubicBezTo>
                    <a:pt x="9079" y="29271"/>
                    <a:pt x="8783" y="29566"/>
                    <a:pt x="8418" y="29566"/>
                  </a:cubicBezTo>
                  <a:lnTo>
                    <a:pt x="5260" y="29566"/>
                  </a:lnTo>
                  <a:cubicBezTo>
                    <a:pt x="2360" y="29566"/>
                    <a:pt x="1" y="31925"/>
                    <a:pt x="1" y="34825"/>
                  </a:cubicBezTo>
                  <a:cubicBezTo>
                    <a:pt x="1" y="35137"/>
                    <a:pt x="254" y="35392"/>
                    <a:pt x="568" y="35392"/>
                  </a:cubicBezTo>
                  <a:cubicBezTo>
                    <a:pt x="881" y="35392"/>
                    <a:pt x="1134" y="35137"/>
                    <a:pt x="1134" y="34825"/>
                  </a:cubicBezTo>
                  <a:lnTo>
                    <a:pt x="1134" y="34824"/>
                  </a:lnTo>
                  <a:lnTo>
                    <a:pt x="32132" y="34824"/>
                  </a:lnTo>
                  <a:cubicBezTo>
                    <a:pt x="32132" y="35137"/>
                    <a:pt x="32386" y="35392"/>
                    <a:pt x="32700" y="35392"/>
                  </a:cubicBezTo>
                  <a:cubicBezTo>
                    <a:pt x="33012" y="35392"/>
                    <a:pt x="33266" y="35137"/>
                    <a:pt x="33266" y="34824"/>
                  </a:cubicBezTo>
                  <a:cubicBezTo>
                    <a:pt x="33266" y="33420"/>
                    <a:pt x="32719" y="32099"/>
                    <a:pt x="31726" y="31107"/>
                  </a:cubicBezTo>
                  <a:cubicBezTo>
                    <a:pt x="30734" y="30114"/>
                    <a:pt x="29413" y="29567"/>
                    <a:pt x="28007" y="29567"/>
                  </a:cubicBezTo>
                  <a:lnTo>
                    <a:pt x="20189" y="29567"/>
                  </a:lnTo>
                  <a:cubicBezTo>
                    <a:pt x="19825" y="29567"/>
                    <a:pt x="19528" y="29271"/>
                    <a:pt x="19528" y="28907"/>
                  </a:cubicBezTo>
                  <a:lnTo>
                    <a:pt x="19528" y="25916"/>
                  </a:lnTo>
                  <a:cubicBezTo>
                    <a:pt x="19528" y="25553"/>
                    <a:pt x="19825" y="25256"/>
                    <a:pt x="20189" y="25256"/>
                  </a:cubicBezTo>
                  <a:cubicBezTo>
                    <a:pt x="20502" y="25256"/>
                    <a:pt x="20756" y="25003"/>
                    <a:pt x="20756" y="24689"/>
                  </a:cubicBezTo>
                  <a:lnTo>
                    <a:pt x="22273" y="24689"/>
                  </a:lnTo>
                  <a:cubicBezTo>
                    <a:pt x="22273" y="25003"/>
                    <a:pt x="22527" y="25256"/>
                    <a:pt x="22840" y="25256"/>
                  </a:cubicBezTo>
                  <a:lnTo>
                    <a:pt x="24457" y="25256"/>
                  </a:lnTo>
                  <a:cubicBezTo>
                    <a:pt x="26005" y="25256"/>
                    <a:pt x="27282" y="24094"/>
                    <a:pt x="27428" y="22553"/>
                  </a:cubicBezTo>
                  <a:lnTo>
                    <a:pt x="27777" y="18874"/>
                  </a:lnTo>
                  <a:lnTo>
                    <a:pt x="28243" y="18874"/>
                  </a:lnTo>
                  <a:cubicBezTo>
                    <a:pt x="28800" y="18874"/>
                    <a:pt x="29307" y="18590"/>
                    <a:pt x="29600" y="18115"/>
                  </a:cubicBezTo>
                  <a:cubicBezTo>
                    <a:pt x="29891" y="17639"/>
                    <a:pt x="29914" y="17059"/>
                    <a:pt x="29663" y="16563"/>
                  </a:cubicBezTo>
                  <a:lnTo>
                    <a:pt x="28544" y="14356"/>
                  </a:lnTo>
                  <a:lnTo>
                    <a:pt x="28546" y="11219"/>
                  </a:lnTo>
                  <a:cubicBezTo>
                    <a:pt x="28546" y="5964"/>
                    <a:pt x="24928" y="1470"/>
                    <a:pt x="20024" y="330"/>
                  </a:cubicBezTo>
                  <a:cubicBezTo>
                    <a:pt x="18622" y="4"/>
                    <a:pt x="19051" y="233"/>
                    <a:pt x="18416" y="58"/>
                  </a:cubicBezTo>
                  <a:cubicBezTo>
                    <a:pt x="18414" y="58"/>
                    <a:pt x="18412" y="59"/>
                    <a:pt x="18409" y="59"/>
                  </a:cubicBezTo>
                  <a:cubicBezTo>
                    <a:pt x="18347" y="59"/>
                    <a:pt x="18049" y="1"/>
                    <a:pt x="18007" y="1"/>
                  </a:cubicBezTo>
                  <a:close/>
                </a:path>
              </a:pathLst>
            </a:custGeom>
            <a:solidFill>
              <a:schemeClr val="accent2"/>
            </a:solidFill>
            <a:ln w="114300" cap="flat" cmpd="sng">
              <a:solidFill>
                <a:schemeClr val="accent2"/>
              </a:solidFill>
              <a:prstDash val="solid"/>
              <a:round/>
              <a:headEnd type="none" w="sm" len="sm"/>
              <a:tailEnd type="none" w="sm" len="sm"/>
            </a:ln>
            <a:effectLst>
              <a:outerShdw dist="76200" dir="1800000" algn="bl" rotWithShape="0">
                <a:schemeClr val="lt2"/>
              </a:outerShdw>
            </a:effectLst>
          </p:spPr>
          <p:txBody>
            <a:bodyPr spcFirstLastPara="1" wrap="square" lIns="91425" tIns="91425" rIns="91425" bIns="91425" anchor="ctr" anchorCtr="0">
              <a:noAutofit/>
            </a:bodyPr>
            <a:lstStyle/>
            <a:p>
              <a:pPr marL="0" marR="0" lvl="0" indent="0" algn="l" rtl="0">
                <a:lnSpc>
                  <a:spcPct val="100000"/>
                </a:lnSpc>
                <a:spcBef>
                  <a:spcPts val="0"/>
                </a:spcBef>
                <a:spcAft>
                  <a:spcPts val="0"/>
                </a:spcAft>
                <a:buNone/>
              </a:pPr>
              <a:endParaRPr/>
            </a:p>
          </p:txBody>
        </p:sp>
        <p:sp>
          <p:nvSpPr>
            <p:cNvPr id="1224" name="Google Shape;1224;p47">
              <a:extLst>
                <a:ext uri="{FF2B5EF4-FFF2-40B4-BE49-F238E27FC236}">
                  <a16:creationId xmlns:a16="http://schemas.microsoft.com/office/drawing/2014/main" id="{41F6C35B-0B45-F6BA-561B-D1F6BABCD645}"/>
                </a:ext>
              </a:extLst>
            </p:cNvPr>
            <p:cNvSpPr/>
            <p:nvPr/>
          </p:nvSpPr>
          <p:spPr>
            <a:xfrm rot="-1002475">
              <a:off x="1278198" y="2679168"/>
              <a:ext cx="1271901" cy="1356055"/>
            </a:xfrm>
            <a:custGeom>
              <a:avLst/>
              <a:gdLst/>
              <a:ahLst/>
              <a:cxnLst/>
              <a:rect l="l" t="t" r="r" b="b"/>
              <a:pathLst>
                <a:path w="32132" h="34258" extrusionOk="0">
                  <a:moveTo>
                    <a:pt x="16761" y="0"/>
                  </a:moveTo>
                  <a:cubicBezTo>
                    <a:pt x="10884" y="0"/>
                    <a:pt x="6127" y="4741"/>
                    <a:pt x="6108" y="10618"/>
                  </a:cubicBezTo>
                  <a:cubicBezTo>
                    <a:pt x="6102" y="12715"/>
                    <a:pt x="6701" y="14672"/>
                    <a:pt x="7741" y="16323"/>
                  </a:cubicBezTo>
                  <a:cubicBezTo>
                    <a:pt x="8620" y="17718"/>
                    <a:pt x="9079" y="19337"/>
                    <a:pt x="9079" y="20986"/>
                  </a:cubicBezTo>
                  <a:lnTo>
                    <a:pt x="9079" y="28340"/>
                  </a:lnTo>
                  <a:cubicBezTo>
                    <a:pt x="9079" y="29017"/>
                    <a:pt x="8529" y="29567"/>
                    <a:pt x="7851" y="29567"/>
                  </a:cubicBezTo>
                  <a:lnTo>
                    <a:pt x="4693" y="29567"/>
                  </a:lnTo>
                  <a:cubicBezTo>
                    <a:pt x="2101" y="29567"/>
                    <a:pt x="1" y="31667"/>
                    <a:pt x="1" y="34258"/>
                  </a:cubicBezTo>
                  <a:lnTo>
                    <a:pt x="32131" y="34258"/>
                  </a:lnTo>
                  <a:cubicBezTo>
                    <a:pt x="32131" y="31667"/>
                    <a:pt x="30032" y="29567"/>
                    <a:pt x="27440" y="29567"/>
                  </a:cubicBezTo>
                  <a:lnTo>
                    <a:pt x="19622" y="29567"/>
                  </a:lnTo>
                  <a:cubicBezTo>
                    <a:pt x="18944" y="29567"/>
                    <a:pt x="18395" y="29017"/>
                    <a:pt x="18395" y="28339"/>
                  </a:cubicBezTo>
                  <a:lnTo>
                    <a:pt x="18395" y="25349"/>
                  </a:lnTo>
                  <a:cubicBezTo>
                    <a:pt x="18395" y="24671"/>
                    <a:pt x="18944" y="24122"/>
                    <a:pt x="19622" y="24122"/>
                  </a:cubicBezTo>
                  <a:lnTo>
                    <a:pt x="23890" y="24122"/>
                  </a:lnTo>
                  <a:cubicBezTo>
                    <a:pt x="25137" y="24122"/>
                    <a:pt x="26179" y="23174"/>
                    <a:pt x="26297" y="21933"/>
                  </a:cubicBezTo>
                  <a:lnTo>
                    <a:pt x="26694" y="17739"/>
                  </a:lnTo>
                  <a:lnTo>
                    <a:pt x="27676" y="17739"/>
                  </a:lnTo>
                  <a:cubicBezTo>
                    <a:pt x="28440" y="17739"/>
                    <a:pt x="28935" y="16934"/>
                    <a:pt x="28590" y="16252"/>
                  </a:cubicBezTo>
                  <a:lnTo>
                    <a:pt x="27410" y="13924"/>
                  </a:lnTo>
                  <a:lnTo>
                    <a:pt x="27412" y="10652"/>
                  </a:lnTo>
                  <a:cubicBezTo>
                    <a:pt x="27412" y="4770"/>
                    <a:pt x="22643" y="1"/>
                    <a:pt x="16761"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25" name="Google Shape;1225;p47">
              <a:extLst>
                <a:ext uri="{FF2B5EF4-FFF2-40B4-BE49-F238E27FC236}">
                  <a16:creationId xmlns:a16="http://schemas.microsoft.com/office/drawing/2014/main" id="{C6189C5B-CEDD-D163-EA5C-10BC2FC61D10}"/>
                </a:ext>
              </a:extLst>
            </p:cNvPr>
            <p:cNvSpPr/>
            <p:nvPr/>
          </p:nvSpPr>
          <p:spPr>
            <a:xfrm rot="-1002475">
              <a:off x="1517787" y="2809192"/>
              <a:ext cx="566046" cy="422120"/>
            </a:xfrm>
            <a:custGeom>
              <a:avLst/>
              <a:gdLst/>
              <a:ahLst/>
              <a:cxnLst/>
              <a:rect l="l" t="t" r="r" b="b"/>
              <a:pathLst>
                <a:path w="14300" h="10664" extrusionOk="0">
                  <a:moveTo>
                    <a:pt x="7108" y="1"/>
                  </a:moveTo>
                  <a:cubicBezTo>
                    <a:pt x="3183" y="1"/>
                    <a:pt x="0" y="3182"/>
                    <a:pt x="0" y="7109"/>
                  </a:cubicBezTo>
                  <a:lnTo>
                    <a:pt x="0" y="9508"/>
                  </a:lnTo>
                  <a:cubicBezTo>
                    <a:pt x="0" y="10145"/>
                    <a:pt x="517" y="10663"/>
                    <a:pt x="1156" y="10663"/>
                  </a:cubicBezTo>
                  <a:lnTo>
                    <a:pt x="2112" y="10663"/>
                  </a:lnTo>
                  <a:cubicBezTo>
                    <a:pt x="2499" y="10663"/>
                    <a:pt x="2860" y="10469"/>
                    <a:pt x="3074" y="10148"/>
                  </a:cubicBezTo>
                  <a:lnTo>
                    <a:pt x="3929" y="8864"/>
                  </a:lnTo>
                  <a:lnTo>
                    <a:pt x="9030" y="8864"/>
                  </a:lnTo>
                  <a:cubicBezTo>
                    <a:pt x="10564" y="8864"/>
                    <a:pt x="11809" y="7620"/>
                    <a:pt x="11809" y="6085"/>
                  </a:cubicBezTo>
                  <a:cubicBezTo>
                    <a:pt x="13184" y="6085"/>
                    <a:pt x="14300" y="4969"/>
                    <a:pt x="14300" y="3594"/>
                  </a:cubicBezTo>
                  <a:cubicBezTo>
                    <a:pt x="14300" y="1609"/>
                    <a:pt x="12691" y="1"/>
                    <a:pt x="10707"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26" name="Google Shape;1226;p47">
              <a:extLst>
                <a:ext uri="{FF2B5EF4-FFF2-40B4-BE49-F238E27FC236}">
                  <a16:creationId xmlns:a16="http://schemas.microsoft.com/office/drawing/2014/main" id="{17ED5AC9-9BAA-EA77-C0B1-A45A2521B644}"/>
                </a:ext>
              </a:extLst>
            </p:cNvPr>
            <p:cNvSpPr/>
            <p:nvPr/>
          </p:nvSpPr>
          <p:spPr>
            <a:xfrm rot="-1002475">
              <a:off x="2105720" y="3486731"/>
              <a:ext cx="588727" cy="446107"/>
            </a:xfrm>
            <a:custGeom>
              <a:avLst/>
              <a:gdLst/>
              <a:ahLst/>
              <a:cxnLst/>
              <a:rect l="l" t="t" r="r" b="b"/>
              <a:pathLst>
                <a:path w="14873" h="11270" extrusionOk="0">
                  <a:moveTo>
                    <a:pt x="1795" y="1"/>
                  </a:moveTo>
                  <a:cubicBezTo>
                    <a:pt x="805" y="1"/>
                    <a:pt x="1" y="805"/>
                    <a:pt x="1" y="1794"/>
                  </a:cubicBezTo>
                  <a:lnTo>
                    <a:pt x="1" y="4785"/>
                  </a:lnTo>
                  <a:cubicBezTo>
                    <a:pt x="1" y="5774"/>
                    <a:pt x="805" y="6578"/>
                    <a:pt x="1795" y="6578"/>
                  </a:cubicBezTo>
                  <a:lnTo>
                    <a:pt x="9613" y="6578"/>
                  </a:lnTo>
                  <a:cubicBezTo>
                    <a:pt x="10716" y="6578"/>
                    <a:pt x="11751" y="7008"/>
                    <a:pt x="12531" y="7787"/>
                  </a:cubicBezTo>
                  <a:cubicBezTo>
                    <a:pt x="13309" y="8565"/>
                    <a:pt x="13739" y="9601"/>
                    <a:pt x="13739" y="10703"/>
                  </a:cubicBezTo>
                  <a:cubicBezTo>
                    <a:pt x="13739" y="11016"/>
                    <a:pt x="13992" y="11270"/>
                    <a:pt x="14306" y="11270"/>
                  </a:cubicBezTo>
                  <a:cubicBezTo>
                    <a:pt x="14619" y="11270"/>
                    <a:pt x="14872" y="11016"/>
                    <a:pt x="14872" y="10703"/>
                  </a:cubicBezTo>
                  <a:cubicBezTo>
                    <a:pt x="14872" y="9297"/>
                    <a:pt x="14325" y="7977"/>
                    <a:pt x="13332" y="6985"/>
                  </a:cubicBezTo>
                  <a:cubicBezTo>
                    <a:pt x="12339" y="5992"/>
                    <a:pt x="11019" y="5445"/>
                    <a:pt x="9613" y="5445"/>
                  </a:cubicBezTo>
                  <a:lnTo>
                    <a:pt x="1795" y="5445"/>
                  </a:lnTo>
                  <a:cubicBezTo>
                    <a:pt x="1431" y="5445"/>
                    <a:pt x="1134" y="5149"/>
                    <a:pt x="1134" y="4785"/>
                  </a:cubicBezTo>
                  <a:lnTo>
                    <a:pt x="1134" y="1794"/>
                  </a:lnTo>
                  <a:cubicBezTo>
                    <a:pt x="1134" y="1431"/>
                    <a:pt x="1431" y="1134"/>
                    <a:pt x="1795" y="1134"/>
                  </a:cubicBezTo>
                  <a:cubicBezTo>
                    <a:pt x="2108" y="1134"/>
                    <a:pt x="2362" y="881"/>
                    <a:pt x="2362" y="567"/>
                  </a:cubicBezTo>
                  <a:cubicBezTo>
                    <a:pt x="2362" y="254"/>
                    <a:pt x="2108" y="1"/>
                    <a:pt x="179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27" name="Google Shape;1227;p47">
              <a:extLst>
                <a:ext uri="{FF2B5EF4-FFF2-40B4-BE49-F238E27FC236}">
                  <a16:creationId xmlns:a16="http://schemas.microsoft.com/office/drawing/2014/main" id="{9BD4F72E-1B39-39F8-792F-3F076CFED06C}"/>
                </a:ext>
              </a:extLst>
            </p:cNvPr>
            <p:cNvSpPr/>
            <p:nvPr/>
          </p:nvSpPr>
          <p:spPr>
            <a:xfrm rot="-1002475">
              <a:off x="1258555" y="2675798"/>
              <a:ext cx="1184104" cy="1400943"/>
            </a:xfrm>
            <a:custGeom>
              <a:avLst/>
              <a:gdLst/>
              <a:ahLst/>
              <a:cxnLst/>
              <a:rect l="l" t="t" r="r" b="b"/>
              <a:pathLst>
                <a:path w="29914" h="35392" extrusionOk="0">
                  <a:moveTo>
                    <a:pt x="16501" y="1"/>
                  </a:moveTo>
                  <a:cubicBezTo>
                    <a:pt x="15873" y="110"/>
                    <a:pt x="14762" y="294"/>
                    <a:pt x="14760" y="294"/>
                  </a:cubicBezTo>
                  <a:cubicBezTo>
                    <a:pt x="12748" y="761"/>
                    <a:pt x="10901" y="1778"/>
                    <a:pt x="9404" y="3270"/>
                  </a:cubicBezTo>
                  <a:cubicBezTo>
                    <a:pt x="7288" y="5380"/>
                    <a:pt x="6118" y="8190"/>
                    <a:pt x="6108" y="11184"/>
                  </a:cubicBezTo>
                  <a:cubicBezTo>
                    <a:pt x="6101" y="13318"/>
                    <a:pt x="6696" y="15395"/>
                    <a:pt x="7829" y="17192"/>
                  </a:cubicBezTo>
                  <a:cubicBezTo>
                    <a:pt x="8647" y="18491"/>
                    <a:pt x="9078" y="19998"/>
                    <a:pt x="9078" y="21553"/>
                  </a:cubicBezTo>
                  <a:lnTo>
                    <a:pt x="9078" y="24671"/>
                  </a:lnTo>
                  <a:lnTo>
                    <a:pt x="9117" y="25929"/>
                  </a:lnTo>
                  <a:lnTo>
                    <a:pt x="9078" y="26273"/>
                  </a:lnTo>
                  <a:lnTo>
                    <a:pt x="9078" y="28907"/>
                  </a:lnTo>
                  <a:cubicBezTo>
                    <a:pt x="9078" y="29271"/>
                    <a:pt x="8783" y="29567"/>
                    <a:pt x="8418" y="29567"/>
                  </a:cubicBezTo>
                  <a:lnTo>
                    <a:pt x="5259" y="29567"/>
                  </a:lnTo>
                  <a:cubicBezTo>
                    <a:pt x="2359" y="29567"/>
                    <a:pt x="1" y="31926"/>
                    <a:pt x="1" y="34825"/>
                  </a:cubicBezTo>
                  <a:cubicBezTo>
                    <a:pt x="1" y="35138"/>
                    <a:pt x="254" y="35392"/>
                    <a:pt x="568" y="35392"/>
                  </a:cubicBezTo>
                  <a:cubicBezTo>
                    <a:pt x="881" y="35392"/>
                    <a:pt x="1134" y="35138"/>
                    <a:pt x="1134" y="34825"/>
                  </a:cubicBezTo>
                  <a:cubicBezTo>
                    <a:pt x="1134" y="32551"/>
                    <a:pt x="2984" y="30700"/>
                    <a:pt x="5259" y="30700"/>
                  </a:cubicBezTo>
                  <a:lnTo>
                    <a:pt x="8418" y="30700"/>
                  </a:lnTo>
                  <a:cubicBezTo>
                    <a:pt x="9407" y="30700"/>
                    <a:pt x="10213" y="29896"/>
                    <a:pt x="10213" y="28907"/>
                  </a:cubicBezTo>
                  <a:lnTo>
                    <a:pt x="10213" y="27408"/>
                  </a:lnTo>
                  <a:lnTo>
                    <a:pt x="10213" y="25804"/>
                  </a:lnTo>
                  <a:lnTo>
                    <a:pt x="10213" y="21553"/>
                  </a:lnTo>
                  <a:cubicBezTo>
                    <a:pt x="10213" y="19785"/>
                    <a:pt x="9719" y="18068"/>
                    <a:pt x="8787" y="16587"/>
                  </a:cubicBezTo>
                  <a:cubicBezTo>
                    <a:pt x="7770" y="14973"/>
                    <a:pt x="7236" y="13105"/>
                    <a:pt x="7242" y="11187"/>
                  </a:cubicBezTo>
                  <a:cubicBezTo>
                    <a:pt x="7250" y="8496"/>
                    <a:pt x="8303" y="5970"/>
                    <a:pt x="10204" y="4074"/>
                  </a:cubicBezTo>
                  <a:cubicBezTo>
                    <a:pt x="12105" y="2181"/>
                    <a:pt x="14630" y="1137"/>
                    <a:pt x="17318" y="1134"/>
                  </a:cubicBezTo>
                  <a:lnTo>
                    <a:pt x="17337" y="1134"/>
                  </a:lnTo>
                  <a:cubicBezTo>
                    <a:pt x="22893" y="1140"/>
                    <a:pt x="27411" y="5662"/>
                    <a:pt x="27411" y="11219"/>
                  </a:cubicBezTo>
                  <a:lnTo>
                    <a:pt x="27409" y="14491"/>
                  </a:lnTo>
                  <a:cubicBezTo>
                    <a:pt x="27409" y="14580"/>
                    <a:pt x="27430" y="14668"/>
                    <a:pt x="27471" y="14748"/>
                  </a:cubicBezTo>
                  <a:lnTo>
                    <a:pt x="28651" y="17076"/>
                  </a:lnTo>
                  <a:cubicBezTo>
                    <a:pt x="28755" y="17282"/>
                    <a:pt x="28673" y="17456"/>
                    <a:pt x="28633" y="17522"/>
                  </a:cubicBezTo>
                  <a:cubicBezTo>
                    <a:pt x="28593" y="17587"/>
                    <a:pt x="28474" y="17740"/>
                    <a:pt x="28242" y="17740"/>
                  </a:cubicBezTo>
                  <a:lnTo>
                    <a:pt x="27261" y="17740"/>
                  </a:lnTo>
                  <a:cubicBezTo>
                    <a:pt x="26969" y="17740"/>
                    <a:pt x="26724" y="17963"/>
                    <a:pt x="26697" y="18254"/>
                  </a:cubicBezTo>
                  <a:lnTo>
                    <a:pt x="26299" y="22446"/>
                  </a:lnTo>
                  <a:cubicBezTo>
                    <a:pt x="26209" y="23402"/>
                    <a:pt x="25417" y="24123"/>
                    <a:pt x="24457" y="24123"/>
                  </a:cubicBezTo>
                  <a:lnTo>
                    <a:pt x="22840" y="24123"/>
                  </a:lnTo>
                  <a:cubicBezTo>
                    <a:pt x="22526" y="24123"/>
                    <a:pt x="22273" y="24377"/>
                    <a:pt x="22273" y="24689"/>
                  </a:cubicBezTo>
                  <a:cubicBezTo>
                    <a:pt x="22273" y="25003"/>
                    <a:pt x="22526" y="25257"/>
                    <a:pt x="22840" y="25257"/>
                  </a:cubicBezTo>
                  <a:lnTo>
                    <a:pt x="24457" y="25257"/>
                  </a:lnTo>
                  <a:cubicBezTo>
                    <a:pt x="26005" y="25257"/>
                    <a:pt x="27282" y="24094"/>
                    <a:pt x="27428" y="22553"/>
                  </a:cubicBezTo>
                  <a:lnTo>
                    <a:pt x="27777" y="18874"/>
                  </a:lnTo>
                  <a:lnTo>
                    <a:pt x="28242" y="18874"/>
                  </a:lnTo>
                  <a:cubicBezTo>
                    <a:pt x="28800" y="18874"/>
                    <a:pt x="29307" y="18590"/>
                    <a:pt x="29600" y="18115"/>
                  </a:cubicBezTo>
                  <a:cubicBezTo>
                    <a:pt x="29891" y="17639"/>
                    <a:pt x="29914" y="17060"/>
                    <a:pt x="29661" y="16563"/>
                  </a:cubicBezTo>
                  <a:lnTo>
                    <a:pt x="28544" y="14356"/>
                  </a:lnTo>
                  <a:lnTo>
                    <a:pt x="28546" y="11219"/>
                  </a:lnTo>
                  <a:cubicBezTo>
                    <a:pt x="28546" y="5964"/>
                    <a:pt x="24928" y="1470"/>
                    <a:pt x="20024" y="330"/>
                  </a:cubicBezTo>
                  <a:cubicBezTo>
                    <a:pt x="18622" y="4"/>
                    <a:pt x="19051" y="234"/>
                    <a:pt x="18416" y="58"/>
                  </a:cubicBezTo>
                  <a:cubicBezTo>
                    <a:pt x="18414" y="58"/>
                    <a:pt x="18412" y="59"/>
                    <a:pt x="18409" y="59"/>
                  </a:cubicBezTo>
                  <a:cubicBezTo>
                    <a:pt x="18347" y="59"/>
                    <a:pt x="18049" y="1"/>
                    <a:pt x="18007"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28" name="Google Shape;1228;p47">
              <a:extLst>
                <a:ext uri="{FF2B5EF4-FFF2-40B4-BE49-F238E27FC236}">
                  <a16:creationId xmlns:a16="http://schemas.microsoft.com/office/drawing/2014/main" id="{0FEA2CAA-12BB-6890-C509-B260BEBF1EEE}"/>
                </a:ext>
              </a:extLst>
            </p:cNvPr>
            <p:cNvSpPr/>
            <p:nvPr/>
          </p:nvSpPr>
          <p:spPr>
            <a:xfrm rot="-1002475">
              <a:off x="1495332" y="2786710"/>
              <a:ext cx="610933" cy="467007"/>
            </a:xfrm>
            <a:custGeom>
              <a:avLst/>
              <a:gdLst/>
              <a:ahLst/>
              <a:cxnLst/>
              <a:rect l="l" t="t" r="r" b="b"/>
              <a:pathLst>
                <a:path w="15434" h="11798" extrusionOk="0">
                  <a:moveTo>
                    <a:pt x="9688" y="1"/>
                  </a:moveTo>
                  <a:cubicBezTo>
                    <a:pt x="9374" y="1"/>
                    <a:pt x="9121" y="254"/>
                    <a:pt x="9121" y="568"/>
                  </a:cubicBezTo>
                  <a:cubicBezTo>
                    <a:pt x="9121" y="881"/>
                    <a:pt x="9374" y="1134"/>
                    <a:pt x="9688" y="1134"/>
                  </a:cubicBezTo>
                  <a:lnTo>
                    <a:pt x="11274" y="1134"/>
                  </a:lnTo>
                  <a:cubicBezTo>
                    <a:pt x="12943" y="1134"/>
                    <a:pt x="14300" y="2492"/>
                    <a:pt x="14300" y="4161"/>
                  </a:cubicBezTo>
                  <a:cubicBezTo>
                    <a:pt x="14300" y="5030"/>
                    <a:pt x="13721" y="5767"/>
                    <a:pt x="12928" y="6005"/>
                  </a:cubicBezTo>
                  <a:cubicBezTo>
                    <a:pt x="12879" y="5505"/>
                    <a:pt x="12725" y="4834"/>
                    <a:pt x="12287" y="4314"/>
                  </a:cubicBezTo>
                  <a:cubicBezTo>
                    <a:pt x="12486" y="3967"/>
                    <a:pt x="12579" y="3582"/>
                    <a:pt x="12560" y="3174"/>
                  </a:cubicBezTo>
                  <a:cubicBezTo>
                    <a:pt x="12547" y="2870"/>
                    <a:pt x="12299" y="2633"/>
                    <a:pt x="11995" y="2633"/>
                  </a:cubicBezTo>
                  <a:cubicBezTo>
                    <a:pt x="11986" y="2633"/>
                    <a:pt x="11977" y="2633"/>
                    <a:pt x="11968" y="2633"/>
                  </a:cubicBezTo>
                  <a:cubicBezTo>
                    <a:pt x="11655" y="2648"/>
                    <a:pt x="11413" y="2913"/>
                    <a:pt x="11428" y="3225"/>
                  </a:cubicBezTo>
                  <a:cubicBezTo>
                    <a:pt x="11443" y="3572"/>
                    <a:pt x="11289" y="3872"/>
                    <a:pt x="10956" y="4140"/>
                  </a:cubicBezTo>
                  <a:cubicBezTo>
                    <a:pt x="10668" y="4372"/>
                    <a:pt x="10358" y="4483"/>
                    <a:pt x="10348" y="4487"/>
                  </a:cubicBezTo>
                  <a:cubicBezTo>
                    <a:pt x="10052" y="4588"/>
                    <a:pt x="9894" y="4909"/>
                    <a:pt x="9994" y="5204"/>
                  </a:cubicBezTo>
                  <a:cubicBezTo>
                    <a:pt x="10073" y="5441"/>
                    <a:pt x="10294" y="5591"/>
                    <a:pt x="10531" y="5591"/>
                  </a:cubicBezTo>
                  <a:cubicBezTo>
                    <a:pt x="10591" y="5591"/>
                    <a:pt x="10651" y="5581"/>
                    <a:pt x="10712" y="5560"/>
                  </a:cubicBezTo>
                  <a:cubicBezTo>
                    <a:pt x="10755" y="5546"/>
                    <a:pt x="11110" y="5421"/>
                    <a:pt x="11498" y="5150"/>
                  </a:cubicBezTo>
                  <a:cubicBezTo>
                    <a:pt x="11809" y="5617"/>
                    <a:pt x="11834" y="6323"/>
                    <a:pt x="11810" y="6602"/>
                  </a:cubicBezTo>
                  <a:cubicBezTo>
                    <a:pt x="11810" y="6610"/>
                    <a:pt x="11810" y="6617"/>
                    <a:pt x="11809" y="6626"/>
                  </a:cubicBezTo>
                  <a:cubicBezTo>
                    <a:pt x="11809" y="6634"/>
                    <a:pt x="11808" y="6644"/>
                    <a:pt x="11808" y="6653"/>
                  </a:cubicBezTo>
                  <a:cubicBezTo>
                    <a:pt x="11808" y="7872"/>
                    <a:pt x="10816" y="8864"/>
                    <a:pt x="9597" y="8864"/>
                  </a:cubicBezTo>
                  <a:lnTo>
                    <a:pt x="4495" y="8864"/>
                  </a:lnTo>
                  <a:cubicBezTo>
                    <a:pt x="4305" y="8864"/>
                    <a:pt x="4128" y="8960"/>
                    <a:pt x="4023" y="9118"/>
                  </a:cubicBezTo>
                  <a:lnTo>
                    <a:pt x="3168" y="10401"/>
                  </a:lnTo>
                  <a:cubicBezTo>
                    <a:pt x="3058" y="10566"/>
                    <a:pt x="2876" y="10663"/>
                    <a:pt x="2678" y="10663"/>
                  </a:cubicBezTo>
                  <a:lnTo>
                    <a:pt x="1722" y="10663"/>
                  </a:lnTo>
                  <a:cubicBezTo>
                    <a:pt x="1397" y="10663"/>
                    <a:pt x="1133" y="10399"/>
                    <a:pt x="1133" y="10076"/>
                  </a:cubicBezTo>
                  <a:lnTo>
                    <a:pt x="1133" y="7677"/>
                  </a:lnTo>
                  <a:cubicBezTo>
                    <a:pt x="1133" y="6032"/>
                    <a:pt x="1746" y="4459"/>
                    <a:pt x="2858" y="3249"/>
                  </a:cubicBezTo>
                  <a:cubicBezTo>
                    <a:pt x="3964" y="2047"/>
                    <a:pt x="5466" y="1305"/>
                    <a:pt x="7085" y="1160"/>
                  </a:cubicBezTo>
                  <a:cubicBezTo>
                    <a:pt x="7399" y="1133"/>
                    <a:pt x="7628" y="858"/>
                    <a:pt x="7601" y="547"/>
                  </a:cubicBezTo>
                  <a:cubicBezTo>
                    <a:pt x="7574" y="252"/>
                    <a:pt x="7328" y="30"/>
                    <a:pt x="7039" y="30"/>
                  </a:cubicBezTo>
                  <a:cubicBezTo>
                    <a:pt x="7022" y="30"/>
                    <a:pt x="7004" y="31"/>
                    <a:pt x="6986" y="32"/>
                  </a:cubicBezTo>
                  <a:cubicBezTo>
                    <a:pt x="5084" y="201"/>
                    <a:pt x="3321" y="1071"/>
                    <a:pt x="2025" y="2483"/>
                  </a:cubicBezTo>
                  <a:cubicBezTo>
                    <a:pt x="719" y="3902"/>
                    <a:pt x="1" y="5747"/>
                    <a:pt x="1" y="7677"/>
                  </a:cubicBezTo>
                  <a:lnTo>
                    <a:pt x="1" y="10076"/>
                  </a:lnTo>
                  <a:cubicBezTo>
                    <a:pt x="1" y="11025"/>
                    <a:pt x="773" y="11798"/>
                    <a:pt x="1722" y="11798"/>
                  </a:cubicBezTo>
                  <a:lnTo>
                    <a:pt x="2679" y="11798"/>
                  </a:lnTo>
                  <a:cubicBezTo>
                    <a:pt x="3256" y="11798"/>
                    <a:pt x="3793" y="11511"/>
                    <a:pt x="4112" y="11030"/>
                  </a:cubicBezTo>
                  <a:lnTo>
                    <a:pt x="4800" y="9999"/>
                  </a:lnTo>
                  <a:lnTo>
                    <a:pt x="9597" y="9999"/>
                  </a:lnTo>
                  <a:cubicBezTo>
                    <a:pt x="11264" y="9999"/>
                    <a:pt x="12650" y="8772"/>
                    <a:pt x="12902" y="7175"/>
                  </a:cubicBezTo>
                  <a:cubicBezTo>
                    <a:pt x="14338" y="6924"/>
                    <a:pt x="15434" y="5668"/>
                    <a:pt x="15434" y="4162"/>
                  </a:cubicBezTo>
                  <a:cubicBezTo>
                    <a:pt x="15434" y="1868"/>
                    <a:pt x="13568" y="1"/>
                    <a:pt x="11274"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29" name="Google Shape;1229;p47">
              <a:extLst>
                <a:ext uri="{FF2B5EF4-FFF2-40B4-BE49-F238E27FC236}">
                  <a16:creationId xmlns:a16="http://schemas.microsoft.com/office/drawing/2014/main" id="{3E5240A7-BB94-84C5-FCD4-C3048E370DCB}"/>
                </a:ext>
              </a:extLst>
            </p:cNvPr>
            <p:cNvSpPr/>
            <p:nvPr/>
          </p:nvSpPr>
          <p:spPr>
            <a:xfrm rot="-1002475">
              <a:off x="1625186" y="3048514"/>
              <a:ext cx="134822" cy="82453"/>
            </a:xfrm>
            <a:custGeom>
              <a:avLst/>
              <a:gdLst/>
              <a:ahLst/>
              <a:cxnLst/>
              <a:rect l="l" t="t" r="r" b="b"/>
              <a:pathLst>
                <a:path w="3406" h="2083" extrusionOk="0">
                  <a:moveTo>
                    <a:pt x="2760" y="1"/>
                  </a:moveTo>
                  <a:cubicBezTo>
                    <a:pt x="2547" y="1"/>
                    <a:pt x="2344" y="121"/>
                    <a:pt x="2247" y="325"/>
                  </a:cubicBezTo>
                  <a:cubicBezTo>
                    <a:pt x="2098" y="638"/>
                    <a:pt x="1822" y="830"/>
                    <a:pt x="1402" y="911"/>
                  </a:cubicBezTo>
                  <a:cubicBezTo>
                    <a:pt x="1247" y="940"/>
                    <a:pt x="1100" y="949"/>
                    <a:pt x="981" y="949"/>
                  </a:cubicBezTo>
                  <a:cubicBezTo>
                    <a:pt x="817" y="949"/>
                    <a:pt x="706" y="933"/>
                    <a:pt x="701" y="931"/>
                  </a:cubicBezTo>
                  <a:cubicBezTo>
                    <a:pt x="670" y="927"/>
                    <a:pt x="640" y="924"/>
                    <a:pt x="610" y="924"/>
                  </a:cubicBezTo>
                  <a:cubicBezTo>
                    <a:pt x="338" y="924"/>
                    <a:pt x="97" y="1121"/>
                    <a:pt x="51" y="1400"/>
                  </a:cubicBezTo>
                  <a:cubicBezTo>
                    <a:pt x="1" y="1708"/>
                    <a:pt x="210" y="2000"/>
                    <a:pt x="519" y="2050"/>
                  </a:cubicBezTo>
                  <a:cubicBezTo>
                    <a:pt x="549" y="2056"/>
                    <a:pt x="726" y="2083"/>
                    <a:pt x="980" y="2083"/>
                  </a:cubicBezTo>
                  <a:cubicBezTo>
                    <a:pt x="1150" y="2083"/>
                    <a:pt x="1354" y="2071"/>
                    <a:pt x="1573" y="2033"/>
                  </a:cubicBezTo>
                  <a:cubicBezTo>
                    <a:pt x="2373" y="1890"/>
                    <a:pt x="2959" y="1468"/>
                    <a:pt x="3272" y="811"/>
                  </a:cubicBezTo>
                  <a:cubicBezTo>
                    <a:pt x="3406" y="528"/>
                    <a:pt x="3285" y="190"/>
                    <a:pt x="3002" y="56"/>
                  </a:cubicBezTo>
                  <a:cubicBezTo>
                    <a:pt x="2924" y="19"/>
                    <a:pt x="2841" y="1"/>
                    <a:pt x="2760"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242" name="Google Shape;1242;p47">
            <a:extLst>
              <a:ext uri="{FF2B5EF4-FFF2-40B4-BE49-F238E27FC236}">
                <a16:creationId xmlns:a16="http://schemas.microsoft.com/office/drawing/2014/main" id="{F062078E-6BC7-A892-00AA-94976DF03ADE}"/>
              </a:ext>
            </a:extLst>
          </p:cNvPr>
          <p:cNvSpPr/>
          <p:nvPr/>
        </p:nvSpPr>
        <p:spPr>
          <a:xfrm rot="-9388557">
            <a:off x="5248733" y="647732"/>
            <a:ext cx="112800" cy="112818"/>
          </a:xfrm>
          <a:custGeom>
            <a:avLst/>
            <a:gdLst/>
            <a:ahLst/>
            <a:cxnLst/>
            <a:rect l="l" t="t" r="r" b="b"/>
            <a:pathLst>
              <a:path w="6138" h="6139" extrusionOk="0">
                <a:moveTo>
                  <a:pt x="3069" y="0"/>
                </a:moveTo>
                <a:cubicBezTo>
                  <a:pt x="2625" y="513"/>
                  <a:pt x="2402" y="1024"/>
                  <a:pt x="2235" y="1535"/>
                </a:cubicBezTo>
                <a:cubicBezTo>
                  <a:pt x="2177" y="1722"/>
                  <a:pt x="2134" y="1909"/>
                  <a:pt x="2099" y="2097"/>
                </a:cubicBezTo>
                <a:cubicBezTo>
                  <a:pt x="1912" y="2131"/>
                  <a:pt x="1723" y="2173"/>
                  <a:pt x="1536" y="2233"/>
                </a:cubicBezTo>
                <a:cubicBezTo>
                  <a:pt x="1023" y="2398"/>
                  <a:pt x="512" y="2623"/>
                  <a:pt x="1" y="3070"/>
                </a:cubicBezTo>
                <a:cubicBezTo>
                  <a:pt x="512" y="3517"/>
                  <a:pt x="1023" y="3740"/>
                  <a:pt x="1536" y="3907"/>
                </a:cubicBezTo>
                <a:cubicBezTo>
                  <a:pt x="1722" y="3966"/>
                  <a:pt x="1909" y="4008"/>
                  <a:pt x="2096" y="4042"/>
                </a:cubicBezTo>
                <a:cubicBezTo>
                  <a:pt x="2132" y="4230"/>
                  <a:pt x="2173" y="4417"/>
                  <a:pt x="2232" y="4604"/>
                </a:cubicBezTo>
                <a:cubicBezTo>
                  <a:pt x="2399" y="5115"/>
                  <a:pt x="2622" y="5627"/>
                  <a:pt x="3069" y="6138"/>
                </a:cubicBezTo>
                <a:cubicBezTo>
                  <a:pt x="3517" y="5627"/>
                  <a:pt x="3741" y="5115"/>
                  <a:pt x="3906" y="4604"/>
                </a:cubicBezTo>
                <a:cubicBezTo>
                  <a:pt x="3966" y="4416"/>
                  <a:pt x="4008" y="4229"/>
                  <a:pt x="4042" y="4040"/>
                </a:cubicBezTo>
                <a:cubicBezTo>
                  <a:pt x="4230" y="4005"/>
                  <a:pt x="4416" y="3963"/>
                  <a:pt x="4604" y="3904"/>
                </a:cubicBezTo>
                <a:cubicBezTo>
                  <a:pt x="5115" y="3737"/>
                  <a:pt x="5626" y="3514"/>
                  <a:pt x="6138" y="3070"/>
                </a:cubicBezTo>
                <a:cubicBezTo>
                  <a:pt x="5626" y="2625"/>
                  <a:pt x="5115" y="2402"/>
                  <a:pt x="4604" y="2235"/>
                </a:cubicBezTo>
                <a:cubicBezTo>
                  <a:pt x="4416" y="2176"/>
                  <a:pt x="4228" y="2133"/>
                  <a:pt x="4040" y="2099"/>
                </a:cubicBezTo>
                <a:cubicBezTo>
                  <a:pt x="4005" y="1910"/>
                  <a:pt x="3963" y="1723"/>
                  <a:pt x="3904" y="1535"/>
                </a:cubicBezTo>
                <a:cubicBezTo>
                  <a:pt x="3738" y="1024"/>
                  <a:pt x="3514" y="513"/>
                  <a:pt x="3069"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 name="TextBox 3">
            <a:extLst>
              <a:ext uri="{FF2B5EF4-FFF2-40B4-BE49-F238E27FC236}">
                <a16:creationId xmlns:a16="http://schemas.microsoft.com/office/drawing/2014/main" id="{2370AE4C-2A3C-CDC7-D676-7A581041F186}"/>
              </a:ext>
            </a:extLst>
          </p:cNvPr>
          <p:cNvSpPr txBox="1"/>
          <p:nvPr/>
        </p:nvSpPr>
        <p:spPr>
          <a:xfrm>
            <a:off x="1077329" y="778374"/>
            <a:ext cx="7180174" cy="430887"/>
          </a:xfrm>
          <a:prstGeom prst="rect">
            <a:avLst/>
          </a:prstGeom>
          <a:noFill/>
        </p:spPr>
        <p:txBody>
          <a:bodyPr wrap="square">
            <a:spAutoFit/>
          </a:bodyPr>
          <a:lstStyle/>
          <a:p>
            <a:pPr marL="0" marR="0" algn="ctr" rtl="0">
              <a:spcBef>
                <a:spcPts val="600"/>
              </a:spcBef>
              <a:spcAft>
                <a:spcPts val="600"/>
              </a:spcAft>
              <a:buNone/>
            </a:pPr>
            <a:r>
              <a:rPr lang="en-US" sz="2200" b="1" dirty="0">
                <a:latin typeface="ADLaM Display" panose="02010000000000000000" pitchFamily="2" charset="0"/>
                <a:ea typeface="ADLaM Display" panose="02010000000000000000" pitchFamily="2" charset="0"/>
                <a:cs typeface="ADLaM Display" panose="02010000000000000000" pitchFamily="2" charset="0"/>
              </a:rPr>
              <a:t>🔬 Kits for Mechanism and Efficacy Analysis</a:t>
            </a:r>
            <a:endParaRPr lang="en-US" sz="2200" dirty="0">
              <a:effectLst/>
              <a:latin typeface="ADLaM Display" panose="02010000000000000000" pitchFamily="2" charset="0"/>
              <a:ea typeface="ADLaM Display" panose="02010000000000000000" pitchFamily="2" charset="0"/>
              <a:cs typeface="ADLaM Display" panose="02010000000000000000" pitchFamily="2" charset="0"/>
            </a:endParaRPr>
          </a:p>
        </p:txBody>
      </p:sp>
      <p:sp>
        <p:nvSpPr>
          <p:cNvPr id="2" name="AutoShape 2" descr="Output image">
            <a:extLst>
              <a:ext uri="{FF2B5EF4-FFF2-40B4-BE49-F238E27FC236}">
                <a16:creationId xmlns:a16="http://schemas.microsoft.com/office/drawing/2014/main" id="{04E82270-BEE5-1968-C048-4D763D776603}"/>
              </a:ext>
            </a:extLst>
          </p:cNvPr>
          <p:cNvSpPr>
            <a:spLocks noChangeAspect="1" noChangeArrowheads="1"/>
          </p:cNvSpPr>
          <p:nvPr/>
        </p:nvSpPr>
        <p:spPr bwMode="auto">
          <a:xfrm>
            <a:off x="4419600" y="241935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3" name="AutoShape 4" descr="Output image">
            <a:extLst>
              <a:ext uri="{FF2B5EF4-FFF2-40B4-BE49-F238E27FC236}">
                <a16:creationId xmlns:a16="http://schemas.microsoft.com/office/drawing/2014/main" id="{6BB4795D-E0A9-33B3-CE0C-B835C7B6F7E0}"/>
              </a:ext>
            </a:extLst>
          </p:cNvPr>
          <p:cNvSpPr>
            <a:spLocks noChangeAspect="1" noChangeArrowheads="1"/>
          </p:cNvSpPr>
          <p:nvPr/>
        </p:nvSpPr>
        <p:spPr bwMode="auto">
          <a:xfrm>
            <a:off x="4572000" y="257175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graphicFrame>
        <p:nvGraphicFramePr>
          <p:cNvPr id="7" name="Table 6">
            <a:extLst>
              <a:ext uri="{FF2B5EF4-FFF2-40B4-BE49-F238E27FC236}">
                <a16:creationId xmlns:a16="http://schemas.microsoft.com/office/drawing/2014/main" id="{49CD5D08-C53C-B12C-E4AA-F796D18E64AD}"/>
              </a:ext>
            </a:extLst>
          </p:cNvPr>
          <p:cNvGraphicFramePr>
            <a:graphicFrameLocks noGrp="1"/>
          </p:cNvGraphicFramePr>
          <p:nvPr>
            <p:extLst>
              <p:ext uri="{D42A27DB-BD31-4B8C-83A1-F6EECF244321}">
                <p14:modId xmlns:p14="http://schemas.microsoft.com/office/powerpoint/2010/main" val="3523823067"/>
              </p:ext>
            </p:extLst>
          </p:nvPr>
        </p:nvGraphicFramePr>
        <p:xfrm>
          <a:off x="818984" y="1363992"/>
          <a:ext cx="7707644" cy="3149600"/>
        </p:xfrm>
        <a:graphic>
          <a:graphicData uri="http://schemas.openxmlformats.org/drawingml/2006/table">
            <a:tbl>
              <a:tblPr>
                <a:tableStyleId>{69C7853C-536D-4A76-A0AE-DD22124D55A5}</a:tableStyleId>
              </a:tblPr>
              <a:tblGrid>
                <a:gridCol w="2562028">
                  <a:extLst>
                    <a:ext uri="{9D8B030D-6E8A-4147-A177-3AD203B41FA5}">
                      <a16:colId xmlns:a16="http://schemas.microsoft.com/office/drawing/2014/main" val="985009344"/>
                    </a:ext>
                  </a:extLst>
                </a:gridCol>
                <a:gridCol w="2572808">
                  <a:extLst>
                    <a:ext uri="{9D8B030D-6E8A-4147-A177-3AD203B41FA5}">
                      <a16:colId xmlns:a16="http://schemas.microsoft.com/office/drawing/2014/main" val="3666826003"/>
                    </a:ext>
                  </a:extLst>
                </a:gridCol>
                <a:gridCol w="2572808">
                  <a:extLst>
                    <a:ext uri="{9D8B030D-6E8A-4147-A177-3AD203B41FA5}">
                      <a16:colId xmlns:a16="http://schemas.microsoft.com/office/drawing/2014/main" val="3696494097"/>
                    </a:ext>
                  </a:extLst>
                </a:gridCol>
              </a:tblGrid>
              <a:tr h="0">
                <a:tc>
                  <a:txBody>
                    <a:bodyPr/>
                    <a:lstStyle/>
                    <a:p>
                      <a:pPr algn="l">
                        <a:buNone/>
                      </a:pPr>
                      <a:r>
                        <a:rPr lang="en-US" sz="1800" b="1" dirty="0">
                          <a:effectLst/>
                        </a:rPr>
                        <a:t>Research Area</a:t>
                      </a:r>
                    </a:p>
                  </a:txBody>
                  <a:tcPr marL="50800" marR="50800" marT="50800" marB="50800" anchor="ctr"/>
                </a:tc>
                <a:tc>
                  <a:txBody>
                    <a:bodyPr/>
                    <a:lstStyle/>
                    <a:p>
                      <a:pPr algn="l">
                        <a:buNone/>
                      </a:pPr>
                      <a:r>
                        <a:rPr lang="en-US" sz="1800" b="1">
                          <a:effectLst/>
                        </a:rPr>
                        <a:t>Required Kits &amp; Reagents</a:t>
                      </a:r>
                    </a:p>
                  </a:txBody>
                  <a:tcPr marL="50800" marR="50800" marT="50800" marB="50800" anchor="ctr"/>
                </a:tc>
                <a:tc>
                  <a:txBody>
                    <a:bodyPr/>
                    <a:lstStyle/>
                    <a:p>
                      <a:pPr algn="l">
                        <a:buNone/>
                      </a:pPr>
                      <a:r>
                        <a:rPr lang="en-US" sz="1800" b="1">
                          <a:effectLst/>
                        </a:rPr>
                        <a:t>Key Measurements</a:t>
                      </a:r>
                    </a:p>
                  </a:txBody>
                  <a:tcPr marL="50800" marR="50800" marT="50800" marB="50800" anchor="ctr"/>
                </a:tc>
                <a:extLst>
                  <a:ext uri="{0D108BD9-81ED-4DB2-BD59-A6C34878D82A}">
                    <a16:rowId xmlns:a16="http://schemas.microsoft.com/office/drawing/2014/main" val="1071732671"/>
                  </a:ext>
                </a:extLst>
              </a:tr>
              <a:tr h="0">
                <a:tc>
                  <a:txBody>
                    <a:bodyPr/>
                    <a:lstStyle/>
                    <a:p>
                      <a:pPr algn="l">
                        <a:buNone/>
                      </a:pPr>
                      <a:r>
                        <a:rPr lang="en-US" sz="1800" dirty="0">
                          <a:effectLst/>
                        </a:rPr>
                        <a:t>Molecular Mechanism</a:t>
                      </a:r>
                    </a:p>
                  </a:txBody>
                  <a:tcPr marL="50800" marR="50800" marT="50800" marB="50800" anchor="ctr"/>
                </a:tc>
                <a:tc>
                  <a:txBody>
                    <a:bodyPr/>
                    <a:lstStyle/>
                    <a:p>
                      <a:pPr algn="l">
                        <a:buNone/>
                      </a:pPr>
                      <a:r>
                        <a:rPr lang="en-US" sz="1800" dirty="0">
                          <a:effectLst/>
                        </a:rPr>
                        <a:t>PPAR</a:t>
                      </a:r>
                      <a:r>
                        <a:rPr lang="el-GR" sz="1800" dirty="0">
                          <a:effectLst/>
                        </a:rPr>
                        <a:t>α </a:t>
                      </a:r>
                      <a:r>
                        <a:rPr lang="en-US" sz="1800" dirty="0">
                          <a:effectLst/>
                        </a:rPr>
                        <a:t>Reporter Assay Kit</a:t>
                      </a:r>
                    </a:p>
                  </a:txBody>
                  <a:tcPr marL="50800" marR="50800" marT="50800" marB="50800" anchor="ctr"/>
                </a:tc>
                <a:tc>
                  <a:txBody>
                    <a:bodyPr/>
                    <a:lstStyle/>
                    <a:p>
                      <a:pPr algn="l">
                        <a:buNone/>
                      </a:pPr>
                      <a:r>
                        <a:rPr lang="en-US" sz="1800">
                          <a:effectLst/>
                        </a:rPr>
                        <a:t>PPAR</a:t>
                      </a:r>
                      <a:r>
                        <a:rPr lang="el-GR" sz="1800">
                          <a:effectLst/>
                        </a:rPr>
                        <a:t>α </a:t>
                      </a:r>
                      <a:r>
                        <a:rPr lang="en-US" sz="1800">
                          <a:effectLst/>
                        </a:rPr>
                        <a:t>activation by PEA</a:t>
                      </a:r>
                    </a:p>
                  </a:txBody>
                  <a:tcPr marL="50800" marR="50800" marT="50800" marB="50800" anchor="ctr"/>
                </a:tc>
                <a:extLst>
                  <a:ext uri="{0D108BD9-81ED-4DB2-BD59-A6C34878D82A}">
                    <a16:rowId xmlns:a16="http://schemas.microsoft.com/office/drawing/2014/main" val="2170268184"/>
                  </a:ext>
                </a:extLst>
              </a:tr>
              <a:tr h="0">
                <a:tc>
                  <a:txBody>
                    <a:bodyPr/>
                    <a:lstStyle/>
                    <a:p>
                      <a:pPr algn="l">
                        <a:buNone/>
                      </a:pPr>
                      <a:endParaRPr lang="en-US" sz="1800" dirty="0">
                        <a:effectLst/>
                      </a:endParaRPr>
                    </a:p>
                  </a:txBody>
                  <a:tcPr marL="50800" marR="50800" marT="50800" marB="50800" anchor="ctr"/>
                </a:tc>
                <a:tc>
                  <a:txBody>
                    <a:bodyPr/>
                    <a:lstStyle/>
                    <a:p>
                      <a:pPr algn="l">
                        <a:buNone/>
                      </a:pPr>
                      <a:r>
                        <a:rPr lang="en-US" sz="1800" dirty="0">
                          <a:effectLst/>
                        </a:rPr>
                        <a:t>ELISA Kits for </a:t>
                      </a:r>
                      <a:r>
                        <a:rPr lang="en-US" sz="1800" dirty="0" err="1">
                          <a:effectLst/>
                        </a:rPr>
                        <a:t>IkB</a:t>
                      </a:r>
                      <a:r>
                        <a:rPr lang="el-GR" sz="1800" dirty="0">
                          <a:effectLst/>
                        </a:rPr>
                        <a:t>α &amp; </a:t>
                      </a:r>
                      <a:r>
                        <a:rPr lang="en-US" sz="1800" dirty="0">
                          <a:effectLst/>
                        </a:rPr>
                        <a:t>p65</a:t>
                      </a:r>
                    </a:p>
                  </a:txBody>
                  <a:tcPr marL="50800" marR="50800" marT="50800" marB="50800" anchor="ctr"/>
                </a:tc>
                <a:tc>
                  <a:txBody>
                    <a:bodyPr/>
                    <a:lstStyle/>
                    <a:p>
                      <a:pPr algn="l">
                        <a:buNone/>
                      </a:pPr>
                      <a:r>
                        <a:rPr lang="en-US" sz="1800" dirty="0">
                          <a:effectLst/>
                        </a:rPr>
                        <a:t>NF-</a:t>
                      </a:r>
                      <a:r>
                        <a:rPr lang="en-US" sz="1800" dirty="0" err="1">
                          <a:effectLst/>
                        </a:rPr>
                        <a:t>κB</a:t>
                      </a:r>
                      <a:r>
                        <a:rPr lang="en-US" sz="1800" dirty="0">
                          <a:effectLst/>
                        </a:rPr>
                        <a:t> pathway protein levels (phospho-</a:t>
                      </a:r>
                      <a:r>
                        <a:rPr lang="en-US" sz="1800" dirty="0" err="1">
                          <a:effectLst/>
                        </a:rPr>
                        <a:t>IkB</a:t>
                      </a:r>
                      <a:r>
                        <a:rPr lang="en-US" sz="1800" dirty="0">
                          <a:effectLst/>
                        </a:rPr>
                        <a:t>α, nuclear p65)</a:t>
                      </a:r>
                    </a:p>
                  </a:txBody>
                  <a:tcPr marL="50800" marR="50800" marT="50800" marB="50800" anchor="ctr"/>
                </a:tc>
                <a:extLst>
                  <a:ext uri="{0D108BD9-81ED-4DB2-BD59-A6C34878D82A}">
                    <a16:rowId xmlns:a16="http://schemas.microsoft.com/office/drawing/2014/main" val="3147349795"/>
                  </a:ext>
                </a:extLst>
              </a:tr>
              <a:tr h="0">
                <a:tc>
                  <a:txBody>
                    <a:bodyPr/>
                    <a:lstStyle/>
                    <a:p>
                      <a:pPr algn="l">
                        <a:buNone/>
                      </a:pPr>
                      <a:r>
                        <a:rPr lang="en-US" sz="1800">
                          <a:effectLst/>
                        </a:rPr>
                        <a:t>Inflammation Assessment</a:t>
                      </a:r>
                    </a:p>
                  </a:txBody>
                  <a:tcPr marL="50800" marR="50800" marT="50800" marB="50800" anchor="ctr"/>
                </a:tc>
                <a:tc>
                  <a:txBody>
                    <a:bodyPr/>
                    <a:lstStyle/>
                    <a:p>
                      <a:pPr algn="l">
                        <a:buNone/>
                      </a:pPr>
                      <a:r>
                        <a:rPr lang="nn-NO" sz="1800" dirty="0">
                          <a:effectLst/>
                        </a:rPr>
                        <a:t>ELISA Kits for IL-6, TNF-α, MCP-1</a:t>
                      </a:r>
                    </a:p>
                  </a:txBody>
                  <a:tcPr marL="50800" marR="50800" marT="50800" marB="50800" anchor="ctr"/>
                </a:tc>
                <a:tc>
                  <a:txBody>
                    <a:bodyPr/>
                    <a:lstStyle/>
                    <a:p>
                      <a:pPr algn="l">
                        <a:buNone/>
                      </a:pPr>
                      <a:r>
                        <a:rPr lang="en-US" sz="1800" dirty="0">
                          <a:effectLst/>
                        </a:rPr>
                        <a:t>Inflammatory cytokine levels in serum/joint tissue</a:t>
                      </a:r>
                    </a:p>
                  </a:txBody>
                  <a:tcPr marL="50800" marR="50800" marT="50800" marB="50800" anchor="ctr"/>
                </a:tc>
                <a:extLst>
                  <a:ext uri="{0D108BD9-81ED-4DB2-BD59-A6C34878D82A}">
                    <a16:rowId xmlns:a16="http://schemas.microsoft.com/office/drawing/2014/main" val="1237841457"/>
                  </a:ext>
                </a:extLst>
              </a:tr>
            </a:tbl>
          </a:graphicData>
        </a:graphic>
      </p:graphicFrame>
    </p:spTree>
    <p:extLst>
      <p:ext uri="{BB962C8B-B14F-4D97-AF65-F5344CB8AC3E}">
        <p14:creationId xmlns:p14="http://schemas.microsoft.com/office/powerpoint/2010/main" val="1519325108"/>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Shape 1220">
          <a:extLst>
            <a:ext uri="{FF2B5EF4-FFF2-40B4-BE49-F238E27FC236}">
              <a16:creationId xmlns:a16="http://schemas.microsoft.com/office/drawing/2014/main" id="{573CBA1E-4D52-F2BD-8A08-5ABEC18A5C55}"/>
            </a:ext>
          </a:extLst>
        </p:cNvPr>
        <p:cNvGrpSpPr/>
        <p:nvPr/>
      </p:nvGrpSpPr>
      <p:grpSpPr>
        <a:xfrm>
          <a:off x="0" y="0"/>
          <a:ext cx="0" cy="0"/>
          <a:chOff x="0" y="0"/>
          <a:chExt cx="0" cy="0"/>
        </a:xfrm>
      </p:grpSpPr>
      <p:sp>
        <p:nvSpPr>
          <p:cNvPr id="1221" name="Google Shape;1221;p47">
            <a:extLst>
              <a:ext uri="{FF2B5EF4-FFF2-40B4-BE49-F238E27FC236}">
                <a16:creationId xmlns:a16="http://schemas.microsoft.com/office/drawing/2014/main" id="{58F6A4FB-C1B9-DE24-B01A-8B34449FE8A7}"/>
              </a:ext>
            </a:extLst>
          </p:cNvPr>
          <p:cNvSpPr txBox="1">
            <a:spLocks noGrp="1"/>
          </p:cNvSpPr>
          <p:nvPr>
            <p:ph type="title"/>
          </p:nvPr>
        </p:nvSpPr>
        <p:spPr>
          <a:xfrm>
            <a:off x="686330" y="1135028"/>
            <a:ext cx="7996494" cy="2715626"/>
          </a:xfrm>
          <a:prstGeom prst="rect">
            <a:avLst/>
          </a:prstGeom>
        </p:spPr>
        <p:txBody>
          <a:bodyPr spcFirstLastPara="1" wrap="square" lIns="91425" tIns="91425" rIns="91425" bIns="91425" anchor="ctr" anchorCtr="0">
            <a:noAutofit/>
          </a:bodyPr>
          <a:lstStyle/>
          <a:p>
            <a:pPr algn="l"/>
            <a:br>
              <a:rPr lang="en-US" sz="2000" dirty="0"/>
            </a:br>
            <a:r>
              <a:rPr lang="en-US" sz="2000" dirty="0"/>
              <a:t>Test Compounds: Prednisolone and </a:t>
            </a:r>
            <a:r>
              <a:rPr lang="en-US" sz="2000" dirty="0" err="1"/>
              <a:t>Palmitoylethanolamine</a:t>
            </a:r>
            <a:r>
              <a:rPr lang="en-US" sz="2000" dirty="0"/>
              <a:t> (PEA), both prepared in suitable vehicles for intraperitoneal injection.</a:t>
            </a:r>
            <a:br>
              <a:rPr lang="en-US" sz="2000" dirty="0"/>
            </a:br>
            <a:br>
              <a:rPr lang="en-US" sz="2000" dirty="0"/>
            </a:br>
            <a:r>
              <a:rPr lang="en-US" sz="2000" dirty="0"/>
              <a:t>Animal Injection Supplies: Appropriate syringes and needles. </a:t>
            </a:r>
            <a:br>
              <a:rPr lang="en-US" sz="2000" dirty="0"/>
            </a:br>
            <a:br>
              <a:rPr lang="en-US" sz="2000" dirty="0"/>
            </a:br>
            <a:r>
              <a:rPr lang="en-US" sz="2000" dirty="0"/>
              <a:t>Sample Collection Tubes: For collecting and processing blood (serum/plasma) and tissue samples.</a:t>
            </a:r>
          </a:p>
        </p:txBody>
      </p:sp>
      <p:grpSp>
        <p:nvGrpSpPr>
          <p:cNvPr id="1222" name="Google Shape;1222;p47">
            <a:extLst>
              <a:ext uri="{FF2B5EF4-FFF2-40B4-BE49-F238E27FC236}">
                <a16:creationId xmlns:a16="http://schemas.microsoft.com/office/drawing/2014/main" id="{897FEEBD-7A31-3FBF-6E69-EAD0A9C1130D}"/>
              </a:ext>
            </a:extLst>
          </p:cNvPr>
          <p:cNvGrpSpPr/>
          <p:nvPr/>
        </p:nvGrpSpPr>
        <p:grpSpPr>
          <a:xfrm>
            <a:off x="122278" y="87555"/>
            <a:ext cx="623693" cy="542353"/>
            <a:chOff x="1082169" y="2497002"/>
            <a:chExt cx="1663996" cy="1720378"/>
          </a:xfrm>
        </p:grpSpPr>
        <p:sp>
          <p:nvSpPr>
            <p:cNvPr id="1223" name="Google Shape;1223;p47">
              <a:extLst>
                <a:ext uri="{FF2B5EF4-FFF2-40B4-BE49-F238E27FC236}">
                  <a16:creationId xmlns:a16="http://schemas.microsoft.com/office/drawing/2014/main" id="{E850AE24-A744-99C5-69C4-E97EC7308E6B}"/>
                </a:ext>
              </a:extLst>
            </p:cNvPr>
            <p:cNvSpPr/>
            <p:nvPr/>
          </p:nvSpPr>
          <p:spPr>
            <a:xfrm rot="-1002475">
              <a:off x="1255753" y="2656719"/>
              <a:ext cx="1316828" cy="1400943"/>
            </a:xfrm>
            <a:custGeom>
              <a:avLst/>
              <a:gdLst/>
              <a:ahLst/>
              <a:cxnLst/>
              <a:rect l="l" t="t" r="r" b="b"/>
              <a:pathLst>
                <a:path w="33267" h="35392" extrusionOk="0">
                  <a:moveTo>
                    <a:pt x="16501" y="1"/>
                  </a:moveTo>
                  <a:cubicBezTo>
                    <a:pt x="15873" y="110"/>
                    <a:pt x="14762" y="293"/>
                    <a:pt x="14762" y="293"/>
                  </a:cubicBezTo>
                  <a:cubicBezTo>
                    <a:pt x="12749" y="761"/>
                    <a:pt x="10902" y="1778"/>
                    <a:pt x="9405" y="3270"/>
                  </a:cubicBezTo>
                  <a:cubicBezTo>
                    <a:pt x="7289" y="5379"/>
                    <a:pt x="6118" y="8189"/>
                    <a:pt x="6108" y="11183"/>
                  </a:cubicBezTo>
                  <a:cubicBezTo>
                    <a:pt x="6102" y="13317"/>
                    <a:pt x="6696" y="15394"/>
                    <a:pt x="7829" y="17192"/>
                  </a:cubicBezTo>
                  <a:cubicBezTo>
                    <a:pt x="8647" y="18490"/>
                    <a:pt x="9079" y="19998"/>
                    <a:pt x="9079" y="21552"/>
                  </a:cubicBezTo>
                  <a:lnTo>
                    <a:pt x="9079" y="24669"/>
                  </a:lnTo>
                  <a:lnTo>
                    <a:pt x="9118" y="25929"/>
                  </a:lnTo>
                  <a:lnTo>
                    <a:pt x="9079" y="26273"/>
                  </a:lnTo>
                  <a:lnTo>
                    <a:pt x="9079" y="28907"/>
                  </a:lnTo>
                  <a:cubicBezTo>
                    <a:pt x="9079" y="29271"/>
                    <a:pt x="8783" y="29566"/>
                    <a:pt x="8418" y="29566"/>
                  </a:cubicBezTo>
                  <a:lnTo>
                    <a:pt x="5260" y="29566"/>
                  </a:lnTo>
                  <a:cubicBezTo>
                    <a:pt x="2360" y="29566"/>
                    <a:pt x="1" y="31925"/>
                    <a:pt x="1" y="34825"/>
                  </a:cubicBezTo>
                  <a:cubicBezTo>
                    <a:pt x="1" y="35137"/>
                    <a:pt x="254" y="35392"/>
                    <a:pt x="568" y="35392"/>
                  </a:cubicBezTo>
                  <a:cubicBezTo>
                    <a:pt x="881" y="35392"/>
                    <a:pt x="1134" y="35137"/>
                    <a:pt x="1134" y="34825"/>
                  </a:cubicBezTo>
                  <a:lnTo>
                    <a:pt x="1134" y="34824"/>
                  </a:lnTo>
                  <a:lnTo>
                    <a:pt x="32132" y="34824"/>
                  </a:lnTo>
                  <a:cubicBezTo>
                    <a:pt x="32132" y="35137"/>
                    <a:pt x="32386" y="35392"/>
                    <a:pt x="32700" y="35392"/>
                  </a:cubicBezTo>
                  <a:cubicBezTo>
                    <a:pt x="33012" y="35392"/>
                    <a:pt x="33266" y="35137"/>
                    <a:pt x="33266" y="34824"/>
                  </a:cubicBezTo>
                  <a:cubicBezTo>
                    <a:pt x="33266" y="33420"/>
                    <a:pt x="32719" y="32099"/>
                    <a:pt x="31726" y="31107"/>
                  </a:cubicBezTo>
                  <a:cubicBezTo>
                    <a:pt x="30734" y="30114"/>
                    <a:pt x="29413" y="29567"/>
                    <a:pt x="28007" y="29567"/>
                  </a:cubicBezTo>
                  <a:lnTo>
                    <a:pt x="20189" y="29567"/>
                  </a:lnTo>
                  <a:cubicBezTo>
                    <a:pt x="19825" y="29567"/>
                    <a:pt x="19528" y="29271"/>
                    <a:pt x="19528" y="28907"/>
                  </a:cubicBezTo>
                  <a:lnTo>
                    <a:pt x="19528" y="25916"/>
                  </a:lnTo>
                  <a:cubicBezTo>
                    <a:pt x="19528" y="25553"/>
                    <a:pt x="19825" y="25256"/>
                    <a:pt x="20189" y="25256"/>
                  </a:cubicBezTo>
                  <a:cubicBezTo>
                    <a:pt x="20502" y="25256"/>
                    <a:pt x="20756" y="25003"/>
                    <a:pt x="20756" y="24689"/>
                  </a:cubicBezTo>
                  <a:lnTo>
                    <a:pt x="22273" y="24689"/>
                  </a:lnTo>
                  <a:cubicBezTo>
                    <a:pt x="22273" y="25003"/>
                    <a:pt x="22527" y="25256"/>
                    <a:pt x="22840" y="25256"/>
                  </a:cubicBezTo>
                  <a:lnTo>
                    <a:pt x="24457" y="25256"/>
                  </a:lnTo>
                  <a:cubicBezTo>
                    <a:pt x="26005" y="25256"/>
                    <a:pt x="27282" y="24094"/>
                    <a:pt x="27428" y="22553"/>
                  </a:cubicBezTo>
                  <a:lnTo>
                    <a:pt x="27777" y="18874"/>
                  </a:lnTo>
                  <a:lnTo>
                    <a:pt x="28243" y="18874"/>
                  </a:lnTo>
                  <a:cubicBezTo>
                    <a:pt x="28800" y="18874"/>
                    <a:pt x="29307" y="18590"/>
                    <a:pt x="29600" y="18115"/>
                  </a:cubicBezTo>
                  <a:cubicBezTo>
                    <a:pt x="29891" y="17639"/>
                    <a:pt x="29914" y="17059"/>
                    <a:pt x="29663" y="16563"/>
                  </a:cubicBezTo>
                  <a:lnTo>
                    <a:pt x="28544" y="14356"/>
                  </a:lnTo>
                  <a:lnTo>
                    <a:pt x="28546" y="11219"/>
                  </a:lnTo>
                  <a:cubicBezTo>
                    <a:pt x="28546" y="5964"/>
                    <a:pt x="24928" y="1470"/>
                    <a:pt x="20024" y="330"/>
                  </a:cubicBezTo>
                  <a:cubicBezTo>
                    <a:pt x="18622" y="4"/>
                    <a:pt x="19051" y="233"/>
                    <a:pt x="18416" y="58"/>
                  </a:cubicBezTo>
                  <a:cubicBezTo>
                    <a:pt x="18414" y="58"/>
                    <a:pt x="18412" y="59"/>
                    <a:pt x="18409" y="59"/>
                  </a:cubicBezTo>
                  <a:cubicBezTo>
                    <a:pt x="18347" y="59"/>
                    <a:pt x="18049" y="1"/>
                    <a:pt x="18007" y="1"/>
                  </a:cubicBezTo>
                  <a:close/>
                </a:path>
              </a:pathLst>
            </a:custGeom>
            <a:solidFill>
              <a:schemeClr val="accent2"/>
            </a:solidFill>
            <a:ln w="114300" cap="flat" cmpd="sng">
              <a:solidFill>
                <a:schemeClr val="accent2"/>
              </a:solidFill>
              <a:prstDash val="solid"/>
              <a:round/>
              <a:headEnd type="none" w="sm" len="sm"/>
              <a:tailEnd type="none" w="sm" len="sm"/>
            </a:ln>
            <a:effectLst>
              <a:outerShdw dist="76200" dir="1800000" algn="bl" rotWithShape="0">
                <a:schemeClr val="lt2"/>
              </a:outerShdw>
            </a:effectLst>
          </p:spPr>
          <p:txBody>
            <a:bodyPr spcFirstLastPara="1" wrap="square" lIns="91425" tIns="91425" rIns="91425" bIns="91425" anchor="ctr" anchorCtr="0">
              <a:noAutofit/>
            </a:bodyPr>
            <a:lstStyle/>
            <a:p>
              <a:pPr marL="0" marR="0" lvl="0" indent="0" algn="l" rtl="0">
                <a:lnSpc>
                  <a:spcPct val="100000"/>
                </a:lnSpc>
                <a:spcBef>
                  <a:spcPts val="0"/>
                </a:spcBef>
                <a:spcAft>
                  <a:spcPts val="0"/>
                </a:spcAft>
                <a:buNone/>
              </a:pPr>
              <a:endParaRPr/>
            </a:p>
          </p:txBody>
        </p:sp>
        <p:sp>
          <p:nvSpPr>
            <p:cNvPr id="1224" name="Google Shape;1224;p47">
              <a:extLst>
                <a:ext uri="{FF2B5EF4-FFF2-40B4-BE49-F238E27FC236}">
                  <a16:creationId xmlns:a16="http://schemas.microsoft.com/office/drawing/2014/main" id="{060C33B1-1935-43FF-0469-529A8212BC19}"/>
                </a:ext>
              </a:extLst>
            </p:cNvPr>
            <p:cNvSpPr/>
            <p:nvPr/>
          </p:nvSpPr>
          <p:spPr>
            <a:xfrm rot="-1002475">
              <a:off x="1278198" y="2679168"/>
              <a:ext cx="1271901" cy="1356055"/>
            </a:xfrm>
            <a:custGeom>
              <a:avLst/>
              <a:gdLst/>
              <a:ahLst/>
              <a:cxnLst/>
              <a:rect l="l" t="t" r="r" b="b"/>
              <a:pathLst>
                <a:path w="32132" h="34258" extrusionOk="0">
                  <a:moveTo>
                    <a:pt x="16761" y="0"/>
                  </a:moveTo>
                  <a:cubicBezTo>
                    <a:pt x="10884" y="0"/>
                    <a:pt x="6127" y="4741"/>
                    <a:pt x="6108" y="10618"/>
                  </a:cubicBezTo>
                  <a:cubicBezTo>
                    <a:pt x="6102" y="12715"/>
                    <a:pt x="6701" y="14672"/>
                    <a:pt x="7741" y="16323"/>
                  </a:cubicBezTo>
                  <a:cubicBezTo>
                    <a:pt x="8620" y="17718"/>
                    <a:pt x="9079" y="19337"/>
                    <a:pt x="9079" y="20986"/>
                  </a:cubicBezTo>
                  <a:lnTo>
                    <a:pt x="9079" y="28340"/>
                  </a:lnTo>
                  <a:cubicBezTo>
                    <a:pt x="9079" y="29017"/>
                    <a:pt x="8529" y="29567"/>
                    <a:pt x="7851" y="29567"/>
                  </a:cubicBezTo>
                  <a:lnTo>
                    <a:pt x="4693" y="29567"/>
                  </a:lnTo>
                  <a:cubicBezTo>
                    <a:pt x="2101" y="29567"/>
                    <a:pt x="1" y="31667"/>
                    <a:pt x="1" y="34258"/>
                  </a:cubicBezTo>
                  <a:lnTo>
                    <a:pt x="32131" y="34258"/>
                  </a:lnTo>
                  <a:cubicBezTo>
                    <a:pt x="32131" y="31667"/>
                    <a:pt x="30032" y="29567"/>
                    <a:pt x="27440" y="29567"/>
                  </a:cubicBezTo>
                  <a:lnTo>
                    <a:pt x="19622" y="29567"/>
                  </a:lnTo>
                  <a:cubicBezTo>
                    <a:pt x="18944" y="29567"/>
                    <a:pt x="18395" y="29017"/>
                    <a:pt x="18395" y="28339"/>
                  </a:cubicBezTo>
                  <a:lnTo>
                    <a:pt x="18395" y="25349"/>
                  </a:lnTo>
                  <a:cubicBezTo>
                    <a:pt x="18395" y="24671"/>
                    <a:pt x="18944" y="24122"/>
                    <a:pt x="19622" y="24122"/>
                  </a:cubicBezTo>
                  <a:lnTo>
                    <a:pt x="23890" y="24122"/>
                  </a:lnTo>
                  <a:cubicBezTo>
                    <a:pt x="25137" y="24122"/>
                    <a:pt x="26179" y="23174"/>
                    <a:pt x="26297" y="21933"/>
                  </a:cubicBezTo>
                  <a:lnTo>
                    <a:pt x="26694" y="17739"/>
                  </a:lnTo>
                  <a:lnTo>
                    <a:pt x="27676" y="17739"/>
                  </a:lnTo>
                  <a:cubicBezTo>
                    <a:pt x="28440" y="17739"/>
                    <a:pt x="28935" y="16934"/>
                    <a:pt x="28590" y="16252"/>
                  </a:cubicBezTo>
                  <a:lnTo>
                    <a:pt x="27410" y="13924"/>
                  </a:lnTo>
                  <a:lnTo>
                    <a:pt x="27412" y="10652"/>
                  </a:lnTo>
                  <a:cubicBezTo>
                    <a:pt x="27412" y="4770"/>
                    <a:pt x="22643" y="1"/>
                    <a:pt x="16761"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25" name="Google Shape;1225;p47">
              <a:extLst>
                <a:ext uri="{FF2B5EF4-FFF2-40B4-BE49-F238E27FC236}">
                  <a16:creationId xmlns:a16="http://schemas.microsoft.com/office/drawing/2014/main" id="{FA9BCBBC-F235-54EB-411B-57E2F799EF3A}"/>
                </a:ext>
              </a:extLst>
            </p:cNvPr>
            <p:cNvSpPr/>
            <p:nvPr/>
          </p:nvSpPr>
          <p:spPr>
            <a:xfrm rot="-1002475">
              <a:off x="1517787" y="2809192"/>
              <a:ext cx="566046" cy="422120"/>
            </a:xfrm>
            <a:custGeom>
              <a:avLst/>
              <a:gdLst/>
              <a:ahLst/>
              <a:cxnLst/>
              <a:rect l="l" t="t" r="r" b="b"/>
              <a:pathLst>
                <a:path w="14300" h="10664" extrusionOk="0">
                  <a:moveTo>
                    <a:pt x="7108" y="1"/>
                  </a:moveTo>
                  <a:cubicBezTo>
                    <a:pt x="3183" y="1"/>
                    <a:pt x="0" y="3182"/>
                    <a:pt x="0" y="7109"/>
                  </a:cubicBezTo>
                  <a:lnTo>
                    <a:pt x="0" y="9508"/>
                  </a:lnTo>
                  <a:cubicBezTo>
                    <a:pt x="0" y="10145"/>
                    <a:pt x="517" y="10663"/>
                    <a:pt x="1156" y="10663"/>
                  </a:cubicBezTo>
                  <a:lnTo>
                    <a:pt x="2112" y="10663"/>
                  </a:lnTo>
                  <a:cubicBezTo>
                    <a:pt x="2499" y="10663"/>
                    <a:pt x="2860" y="10469"/>
                    <a:pt x="3074" y="10148"/>
                  </a:cubicBezTo>
                  <a:lnTo>
                    <a:pt x="3929" y="8864"/>
                  </a:lnTo>
                  <a:lnTo>
                    <a:pt x="9030" y="8864"/>
                  </a:lnTo>
                  <a:cubicBezTo>
                    <a:pt x="10564" y="8864"/>
                    <a:pt x="11809" y="7620"/>
                    <a:pt x="11809" y="6085"/>
                  </a:cubicBezTo>
                  <a:cubicBezTo>
                    <a:pt x="13184" y="6085"/>
                    <a:pt x="14300" y="4969"/>
                    <a:pt x="14300" y="3594"/>
                  </a:cubicBezTo>
                  <a:cubicBezTo>
                    <a:pt x="14300" y="1609"/>
                    <a:pt x="12691" y="1"/>
                    <a:pt x="10707"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26" name="Google Shape;1226;p47">
              <a:extLst>
                <a:ext uri="{FF2B5EF4-FFF2-40B4-BE49-F238E27FC236}">
                  <a16:creationId xmlns:a16="http://schemas.microsoft.com/office/drawing/2014/main" id="{8615B458-CB73-A502-BF14-4588ABB71D85}"/>
                </a:ext>
              </a:extLst>
            </p:cNvPr>
            <p:cNvSpPr/>
            <p:nvPr/>
          </p:nvSpPr>
          <p:spPr>
            <a:xfrm rot="-1002475">
              <a:off x="2105720" y="3486731"/>
              <a:ext cx="588727" cy="446107"/>
            </a:xfrm>
            <a:custGeom>
              <a:avLst/>
              <a:gdLst/>
              <a:ahLst/>
              <a:cxnLst/>
              <a:rect l="l" t="t" r="r" b="b"/>
              <a:pathLst>
                <a:path w="14873" h="11270" extrusionOk="0">
                  <a:moveTo>
                    <a:pt x="1795" y="1"/>
                  </a:moveTo>
                  <a:cubicBezTo>
                    <a:pt x="805" y="1"/>
                    <a:pt x="1" y="805"/>
                    <a:pt x="1" y="1794"/>
                  </a:cubicBezTo>
                  <a:lnTo>
                    <a:pt x="1" y="4785"/>
                  </a:lnTo>
                  <a:cubicBezTo>
                    <a:pt x="1" y="5774"/>
                    <a:pt x="805" y="6578"/>
                    <a:pt x="1795" y="6578"/>
                  </a:cubicBezTo>
                  <a:lnTo>
                    <a:pt x="9613" y="6578"/>
                  </a:lnTo>
                  <a:cubicBezTo>
                    <a:pt x="10716" y="6578"/>
                    <a:pt x="11751" y="7008"/>
                    <a:pt x="12531" y="7787"/>
                  </a:cubicBezTo>
                  <a:cubicBezTo>
                    <a:pt x="13309" y="8565"/>
                    <a:pt x="13739" y="9601"/>
                    <a:pt x="13739" y="10703"/>
                  </a:cubicBezTo>
                  <a:cubicBezTo>
                    <a:pt x="13739" y="11016"/>
                    <a:pt x="13992" y="11270"/>
                    <a:pt x="14306" y="11270"/>
                  </a:cubicBezTo>
                  <a:cubicBezTo>
                    <a:pt x="14619" y="11270"/>
                    <a:pt x="14872" y="11016"/>
                    <a:pt x="14872" y="10703"/>
                  </a:cubicBezTo>
                  <a:cubicBezTo>
                    <a:pt x="14872" y="9297"/>
                    <a:pt x="14325" y="7977"/>
                    <a:pt x="13332" y="6985"/>
                  </a:cubicBezTo>
                  <a:cubicBezTo>
                    <a:pt x="12339" y="5992"/>
                    <a:pt x="11019" y="5445"/>
                    <a:pt x="9613" y="5445"/>
                  </a:cubicBezTo>
                  <a:lnTo>
                    <a:pt x="1795" y="5445"/>
                  </a:lnTo>
                  <a:cubicBezTo>
                    <a:pt x="1431" y="5445"/>
                    <a:pt x="1134" y="5149"/>
                    <a:pt x="1134" y="4785"/>
                  </a:cubicBezTo>
                  <a:lnTo>
                    <a:pt x="1134" y="1794"/>
                  </a:lnTo>
                  <a:cubicBezTo>
                    <a:pt x="1134" y="1431"/>
                    <a:pt x="1431" y="1134"/>
                    <a:pt x="1795" y="1134"/>
                  </a:cubicBezTo>
                  <a:cubicBezTo>
                    <a:pt x="2108" y="1134"/>
                    <a:pt x="2362" y="881"/>
                    <a:pt x="2362" y="567"/>
                  </a:cubicBezTo>
                  <a:cubicBezTo>
                    <a:pt x="2362" y="254"/>
                    <a:pt x="2108" y="1"/>
                    <a:pt x="179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27" name="Google Shape;1227;p47">
              <a:extLst>
                <a:ext uri="{FF2B5EF4-FFF2-40B4-BE49-F238E27FC236}">
                  <a16:creationId xmlns:a16="http://schemas.microsoft.com/office/drawing/2014/main" id="{9B51E754-B5DF-DA99-2BD4-8720A9E1BE2B}"/>
                </a:ext>
              </a:extLst>
            </p:cNvPr>
            <p:cNvSpPr/>
            <p:nvPr/>
          </p:nvSpPr>
          <p:spPr>
            <a:xfrm rot="-1002475">
              <a:off x="1258555" y="2675798"/>
              <a:ext cx="1184104" cy="1400943"/>
            </a:xfrm>
            <a:custGeom>
              <a:avLst/>
              <a:gdLst/>
              <a:ahLst/>
              <a:cxnLst/>
              <a:rect l="l" t="t" r="r" b="b"/>
              <a:pathLst>
                <a:path w="29914" h="35392" extrusionOk="0">
                  <a:moveTo>
                    <a:pt x="16501" y="1"/>
                  </a:moveTo>
                  <a:cubicBezTo>
                    <a:pt x="15873" y="110"/>
                    <a:pt x="14762" y="294"/>
                    <a:pt x="14760" y="294"/>
                  </a:cubicBezTo>
                  <a:cubicBezTo>
                    <a:pt x="12748" y="761"/>
                    <a:pt x="10901" y="1778"/>
                    <a:pt x="9404" y="3270"/>
                  </a:cubicBezTo>
                  <a:cubicBezTo>
                    <a:pt x="7288" y="5380"/>
                    <a:pt x="6118" y="8190"/>
                    <a:pt x="6108" y="11184"/>
                  </a:cubicBezTo>
                  <a:cubicBezTo>
                    <a:pt x="6101" y="13318"/>
                    <a:pt x="6696" y="15395"/>
                    <a:pt x="7829" y="17192"/>
                  </a:cubicBezTo>
                  <a:cubicBezTo>
                    <a:pt x="8647" y="18491"/>
                    <a:pt x="9078" y="19998"/>
                    <a:pt x="9078" y="21553"/>
                  </a:cubicBezTo>
                  <a:lnTo>
                    <a:pt x="9078" y="24671"/>
                  </a:lnTo>
                  <a:lnTo>
                    <a:pt x="9117" y="25929"/>
                  </a:lnTo>
                  <a:lnTo>
                    <a:pt x="9078" y="26273"/>
                  </a:lnTo>
                  <a:lnTo>
                    <a:pt x="9078" y="28907"/>
                  </a:lnTo>
                  <a:cubicBezTo>
                    <a:pt x="9078" y="29271"/>
                    <a:pt x="8783" y="29567"/>
                    <a:pt x="8418" y="29567"/>
                  </a:cubicBezTo>
                  <a:lnTo>
                    <a:pt x="5259" y="29567"/>
                  </a:lnTo>
                  <a:cubicBezTo>
                    <a:pt x="2359" y="29567"/>
                    <a:pt x="1" y="31926"/>
                    <a:pt x="1" y="34825"/>
                  </a:cubicBezTo>
                  <a:cubicBezTo>
                    <a:pt x="1" y="35138"/>
                    <a:pt x="254" y="35392"/>
                    <a:pt x="568" y="35392"/>
                  </a:cubicBezTo>
                  <a:cubicBezTo>
                    <a:pt x="881" y="35392"/>
                    <a:pt x="1134" y="35138"/>
                    <a:pt x="1134" y="34825"/>
                  </a:cubicBezTo>
                  <a:cubicBezTo>
                    <a:pt x="1134" y="32551"/>
                    <a:pt x="2984" y="30700"/>
                    <a:pt x="5259" y="30700"/>
                  </a:cubicBezTo>
                  <a:lnTo>
                    <a:pt x="8418" y="30700"/>
                  </a:lnTo>
                  <a:cubicBezTo>
                    <a:pt x="9407" y="30700"/>
                    <a:pt x="10213" y="29896"/>
                    <a:pt x="10213" y="28907"/>
                  </a:cubicBezTo>
                  <a:lnTo>
                    <a:pt x="10213" y="27408"/>
                  </a:lnTo>
                  <a:lnTo>
                    <a:pt x="10213" y="25804"/>
                  </a:lnTo>
                  <a:lnTo>
                    <a:pt x="10213" y="21553"/>
                  </a:lnTo>
                  <a:cubicBezTo>
                    <a:pt x="10213" y="19785"/>
                    <a:pt x="9719" y="18068"/>
                    <a:pt x="8787" y="16587"/>
                  </a:cubicBezTo>
                  <a:cubicBezTo>
                    <a:pt x="7770" y="14973"/>
                    <a:pt x="7236" y="13105"/>
                    <a:pt x="7242" y="11187"/>
                  </a:cubicBezTo>
                  <a:cubicBezTo>
                    <a:pt x="7250" y="8496"/>
                    <a:pt x="8303" y="5970"/>
                    <a:pt x="10204" y="4074"/>
                  </a:cubicBezTo>
                  <a:cubicBezTo>
                    <a:pt x="12105" y="2181"/>
                    <a:pt x="14630" y="1137"/>
                    <a:pt x="17318" y="1134"/>
                  </a:cubicBezTo>
                  <a:lnTo>
                    <a:pt x="17337" y="1134"/>
                  </a:lnTo>
                  <a:cubicBezTo>
                    <a:pt x="22893" y="1140"/>
                    <a:pt x="27411" y="5662"/>
                    <a:pt x="27411" y="11219"/>
                  </a:cubicBezTo>
                  <a:lnTo>
                    <a:pt x="27409" y="14491"/>
                  </a:lnTo>
                  <a:cubicBezTo>
                    <a:pt x="27409" y="14580"/>
                    <a:pt x="27430" y="14668"/>
                    <a:pt x="27471" y="14748"/>
                  </a:cubicBezTo>
                  <a:lnTo>
                    <a:pt x="28651" y="17076"/>
                  </a:lnTo>
                  <a:cubicBezTo>
                    <a:pt x="28755" y="17282"/>
                    <a:pt x="28673" y="17456"/>
                    <a:pt x="28633" y="17522"/>
                  </a:cubicBezTo>
                  <a:cubicBezTo>
                    <a:pt x="28593" y="17587"/>
                    <a:pt x="28474" y="17740"/>
                    <a:pt x="28242" y="17740"/>
                  </a:cubicBezTo>
                  <a:lnTo>
                    <a:pt x="27261" y="17740"/>
                  </a:lnTo>
                  <a:cubicBezTo>
                    <a:pt x="26969" y="17740"/>
                    <a:pt x="26724" y="17963"/>
                    <a:pt x="26697" y="18254"/>
                  </a:cubicBezTo>
                  <a:lnTo>
                    <a:pt x="26299" y="22446"/>
                  </a:lnTo>
                  <a:cubicBezTo>
                    <a:pt x="26209" y="23402"/>
                    <a:pt x="25417" y="24123"/>
                    <a:pt x="24457" y="24123"/>
                  </a:cubicBezTo>
                  <a:lnTo>
                    <a:pt x="22840" y="24123"/>
                  </a:lnTo>
                  <a:cubicBezTo>
                    <a:pt x="22526" y="24123"/>
                    <a:pt x="22273" y="24377"/>
                    <a:pt x="22273" y="24689"/>
                  </a:cubicBezTo>
                  <a:cubicBezTo>
                    <a:pt x="22273" y="25003"/>
                    <a:pt x="22526" y="25257"/>
                    <a:pt x="22840" y="25257"/>
                  </a:cubicBezTo>
                  <a:lnTo>
                    <a:pt x="24457" y="25257"/>
                  </a:lnTo>
                  <a:cubicBezTo>
                    <a:pt x="26005" y="25257"/>
                    <a:pt x="27282" y="24094"/>
                    <a:pt x="27428" y="22553"/>
                  </a:cubicBezTo>
                  <a:lnTo>
                    <a:pt x="27777" y="18874"/>
                  </a:lnTo>
                  <a:lnTo>
                    <a:pt x="28242" y="18874"/>
                  </a:lnTo>
                  <a:cubicBezTo>
                    <a:pt x="28800" y="18874"/>
                    <a:pt x="29307" y="18590"/>
                    <a:pt x="29600" y="18115"/>
                  </a:cubicBezTo>
                  <a:cubicBezTo>
                    <a:pt x="29891" y="17639"/>
                    <a:pt x="29914" y="17060"/>
                    <a:pt x="29661" y="16563"/>
                  </a:cubicBezTo>
                  <a:lnTo>
                    <a:pt x="28544" y="14356"/>
                  </a:lnTo>
                  <a:lnTo>
                    <a:pt x="28546" y="11219"/>
                  </a:lnTo>
                  <a:cubicBezTo>
                    <a:pt x="28546" y="5964"/>
                    <a:pt x="24928" y="1470"/>
                    <a:pt x="20024" y="330"/>
                  </a:cubicBezTo>
                  <a:cubicBezTo>
                    <a:pt x="18622" y="4"/>
                    <a:pt x="19051" y="234"/>
                    <a:pt x="18416" y="58"/>
                  </a:cubicBezTo>
                  <a:cubicBezTo>
                    <a:pt x="18414" y="58"/>
                    <a:pt x="18412" y="59"/>
                    <a:pt x="18409" y="59"/>
                  </a:cubicBezTo>
                  <a:cubicBezTo>
                    <a:pt x="18347" y="59"/>
                    <a:pt x="18049" y="1"/>
                    <a:pt x="18007"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28" name="Google Shape;1228;p47">
              <a:extLst>
                <a:ext uri="{FF2B5EF4-FFF2-40B4-BE49-F238E27FC236}">
                  <a16:creationId xmlns:a16="http://schemas.microsoft.com/office/drawing/2014/main" id="{B93AF4AF-EDED-E68E-E762-78685D644C40}"/>
                </a:ext>
              </a:extLst>
            </p:cNvPr>
            <p:cNvSpPr/>
            <p:nvPr/>
          </p:nvSpPr>
          <p:spPr>
            <a:xfrm rot="-1002475">
              <a:off x="1495332" y="2786710"/>
              <a:ext cx="610933" cy="467007"/>
            </a:xfrm>
            <a:custGeom>
              <a:avLst/>
              <a:gdLst/>
              <a:ahLst/>
              <a:cxnLst/>
              <a:rect l="l" t="t" r="r" b="b"/>
              <a:pathLst>
                <a:path w="15434" h="11798" extrusionOk="0">
                  <a:moveTo>
                    <a:pt x="9688" y="1"/>
                  </a:moveTo>
                  <a:cubicBezTo>
                    <a:pt x="9374" y="1"/>
                    <a:pt x="9121" y="254"/>
                    <a:pt x="9121" y="568"/>
                  </a:cubicBezTo>
                  <a:cubicBezTo>
                    <a:pt x="9121" y="881"/>
                    <a:pt x="9374" y="1134"/>
                    <a:pt x="9688" y="1134"/>
                  </a:cubicBezTo>
                  <a:lnTo>
                    <a:pt x="11274" y="1134"/>
                  </a:lnTo>
                  <a:cubicBezTo>
                    <a:pt x="12943" y="1134"/>
                    <a:pt x="14300" y="2492"/>
                    <a:pt x="14300" y="4161"/>
                  </a:cubicBezTo>
                  <a:cubicBezTo>
                    <a:pt x="14300" y="5030"/>
                    <a:pt x="13721" y="5767"/>
                    <a:pt x="12928" y="6005"/>
                  </a:cubicBezTo>
                  <a:cubicBezTo>
                    <a:pt x="12879" y="5505"/>
                    <a:pt x="12725" y="4834"/>
                    <a:pt x="12287" y="4314"/>
                  </a:cubicBezTo>
                  <a:cubicBezTo>
                    <a:pt x="12486" y="3967"/>
                    <a:pt x="12579" y="3582"/>
                    <a:pt x="12560" y="3174"/>
                  </a:cubicBezTo>
                  <a:cubicBezTo>
                    <a:pt x="12547" y="2870"/>
                    <a:pt x="12299" y="2633"/>
                    <a:pt x="11995" y="2633"/>
                  </a:cubicBezTo>
                  <a:cubicBezTo>
                    <a:pt x="11986" y="2633"/>
                    <a:pt x="11977" y="2633"/>
                    <a:pt x="11968" y="2633"/>
                  </a:cubicBezTo>
                  <a:cubicBezTo>
                    <a:pt x="11655" y="2648"/>
                    <a:pt x="11413" y="2913"/>
                    <a:pt x="11428" y="3225"/>
                  </a:cubicBezTo>
                  <a:cubicBezTo>
                    <a:pt x="11443" y="3572"/>
                    <a:pt x="11289" y="3872"/>
                    <a:pt x="10956" y="4140"/>
                  </a:cubicBezTo>
                  <a:cubicBezTo>
                    <a:pt x="10668" y="4372"/>
                    <a:pt x="10358" y="4483"/>
                    <a:pt x="10348" y="4487"/>
                  </a:cubicBezTo>
                  <a:cubicBezTo>
                    <a:pt x="10052" y="4588"/>
                    <a:pt x="9894" y="4909"/>
                    <a:pt x="9994" y="5204"/>
                  </a:cubicBezTo>
                  <a:cubicBezTo>
                    <a:pt x="10073" y="5441"/>
                    <a:pt x="10294" y="5591"/>
                    <a:pt x="10531" y="5591"/>
                  </a:cubicBezTo>
                  <a:cubicBezTo>
                    <a:pt x="10591" y="5591"/>
                    <a:pt x="10651" y="5581"/>
                    <a:pt x="10712" y="5560"/>
                  </a:cubicBezTo>
                  <a:cubicBezTo>
                    <a:pt x="10755" y="5546"/>
                    <a:pt x="11110" y="5421"/>
                    <a:pt x="11498" y="5150"/>
                  </a:cubicBezTo>
                  <a:cubicBezTo>
                    <a:pt x="11809" y="5617"/>
                    <a:pt x="11834" y="6323"/>
                    <a:pt x="11810" y="6602"/>
                  </a:cubicBezTo>
                  <a:cubicBezTo>
                    <a:pt x="11810" y="6610"/>
                    <a:pt x="11810" y="6617"/>
                    <a:pt x="11809" y="6626"/>
                  </a:cubicBezTo>
                  <a:cubicBezTo>
                    <a:pt x="11809" y="6634"/>
                    <a:pt x="11808" y="6644"/>
                    <a:pt x="11808" y="6653"/>
                  </a:cubicBezTo>
                  <a:cubicBezTo>
                    <a:pt x="11808" y="7872"/>
                    <a:pt x="10816" y="8864"/>
                    <a:pt x="9597" y="8864"/>
                  </a:cubicBezTo>
                  <a:lnTo>
                    <a:pt x="4495" y="8864"/>
                  </a:lnTo>
                  <a:cubicBezTo>
                    <a:pt x="4305" y="8864"/>
                    <a:pt x="4128" y="8960"/>
                    <a:pt x="4023" y="9118"/>
                  </a:cubicBezTo>
                  <a:lnTo>
                    <a:pt x="3168" y="10401"/>
                  </a:lnTo>
                  <a:cubicBezTo>
                    <a:pt x="3058" y="10566"/>
                    <a:pt x="2876" y="10663"/>
                    <a:pt x="2678" y="10663"/>
                  </a:cubicBezTo>
                  <a:lnTo>
                    <a:pt x="1722" y="10663"/>
                  </a:lnTo>
                  <a:cubicBezTo>
                    <a:pt x="1397" y="10663"/>
                    <a:pt x="1133" y="10399"/>
                    <a:pt x="1133" y="10076"/>
                  </a:cubicBezTo>
                  <a:lnTo>
                    <a:pt x="1133" y="7677"/>
                  </a:lnTo>
                  <a:cubicBezTo>
                    <a:pt x="1133" y="6032"/>
                    <a:pt x="1746" y="4459"/>
                    <a:pt x="2858" y="3249"/>
                  </a:cubicBezTo>
                  <a:cubicBezTo>
                    <a:pt x="3964" y="2047"/>
                    <a:pt x="5466" y="1305"/>
                    <a:pt x="7085" y="1160"/>
                  </a:cubicBezTo>
                  <a:cubicBezTo>
                    <a:pt x="7399" y="1133"/>
                    <a:pt x="7628" y="858"/>
                    <a:pt x="7601" y="547"/>
                  </a:cubicBezTo>
                  <a:cubicBezTo>
                    <a:pt x="7574" y="252"/>
                    <a:pt x="7328" y="30"/>
                    <a:pt x="7039" y="30"/>
                  </a:cubicBezTo>
                  <a:cubicBezTo>
                    <a:pt x="7022" y="30"/>
                    <a:pt x="7004" y="31"/>
                    <a:pt x="6986" y="32"/>
                  </a:cubicBezTo>
                  <a:cubicBezTo>
                    <a:pt x="5084" y="201"/>
                    <a:pt x="3321" y="1071"/>
                    <a:pt x="2025" y="2483"/>
                  </a:cubicBezTo>
                  <a:cubicBezTo>
                    <a:pt x="719" y="3902"/>
                    <a:pt x="1" y="5747"/>
                    <a:pt x="1" y="7677"/>
                  </a:cubicBezTo>
                  <a:lnTo>
                    <a:pt x="1" y="10076"/>
                  </a:lnTo>
                  <a:cubicBezTo>
                    <a:pt x="1" y="11025"/>
                    <a:pt x="773" y="11798"/>
                    <a:pt x="1722" y="11798"/>
                  </a:cubicBezTo>
                  <a:lnTo>
                    <a:pt x="2679" y="11798"/>
                  </a:lnTo>
                  <a:cubicBezTo>
                    <a:pt x="3256" y="11798"/>
                    <a:pt x="3793" y="11511"/>
                    <a:pt x="4112" y="11030"/>
                  </a:cubicBezTo>
                  <a:lnTo>
                    <a:pt x="4800" y="9999"/>
                  </a:lnTo>
                  <a:lnTo>
                    <a:pt x="9597" y="9999"/>
                  </a:lnTo>
                  <a:cubicBezTo>
                    <a:pt x="11264" y="9999"/>
                    <a:pt x="12650" y="8772"/>
                    <a:pt x="12902" y="7175"/>
                  </a:cubicBezTo>
                  <a:cubicBezTo>
                    <a:pt x="14338" y="6924"/>
                    <a:pt x="15434" y="5668"/>
                    <a:pt x="15434" y="4162"/>
                  </a:cubicBezTo>
                  <a:cubicBezTo>
                    <a:pt x="15434" y="1868"/>
                    <a:pt x="13568" y="1"/>
                    <a:pt x="11274"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29" name="Google Shape;1229;p47">
              <a:extLst>
                <a:ext uri="{FF2B5EF4-FFF2-40B4-BE49-F238E27FC236}">
                  <a16:creationId xmlns:a16="http://schemas.microsoft.com/office/drawing/2014/main" id="{3C01A90A-046F-F97F-E673-282CC7D43293}"/>
                </a:ext>
              </a:extLst>
            </p:cNvPr>
            <p:cNvSpPr/>
            <p:nvPr/>
          </p:nvSpPr>
          <p:spPr>
            <a:xfrm rot="-1002475">
              <a:off x="1625186" y="3048514"/>
              <a:ext cx="134822" cy="82453"/>
            </a:xfrm>
            <a:custGeom>
              <a:avLst/>
              <a:gdLst/>
              <a:ahLst/>
              <a:cxnLst/>
              <a:rect l="l" t="t" r="r" b="b"/>
              <a:pathLst>
                <a:path w="3406" h="2083" extrusionOk="0">
                  <a:moveTo>
                    <a:pt x="2760" y="1"/>
                  </a:moveTo>
                  <a:cubicBezTo>
                    <a:pt x="2547" y="1"/>
                    <a:pt x="2344" y="121"/>
                    <a:pt x="2247" y="325"/>
                  </a:cubicBezTo>
                  <a:cubicBezTo>
                    <a:pt x="2098" y="638"/>
                    <a:pt x="1822" y="830"/>
                    <a:pt x="1402" y="911"/>
                  </a:cubicBezTo>
                  <a:cubicBezTo>
                    <a:pt x="1247" y="940"/>
                    <a:pt x="1100" y="949"/>
                    <a:pt x="981" y="949"/>
                  </a:cubicBezTo>
                  <a:cubicBezTo>
                    <a:pt x="817" y="949"/>
                    <a:pt x="706" y="933"/>
                    <a:pt x="701" y="931"/>
                  </a:cubicBezTo>
                  <a:cubicBezTo>
                    <a:pt x="670" y="927"/>
                    <a:pt x="640" y="924"/>
                    <a:pt x="610" y="924"/>
                  </a:cubicBezTo>
                  <a:cubicBezTo>
                    <a:pt x="338" y="924"/>
                    <a:pt x="97" y="1121"/>
                    <a:pt x="51" y="1400"/>
                  </a:cubicBezTo>
                  <a:cubicBezTo>
                    <a:pt x="1" y="1708"/>
                    <a:pt x="210" y="2000"/>
                    <a:pt x="519" y="2050"/>
                  </a:cubicBezTo>
                  <a:cubicBezTo>
                    <a:pt x="549" y="2056"/>
                    <a:pt x="726" y="2083"/>
                    <a:pt x="980" y="2083"/>
                  </a:cubicBezTo>
                  <a:cubicBezTo>
                    <a:pt x="1150" y="2083"/>
                    <a:pt x="1354" y="2071"/>
                    <a:pt x="1573" y="2033"/>
                  </a:cubicBezTo>
                  <a:cubicBezTo>
                    <a:pt x="2373" y="1890"/>
                    <a:pt x="2959" y="1468"/>
                    <a:pt x="3272" y="811"/>
                  </a:cubicBezTo>
                  <a:cubicBezTo>
                    <a:pt x="3406" y="528"/>
                    <a:pt x="3285" y="190"/>
                    <a:pt x="3002" y="56"/>
                  </a:cubicBezTo>
                  <a:cubicBezTo>
                    <a:pt x="2924" y="19"/>
                    <a:pt x="2841" y="1"/>
                    <a:pt x="2760"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242" name="Google Shape;1242;p47">
            <a:extLst>
              <a:ext uri="{FF2B5EF4-FFF2-40B4-BE49-F238E27FC236}">
                <a16:creationId xmlns:a16="http://schemas.microsoft.com/office/drawing/2014/main" id="{B01D5FBF-3C37-094D-D2AC-DB85FC72EA29}"/>
              </a:ext>
            </a:extLst>
          </p:cNvPr>
          <p:cNvSpPr/>
          <p:nvPr/>
        </p:nvSpPr>
        <p:spPr>
          <a:xfrm rot="-9388557">
            <a:off x="5248733" y="647732"/>
            <a:ext cx="112800" cy="112818"/>
          </a:xfrm>
          <a:custGeom>
            <a:avLst/>
            <a:gdLst/>
            <a:ahLst/>
            <a:cxnLst/>
            <a:rect l="l" t="t" r="r" b="b"/>
            <a:pathLst>
              <a:path w="6138" h="6139" extrusionOk="0">
                <a:moveTo>
                  <a:pt x="3069" y="0"/>
                </a:moveTo>
                <a:cubicBezTo>
                  <a:pt x="2625" y="513"/>
                  <a:pt x="2402" y="1024"/>
                  <a:pt x="2235" y="1535"/>
                </a:cubicBezTo>
                <a:cubicBezTo>
                  <a:pt x="2177" y="1722"/>
                  <a:pt x="2134" y="1909"/>
                  <a:pt x="2099" y="2097"/>
                </a:cubicBezTo>
                <a:cubicBezTo>
                  <a:pt x="1912" y="2131"/>
                  <a:pt x="1723" y="2173"/>
                  <a:pt x="1536" y="2233"/>
                </a:cubicBezTo>
                <a:cubicBezTo>
                  <a:pt x="1023" y="2398"/>
                  <a:pt x="512" y="2623"/>
                  <a:pt x="1" y="3070"/>
                </a:cubicBezTo>
                <a:cubicBezTo>
                  <a:pt x="512" y="3517"/>
                  <a:pt x="1023" y="3740"/>
                  <a:pt x="1536" y="3907"/>
                </a:cubicBezTo>
                <a:cubicBezTo>
                  <a:pt x="1722" y="3966"/>
                  <a:pt x="1909" y="4008"/>
                  <a:pt x="2096" y="4042"/>
                </a:cubicBezTo>
                <a:cubicBezTo>
                  <a:pt x="2132" y="4230"/>
                  <a:pt x="2173" y="4417"/>
                  <a:pt x="2232" y="4604"/>
                </a:cubicBezTo>
                <a:cubicBezTo>
                  <a:pt x="2399" y="5115"/>
                  <a:pt x="2622" y="5627"/>
                  <a:pt x="3069" y="6138"/>
                </a:cubicBezTo>
                <a:cubicBezTo>
                  <a:pt x="3517" y="5627"/>
                  <a:pt x="3741" y="5115"/>
                  <a:pt x="3906" y="4604"/>
                </a:cubicBezTo>
                <a:cubicBezTo>
                  <a:pt x="3966" y="4416"/>
                  <a:pt x="4008" y="4229"/>
                  <a:pt x="4042" y="4040"/>
                </a:cubicBezTo>
                <a:cubicBezTo>
                  <a:pt x="4230" y="4005"/>
                  <a:pt x="4416" y="3963"/>
                  <a:pt x="4604" y="3904"/>
                </a:cubicBezTo>
                <a:cubicBezTo>
                  <a:pt x="5115" y="3737"/>
                  <a:pt x="5626" y="3514"/>
                  <a:pt x="6138" y="3070"/>
                </a:cubicBezTo>
                <a:cubicBezTo>
                  <a:pt x="5626" y="2625"/>
                  <a:pt x="5115" y="2402"/>
                  <a:pt x="4604" y="2235"/>
                </a:cubicBezTo>
                <a:cubicBezTo>
                  <a:pt x="4416" y="2176"/>
                  <a:pt x="4228" y="2133"/>
                  <a:pt x="4040" y="2099"/>
                </a:cubicBezTo>
                <a:cubicBezTo>
                  <a:pt x="4005" y="1910"/>
                  <a:pt x="3963" y="1723"/>
                  <a:pt x="3904" y="1535"/>
                </a:cubicBezTo>
                <a:cubicBezTo>
                  <a:pt x="3738" y="1024"/>
                  <a:pt x="3514" y="513"/>
                  <a:pt x="3069"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 name="TextBox 3">
            <a:extLst>
              <a:ext uri="{FF2B5EF4-FFF2-40B4-BE49-F238E27FC236}">
                <a16:creationId xmlns:a16="http://schemas.microsoft.com/office/drawing/2014/main" id="{DAF6BC78-FB31-2221-8AF3-D34FADB1C21E}"/>
              </a:ext>
            </a:extLst>
          </p:cNvPr>
          <p:cNvSpPr txBox="1"/>
          <p:nvPr/>
        </p:nvSpPr>
        <p:spPr>
          <a:xfrm>
            <a:off x="829513" y="784317"/>
            <a:ext cx="7180174" cy="430887"/>
          </a:xfrm>
          <a:prstGeom prst="rect">
            <a:avLst/>
          </a:prstGeom>
          <a:noFill/>
        </p:spPr>
        <p:txBody>
          <a:bodyPr wrap="square">
            <a:spAutoFit/>
          </a:bodyPr>
          <a:lstStyle/>
          <a:p>
            <a:pPr marL="0" marR="0" algn="ctr" rtl="0">
              <a:spcBef>
                <a:spcPts val="600"/>
              </a:spcBef>
              <a:spcAft>
                <a:spcPts val="600"/>
              </a:spcAft>
              <a:buNone/>
            </a:pPr>
            <a:r>
              <a:rPr lang="en-US" sz="2200" b="1" dirty="0">
                <a:latin typeface="ADLaM Display" panose="02010000000000000000" pitchFamily="2" charset="0"/>
                <a:ea typeface="ADLaM Display" panose="02010000000000000000" pitchFamily="2" charset="0"/>
                <a:cs typeface="ADLaM Display" panose="02010000000000000000" pitchFamily="2" charset="0"/>
              </a:rPr>
              <a:t>🧪 General Laboratory Supplies</a:t>
            </a:r>
            <a:endParaRPr lang="en-US" sz="2200" dirty="0">
              <a:effectLst/>
              <a:latin typeface="ADLaM Display" panose="02010000000000000000" pitchFamily="2" charset="0"/>
              <a:ea typeface="ADLaM Display" panose="02010000000000000000" pitchFamily="2" charset="0"/>
              <a:cs typeface="ADLaM Display" panose="02010000000000000000" pitchFamily="2" charset="0"/>
            </a:endParaRPr>
          </a:p>
        </p:txBody>
      </p:sp>
      <p:sp>
        <p:nvSpPr>
          <p:cNvPr id="2" name="AutoShape 2" descr="Output image">
            <a:extLst>
              <a:ext uri="{FF2B5EF4-FFF2-40B4-BE49-F238E27FC236}">
                <a16:creationId xmlns:a16="http://schemas.microsoft.com/office/drawing/2014/main" id="{1D1F5611-759D-E2B5-C84B-87AA180557CF}"/>
              </a:ext>
            </a:extLst>
          </p:cNvPr>
          <p:cNvSpPr>
            <a:spLocks noChangeAspect="1" noChangeArrowheads="1"/>
          </p:cNvSpPr>
          <p:nvPr/>
        </p:nvSpPr>
        <p:spPr bwMode="auto">
          <a:xfrm>
            <a:off x="4419600" y="241935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3" name="AutoShape 4" descr="Output image">
            <a:extLst>
              <a:ext uri="{FF2B5EF4-FFF2-40B4-BE49-F238E27FC236}">
                <a16:creationId xmlns:a16="http://schemas.microsoft.com/office/drawing/2014/main" id="{0F2B5BE1-A548-EE70-139D-2B5F12783352}"/>
              </a:ext>
            </a:extLst>
          </p:cNvPr>
          <p:cNvSpPr>
            <a:spLocks noChangeAspect="1" noChangeArrowheads="1"/>
          </p:cNvSpPr>
          <p:nvPr/>
        </p:nvSpPr>
        <p:spPr bwMode="auto">
          <a:xfrm>
            <a:off x="4572000" y="257175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Tree>
    <p:extLst>
      <p:ext uri="{BB962C8B-B14F-4D97-AF65-F5344CB8AC3E}">
        <p14:creationId xmlns:p14="http://schemas.microsoft.com/office/powerpoint/2010/main" val="2001311503"/>
      </p:ext>
    </p:extLst>
  </p:cSld>
  <p:clrMapOvr>
    <a:masterClrMapping/>
  </p:clrMapOvr>
</p:sld>
</file>

<file path=ppt/theme/theme1.xml><?xml version="1.0" encoding="utf-8"?>
<a:theme xmlns:a="http://schemas.openxmlformats.org/drawingml/2006/main" name="Biology Subject for Elementary: Nervous System by Slidesgo">
  <a:themeElements>
    <a:clrScheme name="Simple Light">
      <a:dk1>
        <a:srgbClr val="333333"/>
      </a:dk1>
      <a:lt1>
        <a:srgbClr val="FFF3DE"/>
      </a:lt1>
      <a:dk2>
        <a:srgbClr val="EF4424"/>
      </a:dk2>
      <a:lt2>
        <a:srgbClr val="F6A96C"/>
      </a:lt2>
      <a:accent1>
        <a:srgbClr val="FFE5C2"/>
      </a:accent1>
      <a:accent2>
        <a:srgbClr val="FFFFFF"/>
      </a:accent2>
      <a:accent3>
        <a:srgbClr val="FAC600"/>
      </a:accent3>
      <a:accent4>
        <a:srgbClr val="1EE6A6"/>
      </a:accent4>
      <a:accent5>
        <a:srgbClr val="60B7FF"/>
      </a:accent5>
      <a:accent6>
        <a:srgbClr val="6354B1"/>
      </a:accent6>
      <a:hlink>
        <a:srgbClr val="333333"/>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702</TotalTime>
  <Words>2421</Words>
  <Application>Microsoft Office PowerPoint</Application>
  <PresentationFormat>On-screen Show (16:9)</PresentationFormat>
  <Paragraphs>144</Paragraphs>
  <Slides>31</Slides>
  <Notes>31</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31</vt:i4>
      </vt:variant>
    </vt:vector>
  </HeadingPairs>
  <TitlesOfParts>
    <vt:vector size="38" baseType="lpstr">
      <vt:lpstr>ADLaM Display</vt:lpstr>
      <vt:lpstr>Roboto Mono Web</vt:lpstr>
      <vt:lpstr>Arial</vt:lpstr>
      <vt:lpstr>Fredoka One</vt:lpstr>
      <vt:lpstr>Nunito</vt:lpstr>
      <vt:lpstr>Times New Roman</vt:lpstr>
      <vt:lpstr>Biology Subject for Elementary: Nervous System by Slidesgo</vt:lpstr>
      <vt:lpstr>PPARα Activation by N-Palmitoyl ethanolamine Enables Glucocorticoid Dose Reduction in Experimental Arthritis</vt:lpstr>
      <vt:lpstr>Rheumatoid arthritis (RA) is a debilitating chronic inflammatory autoimmune disease that affects approximately 1% of the global population.   Its hallmark is a symmetrical polyarthritis, predominantly affecting the small joints of the hands and feet.   </vt:lpstr>
      <vt:lpstr>  The pathophysiology involves a complex interplay of genetic and environmental factors that trigger a dysregulated immune response.   that leads to synovial inflammation (synovitis), proliferation of the synovial lining (pannus formation), and subsequent erosion of cartilage and bone.</vt:lpstr>
      <vt:lpstr>Importantly, RA is a systemic condition, often presenting with extra-articular features such as fatigue, rheumatoid nodules, and an increased risk of cardiovascular and pulmonary diseases      The significant morbidity and socioeconomic burden associated with RA underscore the importance of early diagnosis and aggressive treatment to induce remission or low disease activity, thereby preserving joint integrity and patient function.</vt:lpstr>
      <vt:lpstr>PowerPoint Presentation</vt:lpstr>
      <vt:lpstr>PowerPoint Presentation</vt:lpstr>
      <vt:lpstr>PowerPoint Presentation</vt:lpstr>
      <vt:lpstr>PowerPoint Presentation</vt:lpstr>
      <vt:lpstr>Glucocorticoids are potent anti-inflammatory and immunosuppressive agents that play several critical, but typically temporary, roles in RA management:  "Bridge" Therapy: This is their primary role. When a patient is started on a slow-acting DMARD (like methotrexate), which can take weeks or months to become fully effective.   Glucocorticoids provide rapid relief from pain, swelling, and stiffness. They "bridge" the patient until the DMARD starts working.  </vt:lpstr>
      <vt:lpstr>Glucocorticoids are highly effective for managing rheumatoid arthritis (RA), capable of providing long-term low-dose maintenance for severe cases and even slowing joint damage at higher doses, like DMARDs.  However, due to a wide range of serious, dose-dependent side effects (like metabolic and cardiovascular complications), their use is strictly limited to the lowest possible dose for the shortest possible duration.</vt:lpstr>
      <vt:lpstr>N-Palmitoylethanolamine (PEA) is an endogenous lipid mediator, chemically composed of palmitic acid and ethanolamine, which is naturally produced within the human body and found in dietary sources such as egg yolks, soybeans, and peanuts.   </vt:lpstr>
      <vt:lpstr>PEA is a promising nutraceutical because it is both effective (with anti-inflammatory, analgesic, and neuroprotective actions) and very safe, even for vulnerable populations.  This excellent safety profile makes it ideal not just as a standalone treatment, but also as an adjunct therapy. When used in combination, PEA can lower the required dose of stronger drugs like NSAIDs and opioids, thereby reducing their side effects.</vt:lpstr>
      <vt:lpstr>PowerPoint Presentation</vt:lpstr>
      <vt:lpstr>While PEA exerts its anti-inflammatory effects through multiple modes of action, its primary mechanism involves the activation of PPAR-α.   This activation regulates key signaling pathways, leading to the inhibition of both NF-κB and p38-MAPK, which collectively reduce pro-inflammatory factors and modulate inflammation.     </vt:lpstr>
      <vt:lpstr> The specificity of the NF-κB inhibition occurs through a novel transcriptional mechanism independent of classical PPAR Response Elements (PPREs).   Instead, in a ligand-dependent manner, PPAR-α potentiates the ability of the NF-κB subunit p65 to activate the promoter for IκBα, the natural inhibitor of NF-κB. Thus, PPAR-α reduces inflammation by indirectly boosting IκBα expression, thereby suppressing NF-κB activity.   </vt:lpstr>
      <vt:lpstr>PowerPoint Presentation</vt:lpstr>
      <vt:lpstr>PowerPoint Presentation</vt:lpstr>
      <vt:lpstr>PowerPoint Presentation</vt:lpstr>
      <vt:lpstr>PPARα and GR converge at multiple levels to reinforce anti-inflammatory and metabolic regulation:  1. GR Regulation of PPARα Expression:  GR directly upregulates PPARα transcription in hepatocytes, aligning PPARα expression with the diurnal rhythm of circulating glucocorticoids and stress responses.    </vt:lpstr>
      <vt:lpstr>  2. Synergistic Anti-Inflammatory Action Both receptors suppress NF-κB signaling:  o GR interferes physically with p65 and recruits HDACs to inflammatory promoters (tightening the DNA and turning the gene off).  o PPARα promotes IκBα expression and competes for limited coactivators (inhibiting transcription).  When activated together, they exert synergistic repression of NF-κB target genes (e.g., MCP-1, IL-6), likely through direct protein-protein interactions.  </vt:lpstr>
      <vt:lpstr>PowerPoint Presentation</vt:lpstr>
      <vt:lpstr>Why This Is a Big Deal?  Understanding this partnership opens exciting new possibilities for medicine, especially for treating chronic inflammatory diseases like asthma, rheumatoid arthritis, or inflammatory bowel disease.  •The Problem with "Crisis Manager" (GR) Alone: Using steroid drugs (which activate GR) is very effective but has severe side effects like weight gain, diabetes, and bone thinning when used long-term.  •The Potential Solution: Combining a lower, safer dose of a steroid (GR activator) with a PPARα-activating drug could be much more effective than either drug alone.</vt:lpstr>
      <vt:lpstr>  to use PEA to reduce the dose of a glucocorticoid the most appropriate and justifiable choice is Prednisolone.  </vt:lpstr>
      <vt:lpstr>Justification:  Clinical Relevance: this thesis aims to solve a real-world clinical problem (GC side effects).   Experimental Reliability: Using the active form (prednisolone) eliminates potential variability in liver metabolism that you'd get with prednisone, leading to cleaner and more reproducible results.  Mechanistic Alignment: It effectively engages the GR-mediated anti-inflammatory pathways (like NF-κB repression) that are central to the proposed cross-talk with PPARα.</vt:lpstr>
      <vt:lpstr>PowerPoint Presentation</vt:lpstr>
      <vt:lpstr>PowerPoint Presentation</vt:lpstr>
      <vt:lpstr>Clinical Disease Scoring: Monitor and score paw swelling, erythema, and joint deformation several times weekly using a standardized arthritis index.  Histopathological Analysis: After sacrifice, process joint tissues for histology. Stains like Hematoxylin &amp; Eosin (H&amp;E) and Safranin O can evaluate synovitis, pannus formation, cartilage erosion, and bone destruction   Molecular Biomarkers: Analyze serum, synovial fluid, or joint tissue homogenates for:  Pro-inflammatory Cytokines: TNF-α, IL-1β, IL-6, and PGE₂ via ELISA, which are known to be suppressed by PEA .   </vt:lpstr>
      <vt:lpstr>Protein Expression Analysis: Use Western Blot or Immunohistochemistry on joint tissue lysates to measure:  NF-κB Pathway: Phosphorylation of IκBα and nuclear translocation of p65.  Anti-inflammatory Target: Total IκBα protein levels, which PPARα is known to upregulate   Gene Expression Analysis: RT-qPCR on joint tissue to examine the expression of genes downstream of NF-κB (e.g., Tnf-α, Il-6) and GR.  Receptor Localization: immunohistochemistry to visualize the cellular co-localization of PPARα and GR in the synovium of treated animals, which could support a direct protein-protein interaction.    </vt:lpstr>
      <vt:lpstr>Immunoadjuvant (e.g., Complete Freund's Adjuvant, CFA) to induce arthritis.  Clinical Scoring Supplies: Basic calipers for measuring paw thickness and swelling.</vt:lpstr>
      <vt:lpstr>PowerPoint Presentation</vt:lpstr>
      <vt:lpstr> Test Compounds: Prednisolone and Palmitoylethanolamine (PEA), both prepared in suitable vehicles for intraperitoneal injection.  Animal Injection Supplies: Appropriate syringes and needles.   Sample Collection Tubes: For collecting and processing blood (serum/plasma) and tissue samples.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HP</dc:creator>
  <cp:lastModifiedBy>اسامه وليد محمد عبد الهادى صبح</cp:lastModifiedBy>
  <cp:revision>18</cp:revision>
  <dcterms:modified xsi:type="dcterms:W3CDTF">2025-10-26T12:46:53Z</dcterms:modified>
</cp:coreProperties>
</file>